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200" d="100"/>
          <a:sy n="200" d="100"/>
        </p:scale>
        <p:origin x="-3826" y="-263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AFD575-7C77-43EE-B086-F816BC6A7E42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74B9B5-DCE1-4902-9DCD-F28DC95B670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06231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74B9B5-DCE1-4902-9DCD-F28DC95B6700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342392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DF349E6-C600-891E-651B-79C443326A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924C94B-FED4-DFF9-18F3-B997F5C522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74F05F2-4A4A-9652-CF2E-10A896D11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69CB9-C5FC-48E3-907F-696D9C05A3CB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9E5A196-2DAD-074E-C457-38FDC0596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18530A2-8FE2-94BF-FCA5-E5C7DFB8C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87FE4-F2D1-4AFE-BC02-46B81EA34C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337438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298F49C-5375-851B-9985-262A8023A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47C0972-9A0E-B030-9DAE-A4C2D454B4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C114034-45A9-6D0D-37A1-A955624A8E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69CB9-C5FC-48E3-907F-696D9C05A3CB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28E2D58-F7C4-6038-9746-E22FE2A569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65E40A5-1FC5-C281-EA77-2F54B6B9F0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87FE4-F2D1-4AFE-BC02-46B81EA34C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051930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73C59-E6BB-8720-C686-19A1D7499C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84C7472-D16D-6A6A-B850-0A8DAAA8E7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999A529-04B5-3478-624A-2C195F0B31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69CB9-C5FC-48E3-907F-696D9C05A3CB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B5142A6-5D8C-9455-FA70-B30E3C17A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F23D5C5-31FA-94F7-4820-727077409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87FE4-F2D1-4AFE-BC02-46B81EA34C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27089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9252354-95AE-B207-FEC3-60F389CD8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9536B1F-EA83-C851-EC69-A572ADB73B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CEC793B-31D9-E050-DC53-7AAC83D144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9B05951-5813-3268-5404-4209389B4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69CB9-C5FC-48E3-907F-696D9C05A3CB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FA39566-6862-1082-6F54-A6A08927B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7C48C6A-ABED-B868-F589-618EC6B1D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87FE4-F2D1-4AFE-BC02-46B81EA34C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6449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CB1D16-6A63-18CC-4808-6EF1820F8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B6CFB65-BC3D-EA3B-FEC1-54DBDB59EE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95AD330-84AE-CA9C-5FBC-BFE55703B5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2BF5F4-2C0A-FA03-4D72-490951B9268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0DC54A4F-E822-C32E-E454-7BCC28321B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DDFB41A-8B58-8175-BF17-E3D22347B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69CB9-C5FC-48E3-907F-696D9C05A3CB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DDC930F-9244-C577-0B75-F2A77D683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2D7C129-8FAE-A2FD-898A-FB79371D6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87FE4-F2D1-4AFE-BC02-46B81EA34C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03779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1E357F2-20F4-BF47-6DA6-B74E59EED1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43FB669-D6D0-A127-12EB-C8673FFCC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69CB9-C5FC-48E3-907F-696D9C05A3CB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87FB4D3-39CE-29CB-4799-150FF19E42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DF57EAF-F167-7AF8-A43A-C584F7366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87FE4-F2D1-4AFE-BC02-46B81EA34C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164704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A94361B-B5A2-CA29-51C6-F5DEE255A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69CB9-C5FC-48E3-907F-696D9C05A3CB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F5026877-FF75-7718-62D8-7D44CB2AB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C940251-BD9D-2B1A-AF6A-CDC320E2D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87FE4-F2D1-4AFE-BC02-46B81EA34C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364261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000A166-3207-0DE9-9975-93FEA2DE2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7618C41-2CF7-97FB-2231-A73D8F0126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5E42719-A9E9-9A44-1105-26B71B9B59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B17740F-26D8-CFE4-AD7E-3F3ABDA50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69CB9-C5FC-48E3-907F-696D9C05A3CB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812D7F5-0827-2868-C4DA-8C527F3D8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C8DA703-3C46-9F47-1C7F-5D75E5A48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87FE4-F2D1-4AFE-BC02-46B81EA34C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569358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B314B48-89D8-B706-1D35-76DD5CCFEC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86F1217-FADB-87AF-FD70-367577C833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598F2A1-E4E0-DE63-30A2-A94B7073DA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838021C-FF99-4F9A-5617-B222D0887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69CB9-C5FC-48E3-907F-696D9C05A3CB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4899F79-053C-A8C5-D40C-E1181D5DCE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5EC33C6-36BF-D3D1-D11B-33CDBD185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87FE4-F2D1-4AFE-BC02-46B81EA34C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966663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31C16C4-9A32-2610-7E0D-E04B3C29D5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8DDD789-84D4-BD65-53E8-AD9C6A1923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075247C-192A-9299-CADB-BCA246F60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69CB9-C5FC-48E3-907F-696D9C05A3CB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6293905-D999-A0F9-7090-6F6B65781D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686407B-EAD3-A8C3-4B8F-D8FBF00F0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87FE4-F2D1-4AFE-BC02-46B81EA34C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11147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1348FCEF-6B7B-8A83-2ABC-BC8BFAA0F6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1A3C65B-481F-F725-374B-CBFED8C31C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B40AB31-8F40-DA1F-F733-74AEF20B26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69CB9-C5FC-48E3-907F-696D9C05A3CB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3C2BE50-8F57-598E-0236-CAE3B8DC9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94AE2FF-2096-9D6E-F200-244FEDEBA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87FE4-F2D1-4AFE-BC02-46B81EA34C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4844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1949E9A0-030E-73CE-C548-82FAD572FD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66233E4-2678-3B71-CFB7-083F19180D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798C788-87D9-A2FD-FE1A-650A37B417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469CB9-C5FC-48E3-907F-696D9C05A3CB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B056996-7128-9229-DBD4-A2E943C9A0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AAD25D5-AB9A-C491-A03B-8896AC3A5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D87FE4-F2D1-4AFE-BC02-46B81EA34C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9137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グラフィックス 44">
            <a:extLst>
              <a:ext uri="{FF2B5EF4-FFF2-40B4-BE49-F238E27FC236}">
                <a16:creationId xmlns:a16="http://schemas.microsoft.com/office/drawing/2014/main" id="{6236FC02-A5DC-B6C4-25A7-3F37C7D093AC}"/>
              </a:ext>
            </a:extLst>
          </p:cNvPr>
          <p:cNvGrpSpPr/>
          <p:nvPr/>
        </p:nvGrpSpPr>
        <p:grpSpPr>
          <a:xfrm>
            <a:off x="5105390" y="3338535"/>
            <a:ext cx="1981873" cy="180000"/>
            <a:chOff x="5105390" y="3338535"/>
            <a:chExt cx="1981873" cy="180000"/>
          </a:xfrm>
          <a:solidFill>
            <a:srgbClr val="000000">
              <a:alpha val="50000"/>
            </a:srgbClr>
          </a:solidFill>
        </p:grpSpPr>
        <p:sp>
          <p:nvSpPr>
            <p:cNvPr id="47" name="フリーフォーム: 図形 46">
              <a:extLst>
                <a:ext uri="{FF2B5EF4-FFF2-40B4-BE49-F238E27FC236}">
                  <a16:creationId xmlns:a16="http://schemas.microsoft.com/office/drawing/2014/main" id="{44D05CF4-2F30-FF5B-800E-E164C71E1700}"/>
                </a:ext>
              </a:extLst>
            </p:cNvPr>
            <p:cNvSpPr/>
            <p:nvPr/>
          </p:nvSpPr>
          <p:spPr>
            <a:xfrm>
              <a:off x="5105390" y="3356139"/>
              <a:ext cx="1981873" cy="144000"/>
            </a:xfrm>
            <a:custGeom>
              <a:avLst/>
              <a:gdLst>
                <a:gd name="csX0" fmla="*/ -73 w 1981873"/>
                <a:gd name="csY0" fmla="*/ -231 h 144000"/>
                <a:gd name="csX1" fmla="*/ -73 w 1981873"/>
                <a:gd name="csY1" fmla="*/ 2901 h 144000"/>
                <a:gd name="csX2" fmla="*/ 1981801 w 1981873"/>
                <a:gd name="csY2" fmla="*/ 2901 h 144000"/>
                <a:gd name="csX3" fmla="*/ 1981801 w 1981873"/>
                <a:gd name="csY3" fmla="*/ -231 h 144000"/>
                <a:gd name="csX4" fmla="*/ -73 w 1981873"/>
                <a:gd name="csY4" fmla="*/ 139737 h 144000"/>
                <a:gd name="csX5" fmla="*/ -73 w 1981873"/>
                <a:gd name="csY5" fmla="*/ 143769 h 144000"/>
                <a:gd name="csX6" fmla="*/ 1981801 w 1981873"/>
                <a:gd name="csY6" fmla="*/ 143769 h 144000"/>
                <a:gd name="csX7" fmla="*/ 1981801 w 1981873"/>
                <a:gd name="csY7" fmla="*/ 139737 h 144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981873" h="144000">
                  <a:moveTo>
                    <a:pt x="-73" y="-231"/>
                  </a:moveTo>
                  <a:lnTo>
                    <a:pt x="-73" y="2901"/>
                  </a:lnTo>
                  <a:lnTo>
                    <a:pt x="1981801" y="2901"/>
                  </a:lnTo>
                  <a:lnTo>
                    <a:pt x="1981801" y="-231"/>
                  </a:lnTo>
                  <a:close/>
                  <a:moveTo>
                    <a:pt x="-73" y="139737"/>
                  </a:moveTo>
                  <a:lnTo>
                    <a:pt x="-73" y="143769"/>
                  </a:lnTo>
                  <a:lnTo>
                    <a:pt x="1981801" y="143769"/>
                  </a:lnTo>
                  <a:lnTo>
                    <a:pt x="1981801" y="139737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2646" cap="sq">
              <a:noFill/>
              <a:prstDash val="solid"/>
              <a:miter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8" name="フリーフォーム: 図形 47">
              <a:extLst>
                <a:ext uri="{FF2B5EF4-FFF2-40B4-BE49-F238E27FC236}">
                  <a16:creationId xmlns:a16="http://schemas.microsoft.com/office/drawing/2014/main" id="{4ED249EC-03FF-BEC1-7F5B-FABE8F6334BA}"/>
                </a:ext>
              </a:extLst>
            </p:cNvPr>
            <p:cNvSpPr/>
            <p:nvPr/>
          </p:nvSpPr>
          <p:spPr>
            <a:xfrm>
              <a:off x="5318762" y="3399735"/>
              <a:ext cx="385200" cy="57600"/>
            </a:xfrm>
            <a:custGeom>
              <a:avLst/>
              <a:gdLst>
                <a:gd name="csX0" fmla="*/ -118 w 385200"/>
                <a:gd name="csY0" fmla="*/ 57370 h 57600"/>
                <a:gd name="csX1" fmla="*/ 385082 w 385200"/>
                <a:gd name="csY1" fmla="*/ 57370 h 57600"/>
                <a:gd name="csX2" fmla="*/ 385082 w 385200"/>
                <a:gd name="csY2" fmla="*/ -231 h 57600"/>
                <a:gd name="csX3" fmla="*/ -118 w 385200"/>
                <a:gd name="csY3" fmla="*/ -231 h 57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85200" h="57600">
                  <a:moveTo>
                    <a:pt x="-118" y="57370"/>
                  </a:moveTo>
                  <a:lnTo>
                    <a:pt x="385082" y="57370"/>
                  </a:lnTo>
                  <a:lnTo>
                    <a:pt x="385082" y="-231"/>
                  </a:lnTo>
                  <a:lnTo>
                    <a:pt x="-118" y="-231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3598" cap="sq">
              <a:noFill/>
              <a:prstDash val="solid"/>
              <a:miter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フリーフォーム: 図形 48">
              <a:extLst>
                <a:ext uri="{FF2B5EF4-FFF2-40B4-BE49-F238E27FC236}">
                  <a16:creationId xmlns:a16="http://schemas.microsoft.com/office/drawing/2014/main" id="{7F65D828-44D4-004E-DD1A-26D00263E581}"/>
                </a:ext>
              </a:extLst>
            </p:cNvPr>
            <p:cNvSpPr/>
            <p:nvPr/>
          </p:nvSpPr>
          <p:spPr>
            <a:xfrm>
              <a:off x="6096327" y="3338535"/>
              <a:ext cx="3635" cy="180000"/>
            </a:xfrm>
            <a:custGeom>
              <a:avLst/>
              <a:gdLst>
                <a:gd name="csX0" fmla="*/ -72 w 3635"/>
                <a:gd name="csY0" fmla="*/ -231 h 180000"/>
                <a:gd name="csX1" fmla="*/ -72 w 3635"/>
                <a:gd name="csY1" fmla="*/ 87969 h 180000"/>
                <a:gd name="csX2" fmla="*/ 3563 w 3635"/>
                <a:gd name="csY2" fmla="*/ 87969 h 180000"/>
                <a:gd name="csX3" fmla="*/ 3563 w 3635"/>
                <a:gd name="csY3" fmla="*/ -231 h 180000"/>
                <a:gd name="csX4" fmla="*/ -72 w 3635"/>
                <a:gd name="csY4" fmla="*/ 91570 h 180000"/>
                <a:gd name="csX5" fmla="*/ -72 w 3635"/>
                <a:gd name="csY5" fmla="*/ 179769 h 180000"/>
                <a:gd name="csX6" fmla="*/ 3563 w 3635"/>
                <a:gd name="csY6" fmla="*/ 179769 h 180000"/>
                <a:gd name="csX7" fmla="*/ 3563 w 3635"/>
                <a:gd name="csY7" fmla="*/ 91570 h 18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3635" h="180000">
                  <a:moveTo>
                    <a:pt x="-72" y="-231"/>
                  </a:moveTo>
                  <a:lnTo>
                    <a:pt x="-72" y="87969"/>
                  </a:lnTo>
                  <a:lnTo>
                    <a:pt x="3563" y="87969"/>
                  </a:lnTo>
                  <a:lnTo>
                    <a:pt x="3563" y="-231"/>
                  </a:lnTo>
                  <a:close/>
                  <a:moveTo>
                    <a:pt x="-72" y="91570"/>
                  </a:moveTo>
                  <a:lnTo>
                    <a:pt x="-72" y="179769"/>
                  </a:lnTo>
                  <a:lnTo>
                    <a:pt x="3563" y="179769"/>
                  </a:lnTo>
                  <a:lnTo>
                    <a:pt x="3563" y="91570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2846" cap="rnd">
              <a:noFill/>
              <a:prstDash val="solid"/>
              <a:round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50" name="正方形/長方形 49">
              <a:extLst>
                <a:ext uri="{FF2B5EF4-FFF2-40B4-BE49-F238E27FC236}">
                  <a16:creationId xmlns:a16="http://schemas.microsoft.com/office/drawing/2014/main" id="{4E0C8754-8D73-14E7-7DD1-1FA9794B2155}"/>
                </a:ext>
              </a:extLst>
            </p:cNvPr>
            <p:cNvSpPr/>
            <p:nvPr/>
          </p:nvSpPr>
          <p:spPr>
            <a:xfrm>
              <a:off x="5811963" y="3338535"/>
              <a:ext cx="288000" cy="3600"/>
            </a:xfrm>
            <a:prstGeom prst="rect">
              <a:avLst/>
            </a:prstGeom>
            <a:solidFill>
              <a:srgbClr val="000000">
                <a:alpha val="50000"/>
              </a:srgbClr>
            </a:solidFill>
            <a:ln w="3602" cap="rnd">
              <a:noFill/>
              <a:prstDash val="solid"/>
              <a:round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51" name="正方形/長方形 50">
              <a:extLst>
                <a:ext uri="{FF2B5EF4-FFF2-40B4-BE49-F238E27FC236}">
                  <a16:creationId xmlns:a16="http://schemas.microsoft.com/office/drawing/2014/main" id="{9E8207CE-54AE-A0D0-A753-07CDD5D71C41}"/>
                </a:ext>
              </a:extLst>
            </p:cNvPr>
            <p:cNvSpPr/>
            <p:nvPr/>
          </p:nvSpPr>
          <p:spPr>
            <a:xfrm>
              <a:off x="5811963" y="3514935"/>
              <a:ext cx="288000" cy="3600"/>
            </a:xfrm>
            <a:prstGeom prst="rect">
              <a:avLst/>
            </a:prstGeom>
            <a:solidFill>
              <a:srgbClr val="000000">
                <a:alpha val="50000"/>
              </a:srgbClr>
            </a:solidFill>
            <a:ln w="3602" cap="rnd">
              <a:noFill/>
              <a:prstDash val="solid"/>
              <a:round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52" name="フリーフォーム: 図形 51">
              <a:extLst>
                <a:ext uri="{FF2B5EF4-FFF2-40B4-BE49-F238E27FC236}">
                  <a16:creationId xmlns:a16="http://schemas.microsoft.com/office/drawing/2014/main" id="{7B5B9D0D-9A54-1EDD-19D1-1D91173E64E0}"/>
                </a:ext>
              </a:extLst>
            </p:cNvPr>
            <p:cNvSpPr/>
            <p:nvPr/>
          </p:nvSpPr>
          <p:spPr>
            <a:xfrm>
              <a:off x="5811926" y="3338535"/>
              <a:ext cx="3636" cy="180000"/>
            </a:xfrm>
            <a:custGeom>
              <a:avLst/>
              <a:gdLst>
                <a:gd name="csX0" fmla="*/ -94 w 3636"/>
                <a:gd name="csY0" fmla="*/ -231 h 180000"/>
                <a:gd name="csX1" fmla="*/ -94 w 3636"/>
                <a:gd name="csY1" fmla="*/ 87969 h 180000"/>
                <a:gd name="csX2" fmla="*/ 3542 w 3636"/>
                <a:gd name="csY2" fmla="*/ 87969 h 180000"/>
                <a:gd name="csX3" fmla="*/ 3542 w 3636"/>
                <a:gd name="csY3" fmla="*/ -231 h 180000"/>
                <a:gd name="csX4" fmla="*/ -94 w 3636"/>
                <a:gd name="csY4" fmla="*/ 91570 h 180000"/>
                <a:gd name="csX5" fmla="*/ -94 w 3636"/>
                <a:gd name="csY5" fmla="*/ 179769 h 180000"/>
                <a:gd name="csX6" fmla="*/ 3542 w 3636"/>
                <a:gd name="csY6" fmla="*/ 179769 h 180000"/>
                <a:gd name="csX7" fmla="*/ 3542 w 3636"/>
                <a:gd name="csY7" fmla="*/ 91570 h 18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3636" h="180000">
                  <a:moveTo>
                    <a:pt x="-94" y="-231"/>
                  </a:moveTo>
                  <a:lnTo>
                    <a:pt x="-94" y="87969"/>
                  </a:lnTo>
                  <a:lnTo>
                    <a:pt x="3542" y="87969"/>
                  </a:lnTo>
                  <a:lnTo>
                    <a:pt x="3542" y="-231"/>
                  </a:lnTo>
                  <a:close/>
                  <a:moveTo>
                    <a:pt x="-94" y="91570"/>
                  </a:moveTo>
                  <a:lnTo>
                    <a:pt x="-94" y="179769"/>
                  </a:lnTo>
                  <a:lnTo>
                    <a:pt x="3542" y="179769"/>
                  </a:lnTo>
                  <a:lnTo>
                    <a:pt x="3542" y="91570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2846" cap="rnd">
              <a:noFill/>
              <a:prstDash val="solid"/>
              <a:round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53" name="フリーフォーム: 図形 52">
              <a:extLst>
                <a:ext uri="{FF2B5EF4-FFF2-40B4-BE49-F238E27FC236}">
                  <a16:creationId xmlns:a16="http://schemas.microsoft.com/office/drawing/2014/main" id="{9CDA9B06-B2F8-9309-83D4-29B2D1052A54}"/>
                </a:ext>
              </a:extLst>
            </p:cNvPr>
            <p:cNvSpPr/>
            <p:nvPr/>
          </p:nvSpPr>
          <p:spPr>
            <a:xfrm>
              <a:off x="6333963" y="3338535"/>
              <a:ext cx="10800" cy="180000"/>
            </a:xfrm>
            <a:custGeom>
              <a:avLst/>
              <a:gdLst>
                <a:gd name="csX0" fmla="*/ -54 w 10800"/>
                <a:gd name="csY0" fmla="*/ -231 h 180000"/>
                <a:gd name="csX1" fmla="*/ -54 w 10800"/>
                <a:gd name="csY1" fmla="*/ 87969 h 180000"/>
                <a:gd name="csX2" fmla="*/ 10746 w 10800"/>
                <a:gd name="csY2" fmla="*/ 87969 h 180000"/>
                <a:gd name="csX3" fmla="*/ 10746 w 10800"/>
                <a:gd name="csY3" fmla="*/ -231 h 180000"/>
                <a:gd name="csX4" fmla="*/ -54 w 10800"/>
                <a:gd name="csY4" fmla="*/ 91570 h 180000"/>
                <a:gd name="csX5" fmla="*/ -54 w 10800"/>
                <a:gd name="csY5" fmla="*/ 179769 h 180000"/>
                <a:gd name="csX6" fmla="*/ 10746 w 10800"/>
                <a:gd name="csY6" fmla="*/ 179769 h 180000"/>
                <a:gd name="csX7" fmla="*/ 10746 w 10800"/>
                <a:gd name="csY7" fmla="*/ 91570 h 18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0800" h="180000">
                  <a:moveTo>
                    <a:pt x="-54" y="-231"/>
                  </a:moveTo>
                  <a:lnTo>
                    <a:pt x="-54" y="87969"/>
                  </a:lnTo>
                  <a:lnTo>
                    <a:pt x="10746" y="87969"/>
                  </a:lnTo>
                  <a:lnTo>
                    <a:pt x="10746" y="-231"/>
                  </a:lnTo>
                  <a:close/>
                  <a:moveTo>
                    <a:pt x="-54" y="91570"/>
                  </a:moveTo>
                  <a:lnTo>
                    <a:pt x="-54" y="179769"/>
                  </a:lnTo>
                  <a:lnTo>
                    <a:pt x="10746" y="179769"/>
                  </a:lnTo>
                  <a:lnTo>
                    <a:pt x="10746" y="91570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924" cap="sq">
              <a:noFill/>
              <a:prstDash val="solid"/>
              <a:miter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54" name="正方形/長方形 53">
              <a:extLst>
                <a:ext uri="{FF2B5EF4-FFF2-40B4-BE49-F238E27FC236}">
                  <a16:creationId xmlns:a16="http://schemas.microsoft.com/office/drawing/2014/main" id="{5E84BB7A-2A64-670D-EA14-B4AD4BC7C080}"/>
                </a:ext>
              </a:extLst>
            </p:cNvPr>
            <p:cNvSpPr/>
            <p:nvPr/>
          </p:nvSpPr>
          <p:spPr>
            <a:xfrm>
              <a:off x="5815563" y="3342135"/>
              <a:ext cx="280781" cy="14012"/>
            </a:xfrm>
            <a:prstGeom prst="rect">
              <a:avLst/>
            </a:prstGeom>
            <a:solidFill>
              <a:srgbClr val="000000">
                <a:alpha val="50000"/>
              </a:srgbClr>
            </a:solidFill>
            <a:ln w="7192" cap="rnd">
              <a:noFill/>
              <a:prstDash val="solid"/>
              <a:round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55" name="正方形/長方形 54">
              <a:extLst>
                <a:ext uri="{FF2B5EF4-FFF2-40B4-BE49-F238E27FC236}">
                  <a16:creationId xmlns:a16="http://schemas.microsoft.com/office/drawing/2014/main" id="{428F6482-C1ED-1A21-386A-5A18616CDD9F}"/>
                </a:ext>
              </a:extLst>
            </p:cNvPr>
            <p:cNvSpPr/>
            <p:nvPr/>
          </p:nvSpPr>
          <p:spPr>
            <a:xfrm>
              <a:off x="5815563" y="3500139"/>
              <a:ext cx="280781" cy="14796"/>
            </a:xfrm>
            <a:prstGeom prst="rect">
              <a:avLst/>
            </a:prstGeom>
            <a:solidFill>
              <a:srgbClr val="000000">
                <a:alpha val="50000"/>
              </a:srgbClr>
            </a:solidFill>
            <a:ln w="7393" cap="rnd">
              <a:noFill/>
              <a:prstDash val="solid"/>
              <a:round/>
            </a:ln>
          </p:spPr>
          <p:txBody>
            <a:bodyPr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5091107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1</Words>
  <Application>Microsoft Office PowerPoint</Application>
  <PresentationFormat>ワイド画面</PresentationFormat>
  <Paragraphs>1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祥真 大倉</dc:creator>
  <cp:lastModifiedBy>祥真 大倉</cp:lastModifiedBy>
  <cp:revision>4</cp:revision>
  <dcterms:created xsi:type="dcterms:W3CDTF">2026-06-12T10:44:44Z</dcterms:created>
  <dcterms:modified xsi:type="dcterms:W3CDTF">2026-07-01T08:50:57Z</dcterms:modified>
</cp:coreProperties>
</file>