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78" d="100"/>
          <a:sy n="78" d="100"/>
        </p:scale>
        <p:origin x="878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DF349E6-C600-891E-651B-79C443326AB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E924C94B-FED4-DFF9-18F3-B997F5C522A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F74F05F2-4A4A-9652-CF2E-10A896D11F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469CB9-C5FC-48E3-907F-696D9C05A3CB}" type="datetimeFigureOut">
              <a:rPr kumimoji="1" lang="ja-JP" altLang="en-US" smtClean="0"/>
              <a:t>2026/7/1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E9E5A196-2DAD-074E-C457-38FDC05969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B18530A2-8FE2-94BF-FCA5-E5C7DFB8C2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D87FE4-F2D1-4AFE-BC02-46B81EA34CBC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3374383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298F49C-5375-851B-9985-262A8023AE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F47C0972-9A0E-B030-9DAE-A4C2D454B45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7C114034-45A9-6D0D-37A1-A955624A8E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469CB9-C5FC-48E3-907F-696D9C05A3CB}" type="datetimeFigureOut">
              <a:rPr kumimoji="1" lang="ja-JP" altLang="en-US" smtClean="0"/>
              <a:t>2026/7/1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D28E2D58-F7C4-6038-9746-E22FE2A569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365E40A5-1FC5-C281-EA77-2F54B6B9F0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D87FE4-F2D1-4AFE-BC02-46B81EA34CBC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80519304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5E73C59-E6BB-8720-C686-19A1D7499C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E84C7472-D16D-6A6A-B850-0A8DAAA8E74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0999A529-04B5-3478-624A-2C195F0B31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469CB9-C5FC-48E3-907F-696D9C05A3CB}" type="datetimeFigureOut">
              <a:rPr kumimoji="1" lang="ja-JP" altLang="en-US" smtClean="0"/>
              <a:t>2026/7/1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B5142A6-5D8C-9455-FA70-B30E3C17A0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AF23D5C5-31FA-94F7-4820-7270774099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D87FE4-F2D1-4AFE-BC02-46B81EA34CBC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61270898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9252354-95AE-B207-FEC3-60F389CD8C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29536B1F-EA83-C851-EC69-A572ADB73B0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CCEC793B-31D9-E050-DC53-7AAC83D1448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69B05951-5813-3268-5404-4209389B4E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469CB9-C5FC-48E3-907F-696D9C05A3CB}" type="datetimeFigureOut">
              <a:rPr kumimoji="1" lang="ja-JP" altLang="en-US" smtClean="0"/>
              <a:t>2026/7/1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3FA39566-6862-1082-6F54-A6A08927BD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07C48C6A-ABED-B868-F589-618EC6B1D7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D87FE4-F2D1-4AFE-BC02-46B81EA34CBC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88644920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0CB1D16-6A63-18CC-4808-6EF1820F8A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3B6CFB65-BC3D-EA3B-FEC1-54DBDB59EE1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795AD330-84AE-CA9C-5FBC-BFE55703B56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432BF5F4-2C0A-FA03-4D72-490951B9268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0DC54A4F-E822-C32E-E454-7BCC28321B1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CDDFB41A-8B58-8175-BF17-E3D22347B7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469CB9-C5FC-48E3-907F-696D9C05A3CB}" type="datetimeFigureOut">
              <a:rPr kumimoji="1" lang="ja-JP" altLang="en-US" smtClean="0"/>
              <a:t>2026/7/1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ADDC930F-9244-C577-0B75-F2A77D6838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22D7C129-8FAE-A2FD-898A-FB79371D6D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D87FE4-F2D1-4AFE-BC02-46B81EA34CBC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52037797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1E357F2-20F4-BF47-6DA6-B74E59EED1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843FB669-D6D0-A127-12EB-C8673FFCC2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469CB9-C5FC-48E3-907F-696D9C05A3CB}" type="datetimeFigureOut">
              <a:rPr kumimoji="1" lang="ja-JP" altLang="en-US" smtClean="0"/>
              <a:t>2026/7/1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B87FB4D3-39CE-29CB-4799-150FF19E42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9DF57EAF-F167-7AF8-A43A-C584F7366B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D87FE4-F2D1-4AFE-BC02-46B81EA34CBC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1647043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AA94361B-B5A2-CA29-51C6-F5DEE255AD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469CB9-C5FC-48E3-907F-696D9C05A3CB}" type="datetimeFigureOut">
              <a:rPr kumimoji="1" lang="ja-JP" altLang="en-US" smtClean="0"/>
              <a:t>2026/7/1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F5026877-FF75-7718-62D8-7D44CB2ABE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9C940251-BD9D-2B1A-AF6A-CDC320E2D3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D87FE4-F2D1-4AFE-BC02-46B81EA34CBC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3642610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000A166-3207-0DE9-9975-93FEA2DE24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87618C41-2CF7-97FB-2231-A73D8F01265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85E42719-A9E9-9A44-1105-26B71B9B592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DB17740F-26D8-CFE4-AD7E-3F3ABDA509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469CB9-C5FC-48E3-907F-696D9C05A3CB}" type="datetimeFigureOut">
              <a:rPr kumimoji="1" lang="ja-JP" altLang="en-US" smtClean="0"/>
              <a:t>2026/7/1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F812D7F5-0827-2868-C4DA-8C527F3D8B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6C8DA703-3C46-9F47-1C7F-5D75E5A483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D87FE4-F2D1-4AFE-BC02-46B81EA34CBC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05693582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B314B48-89D8-B706-1D35-76DD5CCFEC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C86F1217-FADB-87AF-FD70-367577C833A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6598F2A1-E4E0-DE63-30A2-A94B7073DAE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6838021C-FF99-4F9A-5617-B222D08870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469CB9-C5FC-48E3-907F-696D9C05A3CB}" type="datetimeFigureOut">
              <a:rPr kumimoji="1" lang="ja-JP" altLang="en-US" smtClean="0"/>
              <a:t>2026/7/1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34899F79-053C-A8C5-D40C-E1181D5DCE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D5EC33C6-36BF-D3D1-D11B-33CDBD1858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D87FE4-F2D1-4AFE-BC02-46B81EA34CBC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59666633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31C16C4-9A32-2610-7E0D-E04B3C29D5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38DDD789-84D4-BD65-53E8-AD9C6A19237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075247C-192A-9299-CADB-BCA246F60E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469CB9-C5FC-48E3-907F-696D9C05A3CB}" type="datetimeFigureOut">
              <a:rPr kumimoji="1" lang="ja-JP" altLang="en-US" smtClean="0"/>
              <a:t>2026/7/1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76293905-D999-A0F9-7090-6F6B65781D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6686407B-EAD3-A8C3-4B8F-D8FBF00F0C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D87FE4-F2D1-4AFE-BC02-46B81EA34CBC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9111477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1348FCEF-6B7B-8A83-2ABC-BC8BFAA0F64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E1A3C65B-481F-F725-374B-CBFED8C31C8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3B40AB31-8F40-DA1F-F733-74AEF20B26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469CB9-C5FC-48E3-907F-696D9C05A3CB}" type="datetimeFigureOut">
              <a:rPr kumimoji="1" lang="ja-JP" altLang="en-US" smtClean="0"/>
              <a:t>2026/7/1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83C2BE50-8F57-598E-0236-CAE3B8DC9D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294AE2FF-2096-9D6E-F200-244FEDEBA7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D87FE4-F2D1-4AFE-BC02-46B81EA34CBC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3048448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1949E9A0-030E-73CE-C548-82FAD572FD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B66233E4-2678-3B71-CFB7-083F19180D5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D798C788-87D9-A2FD-FE1A-650A37B4176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7469CB9-C5FC-48E3-907F-696D9C05A3CB}" type="datetimeFigureOut">
              <a:rPr kumimoji="1" lang="ja-JP" altLang="en-US" smtClean="0"/>
              <a:t>2026/7/1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1B056996-7128-9229-DBD4-A2E943C9A0A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BAAD25D5-AB9A-C491-A03B-8896AC3A5AD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2D87FE4-F2D1-4AFE-BC02-46B81EA34CBC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5891376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グラフィックス 2">
            <a:extLst>
              <a:ext uri="{FF2B5EF4-FFF2-40B4-BE49-F238E27FC236}">
                <a16:creationId xmlns:a16="http://schemas.microsoft.com/office/drawing/2014/main" id="{027753F3-4D3C-5177-B613-C430DBC1D3E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105400" y="3319462"/>
            <a:ext cx="1981200" cy="2190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0911071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ワイド画面</PresentationFormat>
  <Paragraphs>0</Paragraphs>
  <Slides>1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</vt:i4>
      </vt:variant>
    </vt:vector>
  </HeadingPairs>
  <TitlesOfParts>
    <vt:vector size="5" baseType="lpstr">
      <vt:lpstr>游ゴシック</vt:lpstr>
      <vt:lpstr>游ゴシック Light</vt:lpstr>
      <vt:lpstr>Arial</vt:lpstr>
      <vt:lpstr>Office テーマ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祥真 大倉</dc:creator>
  <cp:lastModifiedBy>祥真 大倉</cp:lastModifiedBy>
  <cp:revision>2</cp:revision>
  <dcterms:created xsi:type="dcterms:W3CDTF">2026-06-12T10:44:44Z</dcterms:created>
  <dcterms:modified xsi:type="dcterms:W3CDTF">2026-07-01T08:36:38Z</dcterms:modified>
</cp:coreProperties>
</file>