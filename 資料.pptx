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F349E6-C600-891E-651B-79C443326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924C94B-FED4-DFF9-18F3-B997F5C52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4F05F2-4A4A-9652-CF2E-10A896D1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E5A196-2DAD-074E-C457-38FDC059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530A2-8FE2-94BF-FCA5-E5C7DFB8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74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98F49C-5375-851B-9985-262A8023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7C0972-9A0E-B030-9DAE-A4C2D454B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114034-45A9-6D0D-37A1-A955624A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8E2D58-F7C4-6038-9746-E22FE2A5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5E40A5-1FC5-C281-EA77-2F54B6B9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193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73C59-E6BB-8720-C686-19A1D7499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4C7472-D16D-6A6A-B850-0A8DAAA8E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99A529-04B5-3478-624A-2C195F0B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5142A6-5D8C-9455-FA70-B30E3C17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23D5C5-31FA-94F7-4820-72707740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70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252354-95AE-B207-FEC3-60F389CD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536B1F-EA83-C851-EC69-A572ADB73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EC793B-31D9-E050-DC53-7AAC83D14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B05951-5813-3268-5404-4209389B4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A39566-6862-1082-6F54-A6A08927B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C48C6A-ABED-B868-F589-618EC6B1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44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B1D16-6A63-18CC-4808-6EF1820F8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6CFB65-BC3D-EA3B-FEC1-54DBDB59E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5AD330-84AE-CA9C-5FBC-BFE55703B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2BF5F4-2C0A-FA03-4D72-490951B92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C54A4F-E822-C32E-E454-7BCC28321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DDFB41A-8B58-8175-BF17-E3D22347B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DDC930F-9244-C577-0B75-F2A77D68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2D7C129-8FAE-A2FD-898A-FB79371D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37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E357F2-20F4-BF47-6DA6-B74E59EE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43FB669-D6D0-A127-12EB-C8673FFC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7FB4D3-39CE-29CB-4799-150FF19E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F57EAF-F167-7AF8-A43A-C584F736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47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A94361B-B5A2-CA29-51C6-F5DEE255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5026877-FF75-7718-62D8-7D44CB2A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940251-BD9D-2B1A-AF6A-CDC320E2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42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0A166-3207-0DE9-9975-93FEA2DE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618C41-2CF7-97FB-2231-A73D8F012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E42719-A9E9-9A44-1105-26B71B9B5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17740F-26D8-CFE4-AD7E-3F3ABDA5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12D7F5-0827-2868-C4DA-8C527F3D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8DA703-3C46-9F47-1C7F-5D75E5A4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93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314B48-89D8-B706-1D35-76DD5CCFE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6F1217-FADB-87AF-FD70-367577C83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98F2A1-E4E0-DE63-30A2-A94B7073D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38021C-FF99-4F9A-5617-B222D088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899F79-053C-A8C5-D40C-E1181D5D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EC33C6-36BF-D3D1-D11B-33CDBD18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6666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1C16C4-9A32-2610-7E0D-E04B3C29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DDD789-84D4-BD65-53E8-AD9C6A192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75247C-192A-9299-CADB-BCA246F6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293905-D999-A0F9-7090-6F6B6578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86407B-EAD3-A8C3-4B8F-D8FBF00F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11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48FCEF-6B7B-8A83-2ABC-BC8BFAA0F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A3C65B-481F-F725-374B-CBFED8C31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40AB31-8F40-DA1F-F733-74AEF20B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C2BE50-8F57-598E-0236-CAE3B8DC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4AE2FF-2096-9D6E-F200-244FEDEB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8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49E9A0-030E-73CE-C548-82FAD572F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6233E4-2678-3B71-CFB7-083F19180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98C788-87D9-A2FD-FE1A-650A37B41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69CB9-C5FC-48E3-907F-696D9C05A3C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056996-7128-9229-DBD4-A2E943C9A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AD25D5-AB9A-C491-A03B-8896AC3A5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87FE4-F2D1-4AFE-BC02-46B81EA34C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1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EB9BC380-F337-7A41-DE64-FE79D9948741}"/>
              </a:ext>
            </a:extLst>
          </p:cNvPr>
          <p:cNvSpPr/>
          <p:nvPr/>
        </p:nvSpPr>
        <p:spPr>
          <a:xfrm>
            <a:off x="4204744" y="3455204"/>
            <a:ext cx="4003195" cy="316800"/>
          </a:xfrm>
          <a:custGeom>
            <a:avLst/>
            <a:gdLst>
              <a:gd name="connsiteX0" fmla="*/ 3664908 w 4003195"/>
              <a:gd name="connsiteY0" fmla="*/ -129 h 316800"/>
              <a:gd name="connsiteX1" fmla="*/ 3664908 w 4003195"/>
              <a:gd name="connsiteY1" fmla="*/ 8871 h 316800"/>
              <a:gd name="connsiteX2" fmla="*/ 113 w 4003195"/>
              <a:gd name="connsiteY2" fmla="*/ 8871 h 316800"/>
              <a:gd name="connsiteX3" fmla="*/ 113 w 4003195"/>
              <a:gd name="connsiteY3" fmla="*/ 138470 h 316800"/>
              <a:gd name="connsiteX4" fmla="*/ 3664908 w 4003195"/>
              <a:gd name="connsiteY4" fmla="*/ 138470 h 316800"/>
              <a:gd name="connsiteX5" fmla="*/ 3664908 w 4003195"/>
              <a:gd name="connsiteY5" fmla="*/ 147470 h 316800"/>
              <a:gd name="connsiteX6" fmla="*/ 3765708 w 4003195"/>
              <a:gd name="connsiteY6" fmla="*/ 147470 h 316800"/>
              <a:gd name="connsiteX7" fmla="*/ 3765708 w 4003195"/>
              <a:gd name="connsiteY7" fmla="*/ 316671 h 316800"/>
              <a:gd name="connsiteX8" fmla="*/ 3913309 w 4003195"/>
              <a:gd name="connsiteY8" fmla="*/ 316671 h 316800"/>
              <a:gd name="connsiteX9" fmla="*/ 3913309 w 4003195"/>
              <a:gd name="connsiteY9" fmla="*/ 147470 h 316800"/>
              <a:gd name="connsiteX10" fmla="*/ 4003309 w 4003195"/>
              <a:gd name="connsiteY10" fmla="*/ 147470 h 316800"/>
              <a:gd name="connsiteX11" fmla="*/ 4003309 w 4003195"/>
              <a:gd name="connsiteY11" fmla="*/ -129 h 3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3195" h="316800">
                <a:moveTo>
                  <a:pt x="3664908" y="-129"/>
                </a:moveTo>
                <a:lnTo>
                  <a:pt x="3664908" y="8871"/>
                </a:lnTo>
                <a:lnTo>
                  <a:pt x="113" y="8871"/>
                </a:lnTo>
                <a:lnTo>
                  <a:pt x="113" y="138470"/>
                </a:lnTo>
                <a:lnTo>
                  <a:pt x="3664908" y="138470"/>
                </a:lnTo>
                <a:lnTo>
                  <a:pt x="3664908" y="147470"/>
                </a:lnTo>
                <a:lnTo>
                  <a:pt x="3765708" y="147470"/>
                </a:lnTo>
                <a:lnTo>
                  <a:pt x="3765708" y="316671"/>
                </a:lnTo>
                <a:lnTo>
                  <a:pt x="3913309" y="316671"/>
                </a:lnTo>
                <a:lnTo>
                  <a:pt x="3913309" y="147470"/>
                </a:lnTo>
                <a:lnTo>
                  <a:pt x="4003309" y="147470"/>
                </a:lnTo>
                <a:lnTo>
                  <a:pt x="4003309" y="-129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3598" cap="sq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grpSp>
        <p:nvGrpSpPr>
          <p:cNvPr id="9" name="グラフィックス 4">
            <a:extLst>
              <a:ext uri="{FF2B5EF4-FFF2-40B4-BE49-F238E27FC236}">
                <a16:creationId xmlns:a16="http://schemas.microsoft.com/office/drawing/2014/main" id="{89131C58-7A36-300E-70AE-E74F7BF32E1F}"/>
              </a:ext>
            </a:extLst>
          </p:cNvPr>
          <p:cNvGrpSpPr/>
          <p:nvPr/>
        </p:nvGrpSpPr>
        <p:grpSpPr>
          <a:xfrm>
            <a:off x="4204741" y="3771990"/>
            <a:ext cx="4003202" cy="531000"/>
            <a:chOff x="4204741" y="3771990"/>
            <a:chExt cx="4003202" cy="531000"/>
          </a:xfrm>
          <a:noFill/>
        </p:grpSpPr>
        <p:grpSp>
          <p:nvGrpSpPr>
            <p:cNvPr id="10" name="グラフィックス 4">
              <a:extLst>
                <a:ext uri="{FF2B5EF4-FFF2-40B4-BE49-F238E27FC236}">
                  <a16:creationId xmlns:a16="http://schemas.microsoft.com/office/drawing/2014/main" id="{9A4EA54E-1416-028A-837E-5304D7865162}"/>
                </a:ext>
              </a:extLst>
            </p:cNvPr>
            <p:cNvGrpSpPr/>
            <p:nvPr/>
          </p:nvGrpSpPr>
          <p:grpSpPr>
            <a:xfrm>
              <a:off x="4204741" y="3978990"/>
              <a:ext cx="4003202" cy="324000"/>
              <a:chOff x="4204741" y="3978990"/>
              <a:chExt cx="4003202" cy="324000"/>
            </a:xfrm>
            <a:noFill/>
          </p:grpSpPr>
          <p:sp>
            <p:nvSpPr>
              <p:cNvPr id="11" name="フリーフォーム: 図形 10">
                <a:extLst>
                  <a:ext uri="{FF2B5EF4-FFF2-40B4-BE49-F238E27FC236}">
                    <a16:creationId xmlns:a16="http://schemas.microsoft.com/office/drawing/2014/main" id="{D968A95D-6243-3883-FA15-CFD39E6AE793}"/>
                  </a:ext>
                </a:extLst>
              </p:cNvPr>
              <p:cNvSpPr/>
              <p:nvPr/>
            </p:nvSpPr>
            <p:spPr>
              <a:xfrm>
                <a:off x="7869543" y="3978990"/>
                <a:ext cx="338400" cy="324000"/>
              </a:xfrm>
              <a:custGeom>
                <a:avLst/>
                <a:gdLst>
                  <a:gd name="connsiteX0" fmla="*/ 254 w 338400"/>
                  <a:gd name="connsiteY0" fmla="*/ -74 h 324000"/>
                  <a:gd name="connsiteX1" fmla="*/ 254 w 338400"/>
                  <a:gd name="connsiteY1" fmla="*/ 161926 h 324000"/>
                  <a:gd name="connsiteX2" fmla="*/ 93855 w 338400"/>
                  <a:gd name="connsiteY2" fmla="*/ 161926 h 324000"/>
                  <a:gd name="connsiteX3" fmla="*/ 93855 w 338400"/>
                  <a:gd name="connsiteY3" fmla="*/ 323926 h 324000"/>
                  <a:gd name="connsiteX4" fmla="*/ 255855 w 338400"/>
                  <a:gd name="connsiteY4" fmla="*/ 323926 h 324000"/>
                  <a:gd name="connsiteX5" fmla="*/ 255855 w 338400"/>
                  <a:gd name="connsiteY5" fmla="*/ 161926 h 324000"/>
                  <a:gd name="connsiteX6" fmla="*/ 338655 w 338400"/>
                  <a:gd name="connsiteY6" fmla="*/ 161926 h 324000"/>
                  <a:gd name="connsiteX7" fmla="*/ 338655 w 338400"/>
                  <a:gd name="connsiteY7" fmla="*/ -74 h 32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8400" h="324000">
                    <a:moveTo>
                      <a:pt x="254" y="-74"/>
                    </a:moveTo>
                    <a:lnTo>
                      <a:pt x="254" y="161926"/>
                    </a:lnTo>
                    <a:lnTo>
                      <a:pt x="93855" y="161926"/>
                    </a:lnTo>
                    <a:lnTo>
                      <a:pt x="93855" y="323926"/>
                    </a:lnTo>
                    <a:lnTo>
                      <a:pt x="255855" y="323926"/>
                    </a:lnTo>
                    <a:lnTo>
                      <a:pt x="255855" y="161926"/>
                    </a:lnTo>
                    <a:lnTo>
                      <a:pt x="338655" y="161926"/>
                    </a:lnTo>
                    <a:lnTo>
                      <a:pt x="338655" y="-74"/>
                    </a:lnTo>
                    <a:close/>
                  </a:path>
                </a:pathLst>
              </a:custGeom>
              <a:noFill/>
              <a:ln w="3598" cap="sq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" name="フリーフォーム: 図形 11">
                <a:extLst>
                  <a:ext uri="{FF2B5EF4-FFF2-40B4-BE49-F238E27FC236}">
                    <a16:creationId xmlns:a16="http://schemas.microsoft.com/office/drawing/2014/main" id="{96D6CEE0-13CA-3CD2-F029-A7345FE7C216}"/>
                  </a:ext>
                </a:extLst>
              </p:cNvPr>
              <p:cNvSpPr/>
              <p:nvPr/>
            </p:nvSpPr>
            <p:spPr>
              <a:xfrm>
                <a:off x="4204741" y="3987990"/>
                <a:ext cx="3664802" cy="144000"/>
              </a:xfrm>
              <a:custGeom>
                <a:avLst/>
                <a:gdLst>
                  <a:gd name="connsiteX0" fmla="*/ 100 w 3664802"/>
                  <a:gd name="connsiteY0" fmla="*/ -80 h 144000"/>
                  <a:gd name="connsiteX1" fmla="*/ 3664902 w 3664802"/>
                  <a:gd name="connsiteY1" fmla="*/ -80 h 144000"/>
                  <a:gd name="connsiteX2" fmla="*/ 3664902 w 3664802"/>
                  <a:gd name="connsiteY2" fmla="*/ 143920 h 144000"/>
                  <a:gd name="connsiteX3" fmla="*/ 100 w 3664802"/>
                  <a:gd name="connsiteY3" fmla="*/ 143920 h 14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4802" h="144000">
                    <a:moveTo>
                      <a:pt x="100" y="-80"/>
                    </a:moveTo>
                    <a:lnTo>
                      <a:pt x="3664902" y="-80"/>
                    </a:lnTo>
                    <a:lnTo>
                      <a:pt x="3664902" y="143920"/>
                    </a:lnTo>
                    <a:lnTo>
                      <a:pt x="100" y="143920"/>
                    </a:lnTo>
                    <a:close/>
                  </a:path>
                </a:pathLst>
              </a:custGeom>
              <a:noFill/>
              <a:ln w="3602" cap="sq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13" name="グラフィックス 4">
              <a:extLst>
                <a:ext uri="{FF2B5EF4-FFF2-40B4-BE49-F238E27FC236}">
                  <a16:creationId xmlns:a16="http://schemas.microsoft.com/office/drawing/2014/main" id="{67665729-B7B7-ACAA-581A-FC9FC06DED89}"/>
                </a:ext>
              </a:extLst>
            </p:cNvPr>
            <p:cNvGrpSpPr/>
            <p:nvPr/>
          </p:nvGrpSpPr>
          <p:grpSpPr>
            <a:xfrm>
              <a:off x="6098342" y="3926790"/>
              <a:ext cx="385200" cy="208800"/>
              <a:chOff x="6098342" y="3926790"/>
              <a:chExt cx="385200" cy="208800"/>
            </a:xfrm>
            <a:noFill/>
          </p:grpSpPr>
          <p:sp>
            <p:nvSpPr>
              <p:cNvPr id="14" name="フリーフォーム: 図形 13">
                <a:extLst>
                  <a:ext uri="{FF2B5EF4-FFF2-40B4-BE49-F238E27FC236}">
                    <a16:creationId xmlns:a16="http://schemas.microsoft.com/office/drawing/2014/main" id="{38137F8E-779F-6836-5274-358E184C1A10}"/>
                  </a:ext>
                </a:extLst>
              </p:cNvPr>
              <p:cNvSpPr/>
              <p:nvPr/>
            </p:nvSpPr>
            <p:spPr>
              <a:xfrm>
                <a:off x="6170342" y="3984390"/>
                <a:ext cx="90000" cy="151199"/>
              </a:xfrm>
              <a:custGeom>
                <a:avLst/>
                <a:gdLst>
                  <a:gd name="connsiteX0" fmla="*/ 114 w 90000"/>
                  <a:gd name="connsiteY0" fmla="*/ 151120 h 151199"/>
                  <a:gd name="connsiteX1" fmla="*/ 90114 w 90000"/>
                  <a:gd name="connsiteY1" fmla="*/ 151120 h 151199"/>
                  <a:gd name="connsiteX2" fmla="*/ 90114 w 90000"/>
                  <a:gd name="connsiteY2" fmla="*/ -80 h 151199"/>
                  <a:gd name="connsiteX3" fmla="*/ 114 w 90000"/>
                  <a:gd name="connsiteY3" fmla="*/ -80 h 151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000" h="151199">
                    <a:moveTo>
                      <a:pt x="114" y="151120"/>
                    </a:moveTo>
                    <a:lnTo>
                      <a:pt x="90114" y="151120"/>
                    </a:lnTo>
                    <a:lnTo>
                      <a:pt x="90114" y="-80"/>
                    </a:lnTo>
                    <a:lnTo>
                      <a:pt x="114" y="-80"/>
                    </a:lnTo>
                    <a:close/>
                  </a:path>
                </a:pathLst>
              </a:custGeom>
              <a:noFill/>
              <a:ln w="3598" cap="sq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grpSp>
            <p:nvGrpSpPr>
              <p:cNvPr id="15" name="グラフィックス 4">
                <a:extLst>
                  <a:ext uri="{FF2B5EF4-FFF2-40B4-BE49-F238E27FC236}">
                    <a16:creationId xmlns:a16="http://schemas.microsoft.com/office/drawing/2014/main" id="{5FF2A991-3F83-049F-3A0B-27B0C961536C}"/>
                  </a:ext>
                </a:extLst>
              </p:cNvPr>
              <p:cNvGrpSpPr/>
              <p:nvPr/>
            </p:nvGrpSpPr>
            <p:grpSpPr>
              <a:xfrm>
                <a:off x="6098342" y="3926790"/>
                <a:ext cx="385200" cy="57600"/>
                <a:chOff x="6098342" y="3926790"/>
                <a:chExt cx="385200" cy="57600"/>
              </a:xfrm>
              <a:noFill/>
            </p:grpSpPr>
            <p:sp>
              <p:nvSpPr>
                <p:cNvPr id="16" name="フリーフォーム: 図形 15">
                  <a:extLst>
                    <a:ext uri="{FF2B5EF4-FFF2-40B4-BE49-F238E27FC236}">
                      <a16:creationId xmlns:a16="http://schemas.microsoft.com/office/drawing/2014/main" id="{FD82D27B-096E-CAC4-2DEC-BFDF276D6092}"/>
                    </a:ext>
                  </a:extLst>
                </p:cNvPr>
                <p:cNvSpPr/>
                <p:nvPr/>
              </p:nvSpPr>
              <p:spPr>
                <a:xfrm>
                  <a:off x="6098342" y="3926790"/>
                  <a:ext cx="72000" cy="57600"/>
                </a:xfrm>
                <a:custGeom>
                  <a:avLst/>
                  <a:gdLst>
                    <a:gd name="connsiteX0" fmla="*/ 72107 w 72000"/>
                    <a:gd name="connsiteY0" fmla="*/ -88 h 57600"/>
                    <a:gd name="connsiteX1" fmla="*/ 107 w 72000"/>
                    <a:gd name="connsiteY1" fmla="*/ -88 h 57600"/>
                    <a:gd name="connsiteX2" fmla="*/ 107 w 72000"/>
                    <a:gd name="connsiteY2" fmla="*/ 57512 h 57600"/>
                    <a:gd name="connsiteX3" fmla="*/ 72107 w 72000"/>
                    <a:gd name="connsiteY3" fmla="*/ 57512 h 57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000" h="57600">
                      <a:moveTo>
                        <a:pt x="72107" y="-88"/>
                      </a:moveTo>
                      <a:lnTo>
                        <a:pt x="107" y="-88"/>
                      </a:lnTo>
                      <a:lnTo>
                        <a:pt x="107" y="57512"/>
                      </a:lnTo>
                      <a:lnTo>
                        <a:pt x="72107" y="57512"/>
                      </a:lnTo>
                      <a:close/>
                    </a:path>
                  </a:pathLst>
                </a:custGeom>
                <a:noFill/>
                <a:ln w="3598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sp>
              <p:nvSpPr>
                <p:cNvPr id="17" name="フリーフォーム: 図形 16">
                  <a:extLst>
                    <a:ext uri="{FF2B5EF4-FFF2-40B4-BE49-F238E27FC236}">
                      <a16:creationId xmlns:a16="http://schemas.microsoft.com/office/drawing/2014/main" id="{6EAA6FB4-19A8-23F4-FCD1-CE7C9B1877FE}"/>
                    </a:ext>
                  </a:extLst>
                </p:cNvPr>
                <p:cNvSpPr/>
                <p:nvPr/>
              </p:nvSpPr>
              <p:spPr>
                <a:xfrm>
                  <a:off x="6177542" y="3926790"/>
                  <a:ext cx="237600" cy="57600"/>
                </a:xfrm>
                <a:custGeom>
                  <a:avLst/>
                  <a:gdLst>
                    <a:gd name="connsiteX0" fmla="*/ 237720 w 237600"/>
                    <a:gd name="connsiteY0" fmla="*/ -88 h 57600"/>
                    <a:gd name="connsiteX1" fmla="*/ 120 w 237600"/>
                    <a:gd name="connsiteY1" fmla="*/ -88 h 57600"/>
                    <a:gd name="connsiteX2" fmla="*/ 120 w 237600"/>
                    <a:gd name="connsiteY2" fmla="*/ 57512 h 57600"/>
                    <a:gd name="connsiteX3" fmla="*/ 237720 w 237600"/>
                    <a:gd name="connsiteY3" fmla="*/ 57512 h 57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7600" h="57600">
                      <a:moveTo>
                        <a:pt x="237720" y="-88"/>
                      </a:moveTo>
                      <a:lnTo>
                        <a:pt x="120" y="-88"/>
                      </a:lnTo>
                      <a:lnTo>
                        <a:pt x="120" y="57512"/>
                      </a:lnTo>
                      <a:lnTo>
                        <a:pt x="237720" y="57512"/>
                      </a:lnTo>
                      <a:close/>
                    </a:path>
                  </a:pathLst>
                </a:custGeom>
                <a:noFill/>
                <a:ln w="3598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sp>
              <p:nvSpPr>
                <p:cNvPr id="18" name="フリーフォーム: 図形 17">
                  <a:extLst>
                    <a:ext uri="{FF2B5EF4-FFF2-40B4-BE49-F238E27FC236}">
                      <a16:creationId xmlns:a16="http://schemas.microsoft.com/office/drawing/2014/main" id="{2C11B340-5467-5781-210F-4D2A1DE73611}"/>
                    </a:ext>
                  </a:extLst>
                </p:cNvPr>
                <p:cNvSpPr/>
                <p:nvPr/>
              </p:nvSpPr>
              <p:spPr>
                <a:xfrm>
                  <a:off x="6415142" y="3926790"/>
                  <a:ext cx="21599" cy="57600"/>
                </a:xfrm>
                <a:custGeom>
                  <a:avLst/>
                  <a:gdLst>
                    <a:gd name="connsiteX0" fmla="*/ 21730 w 21599"/>
                    <a:gd name="connsiteY0" fmla="*/ -88 h 57600"/>
                    <a:gd name="connsiteX1" fmla="*/ 130 w 21599"/>
                    <a:gd name="connsiteY1" fmla="*/ -88 h 57600"/>
                    <a:gd name="connsiteX2" fmla="*/ 130 w 21599"/>
                    <a:gd name="connsiteY2" fmla="*/ 57512 h 57600"/>
                    <a:gd name="connsiteX3" fmla="*/ 21730 w 21599"/>
                    <a:gd name="connsiteY3" fmla="*/ 57512 h 57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599" h="57600">
                      <a:moveTo>
                        <a:pt x="21730" y="-88"/>
                      </a:moveTo>
                      <a:lnTo>
                        <a:pt x="130" y="-88"/>
                      </a:lnTo>
                      <a:lnTo>
                        <a:pt x="130" y="57512"/>
                      </a:lnTo>
                      <a:lnTo>
                        <a:pt x="21730" y="57512"/>
                      </a:lnTo>
                      <a:close/>
                    </a:path>
                  </a:pathLst>
                </a:custGeom>
                <a:noFill/>
                <a:ln w="3598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sp>
              <p:nvSpPr>
                <p:cNvPr id="19" name="フリーフォーム: 図形 18">
                  <a:extLst>
                    <a:ext uri="{FF2B5EF4-FFF2-40B4-BE49-F238E27FC236}">
                      <a16:creationId xmlns:a16="http://schemas.microsoft.com/office/drawing/2014/main" id="{DA73ACC6-5F39-D1A3-0F8E-3B67B5284EAC}"/>
                    </a:ext>
                  </a:extLst>
                </p:cNvPr>
                <p:cNvSpPr/>
                <p:nvPr/>
              </p:nvSpPr>
              <p:spPr>
                <a:xfrm>
                  <a:off x="6436742" y="3926790"/>
                  <a:ext cx="36000" cy="57600"/>
                </a:xfrm>
                <a:custGeom>
                  <a:avLst/>
                  <a:gdLst>
                    <a:gd name="connsiteX0" fmla="*/ 36132 w 36000"/>
                    <a:gd name="connsiteY0" fmla="*/ -88 h 57600"/>
                    <a:gd name="connsiteX1" fmla="*/ 132 w 36000"/>
                    <a:gd name="connsiteY1" fmla="*/ -88 h 57600"/>
                    <a:gd name="connsiteX2" fmla="*/ 132 w 36000"/>
                    <a:gd name="connsiteY2" fmla="*/ 57512 h 57600"/>
                    <a:gd name="connsiteX3" fmla="*/ 36132 w 36000"/>
                    <a:gd name="connsiteY3" fmla="*/ 57512 h 57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000" h="57600">
                      <a:moveTo>
                        <a:pt x="36132" y="-88"/>
                      </a:moveTo>
                      <a:lnTo>
                        <a:pt x="132" y="-88"/>
                      </a:lnTo>
                      <a:lnTo>
                        <a:pt x="132" y="57512"/>
                      </a:lnTo>
                      <a:lnTo>
                        <a:pt x="36132" y="57512"/>
                      </a:lnTo>
                      <a:close/>
                    </a:path>
                  </a:pathLst>
                </a:custGeom>
                <a:noFill/>
                <a:ln w="3598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sp>
              <p:nvSpPr>
                <p:cNvPr id="20" name="フリーフォーム: 図形 19">
                  <a:extLst>
                    <a:ext uri="{FF2B5EF4-FFF2-40B4-BE49-F238E27FC236}">
                      <a16:creationId xmlns:a16="http://schemas.microsoft.com/office/drawing/2014/main" id="{B9B0D61C-B29A-7EE6-C1E2-F68EB9E55804}"/>
                    </a:ext>
                  </a:extLst>
                </p:cNvPr>
                <p:cNvSpPr/>
                <p:nvPr/>
              </p:nvSpPr>
              <p:spPr>
                <a:xfrm>
                  <a:off x="6472742" y="3926790"/>
                  <a:ext cx="10799" cy="57600"/>
                </a:xfrm>
                <a:custGeom>
                  <a:avLst/>
                  <a:gdLst>
                    <a:gd name="connsiteX0" fmla="*/ 10934 w 10799"/>
                    <a:gd name="connsiteY0" fmla="*/ -88 h 57600"/>
                    <a:gd name="connsiteX1" fmla="*/ 134 w 10799"/>
                    <a:gd name="connsiteY1" fmla="*/ -88 h 57600"/>
                    <a:gd name="connsiteX2" fmla="*/ 134 w 10799"/>
                    <a:gd name="connsiteY2" fmla="*/ 57512 h 57600"/>
                    <a:gd name="connsiteX3" fmla="*/ 10934 w 10799"/>
                    <a:gd name="connsiteY3" fmla="*/ 57512 h 57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799" h="57600">
                      <a:moveTo>
                        <a:pt x="10934" y="-88"/>
                      </a:moveTo>
                      <a:lnTo>
                        <a:pt x="134" y="-88"/>
                      </a:lnTo>
                      <a:lnTo>
                        <a:pt x="134" y="57512"/>
                      </a:lnTo>
                      <a:lnTo>
                        <a:pt x="10934" y="57512"/>
                      </a:lnTo>
                      <a:close/>
                    </a:path>
                  </a:pathLst>
                </a:custGeom>
                <a:noFill/>
                <a:ln w="3598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sp>
              <p:nvSpPr>
                <p:cNvPr id="21" name="フリーフォーム: 図形 20">
                  <a:extLst>
                    <a:ext uri="{FF2B5EF4-FFF2-40B4-BE49-F238E27FC236}">
                      <a16:creationId xmlns:a16="http://schemas.microsoft.com/office/drawing/2014/main" id="{DD6E24DE-0830-A173-B98B-E5FE8E909F7E}"/>
                    </a:ext>
                  </a:extLst>
                </p:cNvPr>
                <p:cNvSpPr/>
                <p:nvPr/>
              </p:nvSpPr>
              <p:spPr>
                <a:xfrm>
                  <a:off x="6170342" y="3926790"/>
                  <a:ext cx="7199" cy="57600"/>
                </a:xfrm>
                <a:custGeom>
                  <a:avLst/>
                  <a:gdLst>
                    <a:gd name="connsiteX0" fmla="*/ 7310 w 7199"/>
                    <a:gd name="connsiteY0" fmla="*/ -88 h 57600"/>
                    <a:gd name="connsiteX1" fmla="*/ 110 w 7199"/>
                    <a:gd name="connsiteY1" fmla="*/ -88 h 57600"/>
                    <a:gd name="connsiteX2" fmla="*/ 110 w 7199"/>
                    <a:gd name="connsiteY2" fmla="*/ 57512 h 57600"/>
                    <a:gd name="connsiteX3" fmla="*/ 7310 w 7199"/>
                    <a:gd name="connsiteY3" fmla="*/ 57512 h 57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99" h="57600">
                      <a:moveTo>
                        <a:pt x="7310" y="-88"/>
                      </a:moveTo>
                      <a:lnTo>
                        <a:pt x="110" y="-88"/>
                      </a:lnTo>
                      <a:lnTo>
                        <a:pt x="110" y="57512"/>
                      </a:lnTo>
                      <a:lnTo>
                        <a:pt x="7310" y="57512"/>
                      </a:lnTo>
                      <a:close/>
                    </a:path>
                  </a:pathLst>
                </a:custGeom>
                <a:noFill/>
                <a:ln w="3598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</p:grpSp>
        </p:grp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4092FB60-F0ED-2576-1938-3F819BCF6302}"/>
                </a:ext>
              </a:extLst>
            </p:cNvPr>
            <p:cNvSpPr/>
            <p:nvPr/>
          </p:nvSpPr>
          <p:spPr>
            <a:xfrm>
              <a:off x="7113542" y="3771990"/>
              <a:ext cx="18000" cy="378000"/>
            </a:xfrm>
            <a:custGeom>
              <a:avLst/>
              <a:gdLst>
                <a:gd name="connsiteX0" fmla="*/ 184 w 18000"/>
                <a:gd name="connsiteY0" fmla="*/ -88 h 378000"/>
                <a:gd name="connsiteX1" fmla="*/ 18184 w 18000"/>
                <a:gd name="connsiteY1" fmla="*/ -88 h 378000"/>
                <a:gd name="connsiteX2" fmla="*/ 18184 w 18000"/>
                <a:gd name="connsiteY2" fmla="*/ 377912 h 378000"/>
                <a:gd name="connsiteX3" fmla="*/ 184 w 18000"/>
                <a:gd name="connsiteY3" fmla="*/ 377912 h 37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378000">
                  <a:moveTo>
                    <a:pt x="184" y="-88"/>
                  </a:moveTo>
                  <a:lnTo>
                    <a:pt x="18184" y="-88"/>
                  </a:lnTo>
                  <a:lnTo>
                    <a:pt x="18184" y="377912"/>
                  </a:lnTo>
                  <a:lnTo>
                    <a:pt x="184" y="377912"/>
                  </a:lnTo>
                  <a:close/>
                </a:path>
              </a:pathLst>
            </a:custGeom>
            <a:noFill/>
            <a:ln w="359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0E00E110-FFA9-EDE8-CF2D-8B2A45A05499}"/>
                </a:ext>
              </a:extLst>
            </p:cNvPr>
            <p:cNvSpPr/>
            <p:nvPr/>
          </p:nvSpPr>
          <p:spPr>
            <a:xfrm>
              <a:off x="6591542" y="3872790"/>
              <a:ext cx="288000" cy="331200"/>
            </a:xfrm>
            <a:custGeom>
              <a:avLst/>
              <a:gdLst>
                <a:gd name="connsiteX0" fmla="*/ 154 w 288000"/>
                <a:gd name="connsiteY0" fmla="*/ -82 h 331200"/>
                <a:gd name="connsiteX1" fmla="*/ 288154 w 288000"/>
                <a:gd name="connsiteY1" fmla="*/ -82 h 331200"/>
                <a:gd name="connsiteX2" fmla="*/ 288154 w 288000"/>
                <a:gd name="connsiteY2" fmla="*/ 331119 h 331200"/>
                <a:gd name="connsiteX3" fmla="*/ 154 w 288000"/>
                <a:gd name="connsiteY3" fmla="*/ 331119 h 33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000" h="331200">
                  <a:moveTo>
                    <a:pt x="154" y="-82"/>
                  </a:moveTo>
                  <a:lnTo>
                    <a:pt x="288154" y="-82"/>
                  </a:lnTo>
                  <a:lnTo>
                    <a:pt x="288154" y="331119"/>
                  </a:lnTo>
                  <a:lnTo>
                    <a:pt x="154" y="331119"/>
                  </a:lnTo>
                  <a:close/>
                </a:path>
              </a:pathLst>
            </a:custGeom>
            <a:noFill/>
            <a:ln w="359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24" name="グラフィックス 4">
            <a:extLst>
              <a:ext uri="{FF2B5EF4-FFF2-40B4-BE49-F238E27FC236}">
                <a16:creationId xmlns:a16="http://schemas.microsoft.com/office/drawing/2014/main" id="{1935D091-53DF-29ED-3FAA-ABC39B46ABE7}"/>
              </a:ext>
            </a:extLst>
          </p:cNvPr>
          <p:cNvGrpSpPr/>
          <p:nvPr/>
        </p:nvGrpSpPr>
        <p:grpSpPr>
          <a:xfrm>
            <a:off x="7187699" y="2554520"/>
            <a:ext cx="216000" cy="360000"/>
            <a:chOff x="7187699" y="2554520"/>
            <a:chExt cx="216000" cy="360000"/>
          </a:xfrm>
          <a:noFill/>
        </p:grpSpPr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DA10DAC2-8482-55C4-62ED-9B1C1997AC80}"/>
                </a:ext>
              </a:extLst>
            </p:cNvPr>
            <p:cNvSpPr/>
            <p:nvPr/>
          </p:nvSpPr>
          <p:spPr>
            <a:xfrm>
              <a:off x="7187699" y="2734520"/>
              <a:ext cx="216000" cy="180000"/>
            </a:xfrm>
            <a:custGeom>
              <a:avLst/>
              <a:gdLst>
                <a:gd name="connsiteX0" fmla="*/ 197 w 216000"/>
                <a:gd name="connsiteY0" fmla="*/ -190 h 180000"/>
                <a:gd name="connsiteX1" fmla="*/ 216197 w 216000"/>
                <a:gd name="connsiteY1" fmla="*/ -190 h 180000"/>
                <a:gd name="connsiteX2" fmla="*/ 216197 w 216000"/>
                <a:gd name="connsiteY2" fmla="*/ 179810 h 180000"/>
                <a:gd name="connsiteX3" fmla="*/ 197 w 216000"/>
                <a:gd name="connsiteY3" fmla="*/ 17981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000" h="180000">
                  <a:moveTo>
                    <a:pt x="197" y="-190"/>
                  </a:moveTo>
                  <a:lnTo>
                    <a:pt x="216197" y="-190"/>
                  </a:lnTo>
                  <a:lnTo>
                    <a:pt x="216197" y="179810"/>
                  </a:lnTo>
                  <a:lnTo>
                    <a:pt x="197" y="179810"/>
                  </a:ln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391BA687-276B-5F19-F1FF-75FCE21EFA8F}"/>
                </a:ext>
              </a:extLst>
            </p:cNvPr>
            <p:cNvSpPr/>
            <p:nvPr/>
          </p:nvSpPr>
          <p:spPr>
            <a:xfrm>
              <a:off x="7205699" y="2554520"/>
              <a:ext cx="180000" cy="180000"/>
            </a:xfrm>
            <a:custGeom>
              <a:avLst/>
              <a:gdLst>
                <a:gd name="connsiteX0" fmla="*/ 197 w 180000"/>
                <a:gd name="connsiteY0" fmla="*/ -204 h 180000"/>
                <a:gd name="connsiteX1" fmla="*/ 180197 w 180000"/>
                <a:gd name="connsiteY1" fmla="*/ -204 h 180000"/>
                <a:gd name="connsiteX2" fmla="*/ 180197 w 180000"/>
                <a:gd name="connsiteY2" fmla="*/ 179796 h 180000"/>
                <a:gd name="connsiteX3" fmla="*/ 197 w 180000"/>
                <a:gd name="connsiteY3" fmla="*/ 179796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197" y="-204"/>
                  </a:moveTo>
                  <a:lnTo>
                    <a:pt x="180197" y="-204"/>
                  </a:lnTo>
                  <a:lnTo>
                    <a:pt x="180197" y="179796"/>
                  </a:lnTo>
                  <a:lnTo>
                    <a:pt x="197" y="179796"/>
                  </a:ln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88B4F113-7736-9A32-A51D-FA9D22886468}"/>
                </a:ext>
              </a:extLst>
            </p:cNvPr>
            <p:cNvSpPr/>
            <p:nvPr/>
          </p:nvSpPr>
          <p:spPr>
            <a:xfrm>
              <a:off x="7277699" y="2626520"/>
              <a:ext cx="36000" cy="108000"/>
            </a:xfrm>
            <a:custGeom>
              <a:avLst/>
              <a:gdLst>
                <a:gd name="connsiteX0" fmla="*/ 197 w 36000"/>
                <a:gd name="connsiteY0" fmla="*/ -201 h 108000"/>
                <a:gd name="connsiteX1" fmla="*/ 36197 w 36000"/>
                <a:gd name="connsiteY1" fmla="*/ -201 h 108000"/>
                <a:gd name="connsiteX2" fmla="*/ 36197 w 36000"/>
                <a:gd name="connsiteY2" fmla="*/ 107799 h 108000"/>
                <a:gd name="connsiteX3" fmla="*/ 197 w 36000"/>
                <a:gd name="connsiteY3" fmla="*/ 107799 h 1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" h="108000">
                  <a:moveTo>
                    <a:pt x="197" y="-201"/>
                  </a:moveTo>
                  <a:lnTo>
                    <a:pt x="36197" y="-201"/>
                  </a:lnTo>
                  <a:lnTo>
                    <a:pt x="36197" y="107799"/>
                  </a:lnTo>
                  <a:lnTo>
                    <a:pt x="197" y="107799"/>
                  </a:ln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3A44E41F-A02E-F876-9AAF-C9041447A96A}"/>
                </a:ext>
              </a:extLst>
            </p:cNvPr>
            <p:cNvSpPr/>
            <p:nvPr/>
          </p:nvSpPr>
          <p:spPr>
            <a:xfrm>
              <a:off x="7293899" y="2626520"/>
              <a:ext cx="3599" cy="108000"/>
            </a:xfrm>
            <a:custGeom>
              <a:avLst/>
              <a:gdLst>
                <a:gd name="connsiteX0" fmla="*/ 197 w 3599"/>
                <a:gd name="connsiteY0" fmla="*/ -201 h 108000"/>
                <a:gd name="connsiteX1" fmla="*/ 3797 w 3599"/>
                <a:gd name="connsiteY1" fmla="*/ -201 h 108000"/>
                <a:gd name="connsiteX2" fmla="*/ 3797 w 3599"/>
                <a:gd name="connsiteY2" fmla="*/ 107799 h 108000"/>
                <a:gd name="connsiteX3" fmla="*/ 197 w 3599"/>
                <a:gd name="connsiteY3" fmla="*/ 107799 h 1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9" h="108000">
                  <a:moveTo>
                    <a:pt x="197" y="-201"/>
                  </a:moveTo>
                  <a:lnTo>
                    <a:pt x="3797" y="-201"/>
                  </a:lnTo>
                  <a:lnTo>
                    <a:pt x="3797" y="107799"/>
                  </a:lnTo>
                  <a:lnTo>
                    <a:pt x="197" y="107799"/>
                  </a:ln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E0F36B22-08BB-24F1-C08F-974D506A2DB4}"/>
                </a:ext>
              </a:extLst>
            </p:cNvPr>
            <p:cNvSpPr/>
            <p:nvPr/>
          </p:nvSpPr>
          <p:spPr>
            <a:xfrm>
              <a:off x="7223699" y="2752520"/>
              <a:ext cx="144000" cy="144000"/>
            </a:xfrm>
            <a:custGeom>
              <a:avLst/>
              <a:gdLst>
                <a:gd name="connsiteX0" fmla="*/ 144197 w 144000"/>
                <a:gd name="connsiteY0" fmla="*/ 71810 h 144000"/>
                <a:gd name="connsiteX1" fmla="*/ 72197 w 144000"/>
                <a:gd name="connsiteY1" fmla="*/ 143810 h 144000"/>
                <a:gd name="connsiteX2" fmla="*/ 197 w 144000"/>
                <a:gd name="connsiteY2" fmla="*/ 71810 h 144000"/>
                <a:gd name="connsiteX3" fmla="*/ 72197 w 144000"/>
                <a:gd name="connsiteY3" fmla="*/ -190 h 144000"/>
                <a:gd name="connsiteX4" fmla="*/ 144197 w 144000"/>
                <a:gd name="connsiteY4" fmla="*/ 71810 h 14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000" h="144000">
                  <a:moveTo>
                    <a:pt x="144197" y="71810"/>
                  </a:moveTo>
                  <a:cubicBezTo>
                    <a:pt x="144197" y="111574"/>
                    <a:pt x="111961" y="143810"/>
                    <a:pt x="72197" y="143810"/>
                  </a:cubicBezTo>
                  <a:cubicBezTo>
                    <a:pt x="32432" y="143810"/>
                    <a:pt x="197" y="111574"/>
                    <a:pt x="197" y="71810"/>
                  </a:cubicBezTo>
                  <a:cubicBezTo>
                    <a:pt x="197" y="32045"/>
                    <a:pt x="32432" y="-190"/>
                    <a:pt x="72197" y="-190"/>
                  </a:cubicBezTo>
                  <a:cubicBezTo>
                    <a:pt x="111961" y="-190"/>
                    <a:pt x="144197" y="32045"/>
                    <a:pt x="144197" y="71810"/>
                  </a:cubicBez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0" name="グラフィックス 4">
            <a:extLst>
              <a:ext uri="{FF2B5EF4-FFF2-40B4-BE49-F238E27FC236}">
                <a16:creationId xmlns:a16="http://schemas.microsoft.com/office/drawing/2014/main" id="{A0769F3F-CEC6-6BAD-CF1D-521AF7ECA966}"/>
              </a:ext>
            </a:extLst>
          </p:cNvPr>
          <p:cNvGrpSpPr/>
          <p:nvPr/>
        </p:nvGrpSpPr>
        <p:grpSpPr>
          <a:xfrm>
            <a:off x="6696730" y="2577380"/>
            <a:ext cx="180000" cy="331236"/>
            <a:chOff x="6696730" y="2577380"/>
            <a:chExt cx="180000" cy="331236"/>
          </a:xfrm>
          <a:noFill/>
        </p:grpSpPr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D23C7B59-EFF8-3F96-DD7E-7E24338181A1}"/>
                </a:ext>
              </a:extLst>
            </p:cNvPr>
            <p:cNvSpPr/>
            <p:nvPr/>
          </p:nvSpPr>
          <p:spPr>
            <a:xfrm>
              <a:off x="6696730" y="2577380"/>
              <a:ext cx="180000" cy="331236"/>
            </a:xfrm>
            <a:custGeom>
              <a:avLst/>
              <a:gdLst>
                <a:gd name="connsiteX0" fmla="*/ 90158 w 180000"/>
                <a:gd name="connsiteY0" fmla="*/ -197 h 331236"/>
                <a:gd name="connsiteX1" fmla="*/ 158 w 180000"/>
                <a:gd name="connsiteY1" fmla="*/ 89803 h 331236"/>
                <a:gd name="connsiteX2" fmla="*/ 158 w 180000"/>
                <a:gd name="connsiteY2" fmla="*/ 89803 h 331236"/>
                <a:gd name="connsiteX3" fmla="*/ 158 w 180000"/>
                <a:gd name="connsiteY3" fmla="*/ 331040 h 331236"/>
                <a:gd name="connsiteX4" fmla="*/ 180158 w 180000"/>
                <a:gd name="connsiteY4" fmla="*/ 331040 h 331236"/>
                <a:gd name="connsiteX5" fmla="*/ 180158 w 180000"/>
                <a:gd name="connsiteY5" fmla="*/ 89803 h 331236"/>
                <a:gd name="connsiteX6" fmla="*/ 90158 w 180000"/>
                <a:gd name="connsiteY6" fmla="*/ -197 h 331236"/>
                <a:gd name="connsiteX7" fmla="*/ 90158 w 180000"/>
                <a:gd name="connsiteY7" fmla="*/ -197 h 33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0000" h="331236">
                  <a:moveTo>
                    <a:pt x="90158" y="-197"/>
                  </a:moveTo>
                  <a:cubicBezTo>
                    <a:pt x="40478" y="-197"/>
                    <a:pt x="158" y="40088"/>
                    <a:pt x="158" y="89803"/>
                  </a:cubicBezTo>
                  <a:cubicBezTo>
                    <a:pt x="158" y="89803"/>
                    <a:pt x="158" y="89803"/>
                    <a:pt x="158" y="89803"/>
                  </a:cubicBezTo>
                  <a:lnTo>
                    <a:pt x="158" y="331040"/>
                  </a:lnTo>
                  <a:lnTo>
                    <a:pt x="180158" y="331040"/>
                  </a:lnTo>
                  <a:lnTo>
                    <a:pt x="180158" y="89803"/>
                  </a:lnTo>
                  <a:cubicBezTo>
                    <a:pt x="180158" y="40123"/>
                    <a:pt x="139874" y="-197"/>
                    <a:pt x="90158" y="-197"/>
                  </a:cubicBezTo>
                  <a:cubicBezTo>
                    <a:pt x="90158" y="-197"/>
                    <a:pt x="90158" y="-197"/>
                    <a:pt x="90158" y="-197"/>
                  </a:cubicBez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FBFA5D75-50ED-A609-A41F-27514EC3E055}"/>
                </a:ext>
              </a:extLst>
            </p:cNvPr>
            <p:cNvSpPr/>
            <p:nvPr/>
          </p:nvSpPr>
          <p:spPr>
            <a:xfrm>
              <a:off x="6696730" y="2631380"/>
              <a:ext cx="180000" cy="277200"/>
            </a:xfrm>
            <a:custGeom>
              <a:avLst/>
              <a:gdLst>
                <a:gd name="connsiteX0" fmla="*/ 158 w 180000"/>
                <a:gd name="connsiteY0" fmla="*/ -195 h 277200"/>
                <a:gd name="connsiteX1" fmla="*/ 180158 w 180000"/>
                <a:gd name="connsiteY1" fmla="*/ -195 h 277200"/>
                <a:gd name="connsiteX2" fmla="*/ 180158 w 180000"/>
                <a:gd name="connsiteY2" fmla="*/ 277006 h 277200"/>
                <a:gd name="connsiteX3" fmla="*/ 158 w 180000"/>
                <a:gd name="connsiteY3" fmla="*/ 277006 h 27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277200">
                  <a:moveTo>
                    <a:pt x="158" y="-195"/>
                  </a:moveTo>
                  <a:lnTo>
                    <a:pt x="180158" y="-195"/>
                  </a:lnTo>
                  <a:lnTo>
                    <a:pt x="180158" y="277006"/>
                  </a:lnTo>
                  <a:lnTo>
                    <a:pt x="158" y="277006"/>
                  </a:ln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9F9B98C7-5A93-D833-9D84-2DBCCC778726}"/>
                </a:ext>
              </a:extLst>
            </p:cNvPr>
            <p:cNvSpPr/>
            <p:nvPr/>
          </p:nvSpPr>
          <p:spPr>
            <a:xfrm>
              <a:off x="6768730" y="2854616"/>
              <a:ext cx="36000" cy="54000"/>
            </a:xfrm>
            <a:custGeom>
              <a:avLst/>
              <a:gdLst>
                <a:gd name="connsiteX0" fmla="*/ 158 w 36000"/>
                <a:gd name="connsiteY0" fmla="*/ -186 h 54000"/>
                <a:gd name="connsiteX1" fmla="*/ 36158 w 36000"/>
                <a:gd name="connsiteY1" fmla="*/ -186 h 54000"/>
                <a:gd name="connsiteX2" fmla="*/ 36158 w 36000"/>
                <a:gd name="connsiteY2" fmla="*/ 53814 h 54000"/>
                <a:gd name="connsiteX3" fmla="*/ 158 w 36000"/>
                <a:gd name="connsiteY3" fmla="*/ 53814 h 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" h="54000">
                  <a:moveTo>
                    <a:pt x="158" y="-186"/>
                  </a:moveTo>
                  <a:lnTo>
                    <a:pt x="36158" y="-186"/>
                  </a:lnTo>
                  <a:lnTo>
                    <a:pt x="36158" y="53814"/>
                  </a:lnTo>
                  <a:lnTo>
                    <a:pt x="158" y="53814"/>
                  </a:ln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120F80EB-9DF8-12FD-36A4-75D63024DF13}"/>
                </a:ext>
              </a:extLst>
            </p:cNvPr>
            <p:cNvSpPr/>
            <p:nvPr/>
          </p:nvSpPr>
          <p:spPr>
            <a:xfrm>
              <a:off x="6784931" y="2854616"/>
              <a:ext cx="3599" cy="54000"/>
            </a:xfrm>
            <a:custGeom>
              <a:avLst/>
              <a:gdLst>
                <a:gd name="connsiteX0" fmla="*/ 158 w 3599"/>
                <a:gd name="connsiteY0" fmla="*/ -186 h 54000"/>
                <a:gd name="connsiteX1" fmla="*/ 3757 w 3599"/>
                <a:gd name="connsiteY1" fmla="*/ -186 h 54000"/>
                <a:gd name="connsiteX2" fmla="*/ 3757 w 3599"/>
                <a:gd name="connsiteY2" fmla="*/ 53814 h 54000"/>
                <a:gd name="connsiteX3" fmla="*/ 158 w 3599"/>
                <a:gd name="connsiteY3" fmla="*/ 53814 h 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9" h="54000">
                  <a:moveTo>
                    <a:pt x="158" y="-186"/>
                  </a:moveTo>
                  <a:lnTo>
                    <a:pt x="3757" y="-186"/>
                  </a:lnTo>
                  <a:lnTo>
                    <a:pt x="3757" y="53814"/>
                  </a:lnTo>
                  <a:lnTo>
                    <a:pt x="158" y="53814"/>
                  </a:ln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94CC04A4-AF36-5CD8-C12B-B65E3D3948C7}"/>
                </a:ext>
              </a:extLst>
            </p:cNvPr>
            <p:cNvSpPr/>
            <p:nvPr/>
          </p:nvSpPr>
          <p:spPr>
            <a:xfrm>
              <a:off x="6784931" y="2631380"/>
              <a:ext cx="3599" cy="54000"/>
            </a:xfrm>
            <a:custGeom>
              <a:avLst/>
              <a:gdLst>
                <a:gd name="connsiteX0" fmla="*/ 158 w 3599"/>
                <a:gd name="connsiteY0" fmla="*/ -203 h 54000"/>
                <a:gd name="connsiteX1" fmla="*/ 3757 w 3599"/>
                <a:gd name="connsiteY1" fmla="*/ -203 h 54000"/>
                <a:gd name="connsiteX2" fmla="*/ 3757 w 3599"/>
                <a:gd name="connsiteY2" fmla="*/ 53797 h 54000"/>
                <a:gd name="connsiteX3" fmla="*/ 158 w 3599"/>
                <a:gd name="connsiteY3" fmla="*/ 53797 h 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9" h="54000">
                  <a:moveTo>
                    <a:pt x="158" y="-203"/>
                  </a:moveTo>
                  <a:lnTo>
                    <a:pt x="3757" y="-203"/>
                  </a:lnTo>
                  <a:lnTo>
                    <a:pt x="3757" y="53797"/>
                  </a:lnTo>
                  <a:lnTo>
                    <a:pt x="158" y="53797"/>
                  </a:ln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9158DC9D-86B1-7D02-63BF-E93BD21948C9}"/>
                </a:ext>
              </a:extLst>
            </p:cNvPr>
            <p:cNvSpPr/>
            <p:nvPr/>
          </p:nvSpPr>
          <p:spPr>
            <a:xfrm>
              <a:off x="6714731" y="2692616"/>
              <a:ext cx="144000" cy="144000"/>
            </a:xfrm>
            <a:custGeom>
              <a:avLst/>
              <a:gdLst>
                <a:gd name="connsiteX0" fmla="*/ 144158 w 144000"/>
                <a:gd name="connsiteY0" fmla="*/ 71805 h 144000"/>
                <a:gd name="connsiteX1" fmla="*/ 72158 w 144000"/>
                <a:gd name="connsiteY1" fmla="*/ 143805 h 144000"/>
                <a:gd name="connsiteX2" fmla="*/ 158 w 144000"/>
                <a:gd name="connsiteY2" fmla="*/ 71805 h 144000"/>
                <a:gd name="connsiteX3" fmla="*/ 72158 w 144000"/>
                <a:gd name="connsiteY3" fmla="*/ -195 h 144000"/>
                <a:gd name="connsiteX4" fmla="*/ 144158 w 144000"/>
                <a:gd name="connsiteY4" fmla="*/ 71805 h 14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000" h="144000">
                  <a:moveTo>
                    <a:pt x="144158" y="71805"/>
                  </a:moveTo>
                  <a:cubicBezTo>
                    <a:pt x="144158" y="111570"/>
                    <a:pt x="111922" y="143805"/>
                    <a:pt x="72158" y="143805"/>
                  </a:cubicBezTo>
                  <a:cubicBezTo>
                    <a:pt x="32393" y="143805"/>
                    <a:pt x="158" y="111570"/>
                    <a:pt x="158" y="71805"/>
                  </a:cubicBezTo>
                  <a:cubicBezTo>
                    <a:pt x="158" y="32041"/>
                    <a:pt x="32393" y="-195"/>
                    <a:pt x="72158" y="-195"/>
                  </a:cubicBezTo>
                  <a:cubicBezTo>
                    <a:pt x="111922" y="-195"/>
                    <a:pt x="144158" y="32041"/>
                    <a:pt x="144158" y="71805"/>
                  </a:cubicBez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grpSp>
        <p:nvGrpSpPr>
          <p:cNvPr id="37" name="グラフィックス 4">
            <a:extLst>
              <a:ext uri="{FF2B5EF4-FFF2-40B4-BE49-F238E27FC236}">
                <a16:creationId xmlns:a16="http://schemas.microsoft.com/office/drawing/2014/main" id="{1B6B0C17-208C-EFE4-9D9F-D8E5717D8B7A}"/>
              </a:ext>
            </a:extLst>
          </p:cNvPr>
          <p:cNvGrpSpPr/>
          <p:nvPr/>
        </p:nvGrpSpPr>
        <p:grpSpPr>
          <a:xfrm>
            <a:off x="3988013" y="3942609"/>
            <a:ext cx="126004" cy="187199"/>
            <a:chOff x="3988013" y="3942609"/>
            <a:chExt cx="126004" cy="187199"/>
          </a:xfrm>
        </p:grpSpPr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CE0F1950-B8F4-C1F7-255D-660802344AA3}"/>
                </a:ext>
              </a:extLst>
            </p:cNvPr>
            <p:cNvSpPr/>
            <p:nvPr/>
          </p:nvSpPr>
          <p:spPr>
            <a:xfrm>
              <a:off x="4048320" y="3942609"/>
              <a:ext cx="5396" cy="88205"/>
            </a:xfrm>
            <a:custGeom>
              <a:avLst/>
              <a:gdLst>
                <a:gd name="connsiteX0" fmla="*/ 2643 w 5396"/>
                <a:gd name="connsiteY0" fmla="*/ -101 h 88205"/>
                <a:gd name="connsiteX1" fmla="*/ 1750 w 5396"/>
                <a:gd name="connsiteY1" fmla="*/ 86299 h 88205"/>
                <a:gd name="connsiteX2" fmla="*/ -53 w 5396"/>
                <a:gd name="connsiteY2" fmla="*/ 86299 h 88205"/>
                <a:gd name="connsiteX3" fmla="*/ 2643 w 5396"/>
                <a:gd name="connsiteY3" fmla="*/ 88099 h 88205"/>
                <a:gd name="connsiteX4" fmla="*/ 5343 w 5396"/>
                <a:gd name="connsiteY4" fmla="*/ 86299 h 88205"/>
                <a:gd name="connsiteX5" fmla="*/ 3536 w 5396"/>
                <a:gd name="connsiteY5" fmla="*/ 86299 h 88205"/>
                <a:gd name="connsiteX6" fmla="*/ 2661 w 5396"/>
                <a:gd name="connsiteY6" fmla="*/ -65 h 8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96" h="88205">
                  <a:moveTo>
                    <a:pt x="2643" y="-101"/>
                  </a:moveTo>
                  <a:cubicBezTo>
                    <a:pt x="2546" y="224"/>
                    <a:pt x="1750" y="5299"/>
                    <a:pt x="1750" y="86299"/>
                  </a:cubicBezTo>
                  <a:lnTo>
                    <a:pt x="-53" y="86299"/>
                  </a:lnTo>
                  <a:cubicBezTo>
                    <a:pt x="40" y="87631"/>
                    <a:pt x="1498" y="88136"/>
                    <a:pt x="2643" y="88099"/>
                  </a:cubicBezTo>
                  <a:cubicBezTo>
                    <a:pt x="3791" y="88171"/>
                    <a:pt x="5203" y="87595"/>
                    <a:pt x="5343" y="86299"/>
                  </a:cubicBezTo>
                  <a:lnTo>
                    <a:pt x="3536" y="86299"/>
                  </a:lnTo>
                  <a:cubicBezTo>
                    <a:pt x="3536" y="5264"/>
                    <a:pt x="2762" y="224"/>
                    <a:pt x="2661" y="-65"/>
                  </a:cubicBezTo>
                  <a:close/>
                </a:path>
              </a:pathLst>
            </a:custGeom>
            <a:noFill/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E808804E-9FE1-8DCF-8CD7-27D3E97980B5}"/>
                </a:ext>
              </a:extLst>
            </p:cNvPr>
            <p:cNvSpPr/>
            <p:nvPr/>
          </p:nvSpPr>
          <p:spPr>
            <a:xfrm>
              <a:off x="3988013" y="4000208"/>
              <a:ext cx="126000" cy="28800"/>
            </a:xfrm>
            <a:custGeom>
              <a:avLst/>
              <a:gdLst>
                <a:gd name="connsiteX0" fmla="*/ 12557 w 126000"/>
                <a:gd name="connsiteY0" fmla="*/ -98 h 28800"/>
                <a:gd name="connsiteX1" fmla="*/ 10754 w 126000"/>
                <a:gd name="connsiteY1" fmla="*/ 7102 h 28800"/>
                <a:gd name="connsiteX2" fmla="*/ 8950 w 126000"/>
                <a:gd name="connsiteY2" fmla="*/ 7102 h 28800"/>
                <a:gd name="connsiteX3" fmla="*/ 8950 w 126000"/>
                <a:gd name="connsiteY3" fmla="*/ 10702 h 28800"/>
                <a:gd name="connsiteX4" fmla="*/ 12557 w 126000"/>
                <a:gd name="connsiteY4" fmla="*/ 10702 h 28800"/>
                <a:gd name="connsiteX5" fmla="*/ 12557 w 126000"/>
                <a:gd name="connsiteY5" fmla="*/ 21502 h 28800"/>
                <a:gd name="connsiteX6" fmla="*/ -53 w 126000"/>
                <a:gd name="connsiteY6" fmla="*/ 21502 h 28800"/>
                <a:gd name="connsiteX7" fmla="*/ -53 w 126000"/>
                <a:gd name="connsiteY7" fmla="*/ 28702 h 28800"/>
                <a:gd name="connsiteX8" fmla="*/ 125947 w 126000"/>
                <a:gd name="connsiteY8" fmla="*/ 28702 h 28800"/>
                <a:gd name="connsiteX9" fmla="*/ 125947 w 126000"/>
                <a:gd name="connsiteY9" fmla="*/ 21502 h 28800"/>
                <a:gd name="connsiteX10" fmla="*/ 113354 w 126000"/>
                <a:gd name="connsiteY10" fmla="*/ 21502 h 28800"/>
                <a:gd name="connsiteX11" fmla="*/ 113354 w 126000"/>
                <a:gd name="connsiteY11" fmla="*/ 10702 h 28800"/>
                <a:gd name="connsiteX12" fmla="*/ 116943 w 126000"/>
                <a:gd name="connsiteY12" fmla="*/ 10702 h 28800"/>
                <a:gd name="connsiteX13" fmla="*/ 116943 w 126000"/>
                <a:gd name="connsiteY13" fmla="*/ 7102 h 28800"/>
                <a:gd name="connsiteX14" fmla="*/ 115157 w 126000"/>
                <a:gd name="connsiteY14" fmla="*/ 7102 h 28800"/>
                <a:gd name="connsiteX15" fmla="*/ 113354 w 126000"/>
                <a:gd name="connsiteY15" fmla="*/ -98 h 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6000" h="28800">
                  <a:moveTo>
                    <a:pt x="12557" y="-98"/>
                  </a:moveTo>
                  <a:lnTo>
                    <a:pt x="10754" y="7102"/>
                  </a:lnTo>
                  <a:lnTo>
                    <a:pt x="8950" y="7102"/>
                  </a:lnTo>
                  <a:lnTo>
                    <a:pt x="8950" y="10702"/>
                  </a:lnTo>
                  <a:lnTo>
                    <a:pt x="12557" y="10702"/>
                  </a:lnTo>
                  <a:lnTo>
                    <a:pt x="12557" y="21502"/>
                  </a:lnTo>
                  <a:lnTo>
                    <a:pt x="-53" y="21502"/>
                  </a:lnTo>
                  <a:lnTo>
                    <a:pt x="-53" y="28702"/>
                  </a:lnTo>
                  <a:lnTo>
                    <a:pt x="125947" y="28702"/>
                  </a:lnTo>
                  <a:lnTo>
                    <a:pt x="125947" y="21502"/>
                  </a:lnTo>
                  <a:lnTo>
                    <a:pt x="113354" y="21502"/>
                  </a:lnTo>
                  <a:lnTo>
                    <a:pt x="113354" y="10702"/>
                  </a:lnTo>
                  <a:lnTo>
                    <a:pt x="116943" y="10702"/>
                  </a:lnTo>
                  <a:lnTo>
                    <a:pt x="116943" y="7102"/>
                  </a:lnTo>
                  <a:lnTo>
                    <a:pt x="115157" y="7102"/>
                  </a:lnTo>
                  <a:lnTo>
                    <a:pt x="113354" y="-98"/>
                  </a:lnTo>
                  <a:close/>
                </a:path>
              </a:pathLst>
            </a:custGeom>
            <a:solidFill>
              <a:srgbClr val="FFFFFF"/>
            </a:solidFill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94E9125C-DDD1-6D8B-DCB9-A6D5CD1E299B}"/>
                </a:ext>
              </a:extLst>
            </p:cNvPr>
            <p:cNvSpPr/>
            <p:nvPr/>
          </p:nvSpPr>
          <p:spPr>
            <a:xfrm>
              <a:off x="4000624" y="3978609"/>
              <a:ext cx="100796" cy="21599"/>
            </a:xfrm>
            <a:custGeom>
              <a:avLst/>
              <a:gdLst>
                <a:gd name="connsiteX0" fmla="*/ 19743 w 100796"/>
                <a:gd name="connsiteY0" fmla="*/ -100 h 21599"/>
                <a:gd name="connsiteX1" fmla="*/ 16431 w 100796"/>
                <a:gd name="connsiteY1" fmla="*/ 19700 h 21599"/>
                <a:gd name="connsiteX2" fmla="*/ -53 w 100796"/>
                <a:gd name="connsiteY2" fmla="*/ 19700 h 21599"/>
                <a:gd name="connsiteX3" fmla="*/ -53 w 100796"/>
                <a:gd name="connsiteY3" fmla="*/ 21499 h 21599"/>
                <a:gd name="connsiteX4" fmla="*/ 80947 w 100796"/>
                <a:gd name="connsiteY4" fmla="*/ 21499 h 21599"/>
                <a:gd name="connsiteX5" fmla="*/ 84539 w 100796"/>
                <a:gd name="connsiteY5" fmla="*/ 21499 h 21599"/>
                <a:gd name="connsiteX6" fmla="*/ 100743 w 100796"/>
                <a:gd name="connsiteY6" fmla="*/ 21499 h 21599"/>
                <a:gd name="connsiteX7" fmla="*/ 100743 w 100796"/>
                <a:gd name="connsiteY7" fmla="*/ 19700 h 21599"/>
                <a:gd name="connsiteX8" fmla="*/ 84241 w 100796"/>
                <a:gd name="connsiteY8" fmla="*/ 19700 h 21599"/>
                <a:gd name="connsiteX9" fmla="*/ 80947 w 100796"/>
                <a:gd name="connsiteY9" fmla="*/ -100 h 21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21599">
                  <a:moveTo>
                    <a:pt x="19743" y="-100"/>
                  </a:moveTo>
                  <a:lnTo>
                    <a:pt x="16431" y="19700"/>
                  </a:lnTo>
                  <a:lnTo>
                    <a:pt x="-53" y="19700"/>
                  </a:lnTo>
                  <a:lnTo>
                    <a:pt x="-53" y="21499"/>
                  </a:lnTo>
                  <a:lnTo>
                    <a:pt x="80947" y="21499"/>
                  </a:lnTo>
                  <a:lnTo>
                    <a:pt x="84539" y="21499"/>
                  </a:lnTo>
                  <a:lnTo>
                    <a:pt x="100743" y="21499"/>
                  </a:lnTo>
                  <a:lnTo>
                    <a:pt x="100743" y="19700"/>
                  </a:lnTo>
                  <a:lnTo>
                    <a:pt x="84241" y="19700"/>
                  </a:lnTo>
                  <a:lnTo>
                    <a:pt x="80947" y="-100"/>
                  </a:lnTo>
                  <a:close/>
                </a:path>
              </a:pathLst>
            </a:custGeom>
            <a:solidFill>
              <a:srgbClr val="FFFFFF"/>
            </a:solidFill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2F5E8004-5314-587C-6668-3218B687AA50}"/>
                </a:ext>
              </a:extLst>
            </p:cNvPr>
            <p:cNvSpPr/>
            <p:nvPr/>
          </p:nvSpPr>
          <p:spPr>
            <a:xfrm>
              <a:off x="3988017" y="4029008"/>
              <a:ext cx="126000" cy="100800"/>
            </a:xfrm>
            <a:custGeom>
              <a:avLst/>
              <a:gdLst>
                <a:gd name="connsiteX0" fmla="*/ -53 w 126000"/>
                <a:gd name="connsiteY0" fmla="*/ 100707 h 100800"/>
                <a:gd name="connsiteX1" fmla="*/ 125947 w 126000"/>
                <a:gd name="connsiteY1" fmla="*/ 100707 h 100800"/>
                <a:gd name="connsiteX2" fmla="*/ 125947 w 126000"/>
                <a:gd name="connsiteY2" fmla="*/ -93 h 100800"/>
                <a:gd name="connsiteX3" fmla="*/ -53 w 126000"/>
                <a:gd name="connsiteY3" fmla="*/ -93 h 10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00" h="100800">
                  <a:moveTo>
                    <a:pt x="-53" y="100707"/>
                  </a:moveTo>
                  <a:lnTo>
                    <a:pt x="125947" y="100707"/>
                  </a:lnTo>
                  <a:lnTo>
                    <a:pt x="125947" y="-93"/>
                  </a:lnTo>
                  <a:lnTo>
                    <a:pt x="-53" y="-93"/>
                  </a:lnTo>
                  <a:close/>
                </a:path>
              </a:pathLst>
            </a:custGeom>
            <a:solidFill>
              <a:srgbClr val="FFFFFF"/>
            </a:solidFill>
            <a:ln w="360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911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祥真 大倉</dc:creator>
  <cp:lastModifiedBy>祥真 大倉</cp:lastModifiedBy>
  <cp:revision>1</cp:revision>
  <dcterms:created xsi:type="dcterms:W3CDTF">2026-06-12T10:44:44Z</dcterms:created>
  <dcterms:modified xsi:type="dcterms:W3CDTF">2026-06-12T10:44:44Z</dcterms:modified>
</cp:coreProperties>
</file>