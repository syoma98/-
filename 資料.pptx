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3826" y="-26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FD575-7C77-43EE-B086-F816BC6A7E42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74B9B5-DCE1-4902-9DCD-F28DC95B67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623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74B9B5-DCE1-4902-9DCD-F28DC95B670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4239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F349E6-C600-891E-651B-79C443326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924C94B-FED4-DFF9-18F3-B997F5C52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4F05F2-4A4A-9652-CF2E-10A896D11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E5A196-2DAD-074E-C457-38FDC059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8530A2-8FE2-94BF-FCA5-E5C7DFB8C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74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8F49C-5375-851B-9985-262A8023A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7C0972-9A0E-B030-9DAE-A4C2D454B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114034-45A9-6D0D-37A1-A955624A8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8E2D58-F7C4-6038-9746-E22FE2A56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E40A5-1FC5-C281-EA77-2F54B6B9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5193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73C59-E6BB-8720-C686-19A1D7499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4C7472-D16D-6A6A-B850-0A8DAAA8E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99A529-04B5-3478-624A-2C195F0B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5142A6-5D8C-9455-FA70-B30E3C17A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23D5C5-31FA-94F7-4820-72707740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2708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252354-95AE-B207-FEC3-60F389CD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536B1F-EA83-C851-EC69-A572ADB73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EC793B-31D9-E050-DC53-7AAC83D14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B05951-5813-3268-5404-4209389B4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A39566-6862-1082-6F54-A6A08927B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C48C6A-ABED-B868-F589-618EC6B1D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6449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CB1D16-6A63-18CC-4808-6EF1820F8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6CFB65-BC3D-EA3B-FEC1-54DBDB59E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95AD330-84AE-CA9C-5FBC-BFE55703B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2BF5F4-2C0A-FA03-4D72-490951B926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C54A4F-E822-C32E-E454-7BCC28321B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DFB41A-8B58-8175-BF17-E3D22347B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DC930F-9244-C577-0B75-F2A77D68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2D7C129-8FAE-A2FD-898A-FB79371D6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377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E357F2-20F4-BF47-6DA6-B74E59EED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43FB669-D6D0-A127-12EB-C8673FFC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7FB4D3-39CE-29CB-4799-150FF19E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DF57EAF-F167-7AF8-A43A-C584F736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6470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A94361B-B5A2-CA29-51C6-F5DEE255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5026877-FF75-7718-62D8-7D44CB2A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940251-BD9D-2B1A-AF6A-CDC320E2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6426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0A166-3207-0DE9-9975-93FEA2DE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618C41-2CF7-97FB-2231-A73D8F012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5E42719-A9E9-9A44-1105-26B71B9B5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17740F-26D8-CFE4-AD7E-3F3ABDA50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12D7F5-0827-2868-C4DA-8C527F3D8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8DA703-3C46-9F47-1C7F-5D75E5A4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935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314B48-89D8-B706-1D35-76DD5CCFE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6F1217-FADB-87AF-FD70-367577C83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98F2A1-E4E0-DE63-30A2-A94B7073D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38021C-FF99-4F9A-5617-B222D088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899F79-053C-A8C5-D40C-E1181D5D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EC33C6-36BF-D3D1-D11B-33CDBD18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666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1C16C4-9A32-2610-7E0D-E04B3C29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DDD789-84D4-BD65-53E8-AD9C6A19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75247C-192A-9299-CADB-BCA246F60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293905-D999-A0F9-7090-6F6B65781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86407B-EAD3-A8C3-4B8F-D8FBF00F0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111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48FCEF-6B7B-8A83-2ABC-BC8BFAA0F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A3C65B-481F-F725-374B-CBFED8C31C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40AB31-8F40-DA1F-F733-74AEF20B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C2BE50-8F57-598E-0236-CAE3B8DC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4AE2FF-2096-9D6E-F200-244FEDEBA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84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49E9A0-030E-73CE-C548-82FAD572F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6233E4-2678-3B71-CFB7-083F19180D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98C788-87D9-A2FD-FE1A-650A37B417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056996-7128-9229-DBD4-A2E943C9A0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AD25D5-AB9A-C491-A03B-8896AC3A5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1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グラフィックス 42">
            <a:extLst>
              <a:ext uri="{FF2B5EF4-FFF2-40B4-BE49-F238E27FC236}">
                <a16:creationId xmlns:a16="http://schemas.microsoft.com/office/drawing/2014/main" id="{D0A1DB65-2E31-B77F-0097-D340A13A2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05400" y="3319462"/>
            <a:ext cx="1981200" cy="2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11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</Words>
  <Application>Microsoft Office PowerPoint</Application>
  <PresentationFormat>ワイド画面</PresentationFormat>
  <Paragraphs>1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祥真 大倉</dc:creator>
  <cp:lastModifiedBy>祥真 大倉</cp:lastModifiedBy>
  <cp:revision>3</cp:revision>
  <dcterms:created xsi:type="dcterms:W3CDTF">2026-06-12T10:44:44Z</dcterms:created>
  <dcterms:modified xsi:type="dcterms:W3CDTF">2026-07-01T08:41:17Z</dcterms:modified>
</cp:coreProperties>
</file>