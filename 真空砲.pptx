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63" r:id="rId2"/>
    <p:sldId id="259" r:id="rId3"/>
    <p:sldId id="256" r:id="rId4"/>
    <p:sldId id="257" r:id="rId5"/>
    <p:sldId id="258" r:id="rId6"/>
    <p:sldId id="260" r:id="rId7"/>
    <p:sldId id="261" r:id="rId8"/>
    <p:sldId id="262" r:id="rId9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CC"/>
    <a:srgbClr val="E8E8E8"/>
    <a:srgbClr val="FDFDFD"/>
    <a:srgbClr val="6EA846"/>
    <a:srgbClr val="95B99A"/>
    <a:srgbClr val="333300"/>
    <a:srgbClr val="336600"/>
    <a:srgbClr val="FBFBFB"/>
    <a:srgbClr val="FFFFFF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F9DAB7-14F0-4DEC-8778-E2E1C5B41591}" v="327" dt="2026-07-01T15:26:24.5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146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祥真 大倉" userId="f38b5e8f2a82e360" providerId="LiveId" clId="{18EA8B0B-1212-412C-BCE1-2B2664FD1E60}"/>
    <pc:docChg chg="undo redo custSel addSld delSld modSld sldOrd">
      <pc:chgData name="祥真 大倉" userId="f38b5e8f2a82e360" providerId="LiveId" clId="{18EA8B0B-1212-412C-BCE1-2B2664FD1E60}" dt="2026-07-01T15:32:21.965" v="3092" actId="14100"/>
      <pc:docMkLst>
        <pc:docMk/>
      </pc:docMkLst>
      <pc:sldChg chg="modSp mod">
        <pc:chgData name="祥真 大倉" userId="f38b5e8f2a82e360" providerId="LiveId" clId="{18EA8B0B-1212-412C-BCE1-2B2664FD1E60}" dt="2026-07-01T09:34:55.274" v="625" actId="14100"/>
        <pc:sldMkLst>
          <pc:docMk/>
          <pc:sldMk cId="3103741764" sldId="257"/>
        </pc:sldMkLst>
        <pc:spChg chg="mod">
          <ac:chgData name="祥真 大倉" userId="f38b5e8f2a82e360" providerId="LiveId" clId="{18EA8B0B-1212-412C-BCE1-2B2664FD1E60}" dt="2026-06-30T14:15:02.449" v="85"/>
          <ac:spMkLst>
            <pc:docMk/>
            <pc:sldMk cId="3103741764" sldId="257"/>
            <ac:spMk id="115" creationId="{5F1168BC-F66B-7CD5-D866-BF0A8EC58C3C}"/>
          </ac:spMkLst>
        </pc:spChg>
        <pc:grpChg chg="mod">
          <ac:chgData name="祥真 大倉" userId="f38b5e8f2a82e360" providerId="LiveId" clId="{18EA8B0B-1212-412C-BCE1-2B2664FD1E60}" dt="2026-07-01T09:34:55.274" v="625" actId="14100"/>
          <ac:grpSpMkLst>
            <pc:docMk/>
            <pc:sldMk cId="3103741764" sldId="257"/>
            <ac:grpSpMk id="113" creationId="{89AC14B2-AB88-BA42-CECF-DD09CE01FC1F}"/>
          </ac:grpSpMkLst>
        </pc:grpChg>
        <pc:picChg chg="mod">
          <ac:chgData name="祥真 大倉" userId="f38b5e8f2a82e360" providerId="LiveId" clId="{18EA8B0B-1212-412C-BCE1-2B2664FD1E60}" dt="2026-07-01T09:34:46.618" v="622" actId="1076"/>
          <ac:picMkLst>
            <pc:docMk/>
            <pc:sldMk cId="3103741764" sldId="257"/>
            <ac:picMk id="5" creationId="{DCA29F41-FF7E-6E32-36DF-E93605FC1287}"/>
          </ac:picMkLst>
        </pc:picChg>
      </pc:sldChg>
      <pc:sldChg chg="addSp delSp modSp mod">
        <pc:chgData name="祥真 大倉" userId="f38b5e8f2a82e360" providerId="LiveId" clId="{18EA8B0B-1212-412C-BCE1-2B2664FD1E60}" dt="2026-07-01T15:27:32.141" v="3068" actId="1076"/>
        <pc:sldMkLst>
          <pc:docMk/>
          <pc:sldMk cId="3014868508" sldId="258"/>
        </pc:sldMkLst>
        <pc:spChg chg="add del mod">
          <ac:chgData name="祥真 大倉" userId="f38b5e8f2a82e360" providerId="LiveId" clId="{18EA8B0B-1212-412C-BCE1-2B2664FD1E60}" dt="2026-07-01T13:28:51.633" v="1791" actId="478"/>
          <ac:spMkLst>
            <pc:docMk/>
            <pc:sldMk cId="3014868508" sldId="258"/>
            <ac:spMk id="4" creationId="{30E11853-9BD7-3FCD-FAC2-CB91D573D3E5}"/>
          </ac:spMkLst>
        </pc:spChg>
        <pc:spChg chg="add del mod">
          <ac:chgData name="祥真 大倉" userId="f38b5e8f2a82e360" providerId="LiveId" clId="{18EA8B0B-1212-412C-BCE1-2B2664FD1E60}" dt="2026-07-01T13:29:11.628" v="1796" actId="478"/>
          <ac:spMkLst>
            <pc:docMk/>
            <pc:sldMk cId="3014868508" sldId="258"/>
            <ac:spMk id="6" creationId="{5E90ED77-5655-9CB4-C280-0BF838FB3278}"/>
          </ac:spMkLst>
        </pc:spChg>
        <pc:spChg chg="mod">
          <ac:chgData name="祥真 大倉" userId="f38b5e8f2a82e360" providerId="LiveId" clId="{18EA8B0B-1212-412C-BCE1-2B2664FD1E60}" dt="2026-07-01T14:03:21.522" v="1970" actId="2085"/>
          <ac:spMkLst>
            <pc:docMk/>
            <pc:sldMk cId="3014868508" sldId="258"/>
            <ac:spMk id="8" creationId="{D8C06FF5-E8BD-DDC3-1B2D-2B028C6C0927}"/>
          </ac:spMkLst>
        </pc:spChg>
        <pc:spChg chg="mod">
          <ac:chgData name="祥真 大倉" userId="f38b5e8f2a82e360" providerId="LiveId" clId="{18EA8B0B-1212-412C-BCE1-2B2664FD1E60}" dt="2026-07-01T15:21:18.744" v="2716" actId="207"/>
          <ac:spMkLst>
            <pc:docMk/>
            <pc:sldMk cId="3014868508" sldId="258"/>
            <ac:spMk id="9" creationId="{4BF60B97-B85F-51B6-6307-2AF37321720F}"/>
          </ac:spMkLst>
        </pc:spChg>
        <pc:spChg chg="add mod">
          <ac:chgData name="祥真 大倉" userId="f38b5e8f2a82e360" providerId="LiveId" clId="{18EA8B0B-1212-412C-BCE1-2B2664FD1E60}" dt="2026-07-01T12:27:58.577" v="1611" actId="571"/>
          <ac:spMkLst>
            <pc:docMk/>
            <pc:sldMk cId="3014868508" sldId="258"/>
            <ac:spMk id="11" creationId="{540CD604-0D31-495B-4440-3B0B7F3A3E51}"/>
          </ac:spMkLst>
        </pc:spChg>
        <pc:spChg chg="del">
          <ac:chgData name="祥真 大倉" userId="f38b5e8f2a82e360" providerId="LiveId" clId="{18EA8B0B-1212-412C-BCE1-2B2664FD1E60}" dt="2026-06-30T14:16:54.530" v="87" actId="478"/>
          <ac:spMkLst>
            <pc:docMk/>
            <pc:sldMk cId="3014868508" sldId="258"/>
            <ac:spMk id="11" creationId="{8DDB2E06-3C16-AABA-0AD7-BC0633CDE931}"/>
          </ac:spMkLst>
        </pc:spChg>
        <pc:spChg chg="add mod">
          <ac:chgData name="祥真 大倉" userId="f38b5e8f2a82e360" providerId="LiveId" clId="{18EA8B0B-1212-412C-BCE1-2B2664FD1E60}" dt="2026-07-01T15:21:33.108" v="2731"/>
          <ac:spMkLst>
            <pc:docMk/>
            <pc:sldMk cId="3014868508" sldId="258"/>
            <ac:spMk id="12" creationId="{39306823-15A7-80C3-8DE0-D8EC0CB0C4C8}"/>
          </ac:spMkLst>
        </pc:spChg>
        <pc:spChg chg="add del mod">
          <ac:chgData name="祥真 大倉" userId="f38b5e8f2a82e360" providerId="LiveId" clId="{18EA8B0B-1212-412C-BCE1-2B2664FD1E60}" dt="2026-07-01T12:33:52.029" v="1698" actId="478"/>
          <ac:spMkLst>
            <pc:docMk/>
            <pc:sldMk cId="3014868508" sldId="258"/>
            <ac:spMk id="14" creationId="{E995523E-0015-D59E-44B9-2884A0061D9C}"/>
          </ac:spMkLst>
        </pc:spChg>
        <pc:spChg chg="del">
          <ac:chgData name="祥真 大倉" userId="f38b5e8f2a82e360" providerId="LiveId" clId="{18EA8B0B-1212-412C-BCE1-2B2664FD1E60}" dt="2026-06-30T14:16:54.530" v="87" actId="478"/>
          <ac:spMkLst>
            <pc:docMk/>
            <pc:sldMk cId="3014868508" sldId="258"/>
            <ac:spMk id="14" creationId="{EFCEB761-8131-2A14-460A-9438441E996C}"/>
          </ac:spMkLst>
        </pc:spChg>
        <pc:spChg chg="add del mod">
          <ac:chgData name="祥真 大倉" userId="f38b5e8f2a82e360" providerId="LiveId" clId="{18EA8B0B-1212-412C-BCE1-2B2664FD1E60}" dt="2026-07-01T12:36:49.565" v="1720" actId="478"/>
          <ac:spMkLst>
            <pc:docMk/>
            <pc:sldMk cId="3014868508" sldId="258"/>
            <ac:spMk id="15" creationId="{42AB7D5B-3740-1D24-B979-4A31D6654C06}"/>
          </ac:spMkLst>
        </pc:spChg>
        <pc:spChg chg="del">
          <ac:chgData name="祥真 大倉" userId="f38b5e8f2a82e360" providerId="LiveId" clId="{18EA8B0B-1212-412C-BCE1-2B2664FD1E60}" dt="2026-06-30T14:16:54.530" v="87" actId="478"/>
          <ac:spMkLst>
            <pc:docMk/>
            <pc:sldMk cId="3014868508" sldId="258"/>
            <ac:spMk id="15" creationId="{4F690305-8D61-56B1-FE2B-A0977E184D09}"/>
          </ac:spMkLst>
        </pc:spChg>
        <pc:spChg chg="add del mod">
          <ac:chgData name="祥真 大倉" userId="f38b5e8f2a82e360" providerId="LiveId" clId="{18EA8B0B-1212-412C-BCE1-2B2664FD1E60}" dt="2026-07-01T12:36:50.146" v="1721" actId="478"/>
          <ac:spMkLst>
            <pc:docMk/>
            <pc:sldMk cId="3014868508" sldId="258"/>
            <ac:spMk id="16" creationId="{06555151-BCC7-864B-8F77-2A212A802EDA}"/>
          </ac:spMkLst>
        </pc:spChg>
        <pc:spChg chg="del">
          <ac:chgData name="祥真 大倉" userId="f38b5e8f2a82e360" providerId="LiveId" clId="{18EA8B0B-1212-412C-BCE1-2B2664FD1E60}" dt="2026-06-30T14:16:54.530" v="87" actId="478"/>
          <ac:spMkLst>
            <pc:docMk/>
            <pc:sldMk cId="3014868508" sldId="258"/>
            <ac:spMk id="17" creationId="{391D4079-5F5C-38C5-9ABA-3C9722343CD2}"/>
          </ac:spMkLst>
        </pc:spChg>
        <pc:spChg chg="add del mod">
          <ac:chgData name="祥真 大倉" userId="f38b5e8f2a82e360" providerId="LiveId" clId="{18EA8B0B-1212-412C-BCE1-2B2664FD1E60}" dt="2026-07-01T12:33:34.950" v="1697" actId="478"/>
          <ac:spMkLst>
            <pc:docMk/>
            <pc:sldMk cId="3014868508" sldId="258"/>
            <ac:spMk id="17" creationId="{7B762834-D8D2-C97C-BF99-91CDE2D8B199}"/>
          </ac:spMkLst>
        </pc:spChg>
        <pc:spChg chg="add del">
          <ac:chgData name="祥真 大倉" userId="f38b5e8f2a82e360" providerId="LiveId" clId="{18EA8B0B-1212-412C-BCE1-2B2664FD1E60}" dt="2026-07-01T12:31:56.125" v="1682" actId="22"/>
          <ac:spMkLst>
            <pc:docMk/>
            <pc:sldMk cId="3014868508" sldId="258"/>
            <ac:spMk id="19" creationId="{427280D1-905E-813B-173E-8C62156438C7}"/>
          </ac:spMkLst>
        </pc:spChg>
        <pc:spChg chg="del">
          <ac:chgData name="祥真 大倉" userId="f38b5e8f2a82e360" providerId="LiveId" clId="{18EA8B0B-1212-412C-BCE1-2B2664FD1E60}" dt="2026-06-30T14:16:54.530" v="87" actId="478"/>
          <ac:spMkLst>
            <pc:docMk/>
            <pc:sldMk cId="3014868508" sldId="258"/>
            <ac:spMk id="19" creationId="{683AB065-A775-4967-6BCC-6D1F61EFFED2}"/>
          </ac:spMkLst>
        </pc:spChg>
        <pc:spChg chg="add del mod">
          <ac:chgData name="祥真 大倉" userId="f38b5e8f2a82e360" providerId="LiveId" clId="{18EA8B0B-1212-412C-BCE1-2B2664FD1E60}" dt="2026-07-01T12:36:52.742" v="1725" actId="478"/>
          <ac:spMkLst>
            <pc:docMk/>
            <pc:sldMk cId="3014868508" sldId="258"/>
            <ac:spMk id="21" creationId="{675E96BE-EF18-DDF8-A832-90AE693C6850}"/>
          </ac:spMkLst>
        </pc:spChg>
        <pc:spChg chg="add mod">
          <ac:chgData name="祥真 大倉" userId="f38b5e8f2a82e360" providerId="LiveId" clId="{18EA8B0B-1212-412C-BCE1-2B2664FD1E60}" dt="2026-07-01T12:32:54.698" v="1693" actId="571"/>
          <ac:spMkLst>
            <pc:docMk/>
            <pc:sldMk cId="3014868508" sldId="258"/>
            <ac:spMk id="22" creationId="{197C0CFF-4204-E19D-9520-1AB53D94B4D4}"/>
          </ac:spMkLst>
        </pc:spChg>
        <pc:spChg chg="add del mod">
          <ac:chgData name="祥真 大倉" userId="f38b5e8f2a82e360" providerId="LiveId" clId="{18EA8B0B-1212-412C-BCE1-2B2664FD1E60}" dt="2026-07-01T12:36:50.845" v="1722" actId="478"/>
          <ac:spMkLst>
            <pc:docMk/>
            <pc:sldMk cId="3014868508" sldId="258"/>
            <ac:spMk id="23" creationId="{1D5D1207-206A-39FA-A630-A2280CD6C894}"/>
          </ac:spMkLst>
        </pc:spChg>
        <pc:spChg chg="add del mod">
          <ac:chgData name="祥真 大倉" userId="f38b5e8f2a82e360" providerId="LiveId" clId="{18EA8B0B-1212-412C-BCE1-2B2664FD1E60}" dt="2026-07-01T12:36:51.607" v="1723" actId="478"/>
          <ac:spMkLst>
            <pc:docMk/>
            <pc:sldMk cId="3014868508" sldId="258"/>
            <ac:spMk id="24" creationId="{2843470B-5235-58ED-0B4B-ADE54A1E4DFF}"/>
          </ac:spMkLst>
        </pc:spChg>
        <pc:spChg chg="del">
          <ac:chgData name="祥真 大倉" userId="f38b5e8f2a82e360" providerId="LiveId" clId="{18EA8B0B-1212-412C-BCE1-2B2664FD1E60}" dt="2026-06-30T14:16:54.530" v="87" actId="478"/>
          <ac:spMkLst>
            <pc:docMk/>
            <pc:sldMk cId="3014868508" sldId="258"/>
            <ac:spMk id="24" creationId="{E4CFC43C-1E66-629D-DC76-176E3F839C71}"/>
          </ac:spMkLst>
        </pc:spChg>
        <pc:spChg chg="add del mod">
          <ac:chgData name="祥真 大倉" userId="f38b5e8f2a82e360" providerId="LiveId" clId="{18EA8B0B-1212-412C-BCE1-2B2664FD1E60}" dt="2026-07-01T12:36:52.060" v="1724" actId="478"/>
          <ac:spMkLst>
            <pc:docMk/>
            <pc:sldMk cId="3014868508" sldId="258"/>
            <ac:spMk id="25" creationId="{52E683A4-58F9-60A9-7798-D8155D7161C4}"/>
          </ac:spMkLst>
        </pc:spChg>
        <pc:spChg chg="mod topLvl">
          <ac:chgData name="祥真 大倉" userId="f38b5e8f2a82e360" providerId="LiveId" clId="{18EA8B0B-1212-412C-BCE1-2B2664FD1E60}" dt="2026-06-30T14:32:32.256" v="144" actId="164"/>
          <ac:spMkLst>
            <pc:docMk/>
            <pc:sldMk cId="3014868508" sldId="258"/>
            <ac:spMk id="28" creationId="{F843ED23-C750-E24D-2F09-BE43A0F42CE4}"/>
          </ac:spMkLst>
        </pc:spChg>
        <pc:spChg chg="mod topLvl">
          <ac:chgData name="祥真 大倉" userId="f38b5e8f2a82e360" providerId="LiveId" clId="{18EA8B0B-1212-412C-BCE1-2B2664FD1E60}" dt="2026-06-30T14:32:32.256" v="144" actId="164"/>
          <ac:spMkLst>
            <pc:docMk/>
            <pc:sldMk cId="3014868508" sldId="258"/>
            <ac:spMk id="29" creationId="{E39FB948-92B0-E91F-8F6D-B4DC3644DE48}"/>
          </ac:spMkLst>
        </pc:spChg>
        <pc:spChg chg="add del mod">
          <ac:chgData name="祥真 大倉" userId="f38b5e8f2a82e360" providerId="LiveId" clId="{18EA8B0B-1212-412C-BCE1-2B2664FD1E60}" dt="2026-07-01T15:07:14.130" v="2085" actId="478"/>
          <ac:spMkLst>
            <pc:docMk/>
            <pc:sldMk cId="3014868508" sldId="258"/>
            <ac:spMk id="31" creationId="{3BCF39B9-DBF0-91C2-8563-8F373893EFD0}"/>
          </ac:spMkLst>
        </pc:spChg>
        <pc:spChg chg="add mod">
          <ac:chgData name="祥真 大倉" userId="f38b5e8f2a82e360" providerId="LiveId" clId="{18EA8B0B-1212-412C-BCE1-2B2664FD1E60}" dt="2026-06-30T14:31:28.995" v="119" actId="571"/>
          <ac:spMkLst>
            <pc:docMk/>
            <pc:sldMk cId="3014868508" sldId="258"/>
            <ac:spMk id="32" creationId="{601CC05D-1425-9DAD-8D01-784A239B78F6}"/>
          </ac:spMkLst>
        </pc:spChg>
        <pc:spChg chg="mod topLvl">
          <ac:chgData name="祥真 大倉" userId="f38b5e8f2a82e360" providerId="LiveId" clId="{18EA8B0B-1212-412C-BCE1-2B2664FD1E60}" dt="2026-07-01T13:25:45.483" v="1743" actId="164"/>
          <ac:spMkLst>
            <pc:docMk/>
            <pc:sldMk cId="3014868508" sldId="258"/>
            <ac:spMk id="32" creationId="{F94F78B3-C683-5A0F-C3BE-2425CE7BCD4F}"/>
          </ac:spMkLst>
        </pc:spChg>
        <pc:spChg chg="add del mod">
          <ac:chgData name="祥真 大倉" userId="f38b5e8f2a82e360" providerId="LiveId" clId="{18EA8B0B-1212-412C-BCE1-2B2664FD1E60}" dt="2026-06-30T14:32:07.745" v="139" actId="478"/>
          <ac:spMkLst>
            <pc:docMk/>
            <pc:sldMk cId="3014868508" sldId="258"/>
            <ac:spMk id="34" creationId="{4AA9BCB6-4C4B-E71C-8FCB-D0EEC3B0FFA7}"/>
          </ac:spMkLst>
        </pc:spChg>
        <pc:spChg chg="mod">
          <ac:chgData name="祥真 大倉" userId="f38b5e8f2a82e360" providerId="LiveId" clId="{18EA8B0B-1212-412C-BCE1-2B2664FD1E60}" dt="2026-07-01T13:25:42.704" v="1742" actId="165"/>
          <ac:spMkLst>
            <pc:docMk/>
            <pc:sldMk cId="3014868508" sldId="258"/>
            <ac:spMk id="34" creationId="{8839D98E-B1BA-110D-B05E-03880A4808B9}"/>
          </ac:spMkLst>
        </pc:spChg>
        <pc:spChg chg="mod">
          <ac:chgData name="祥真 大倉" userId="f38b5e8f2a82e360" providerId="LiveId" clId="{18EA8B0B-1212-412C-BCE1-2B2664FD1E60}" dt="2026-06-30T14:33:49.191" v="171" actId="207"/>
          <ac:spMkLst>
            <pc:docMk/>
            <pc:sldMk cId="3014868508" sldId="258"/>
            <ac:spMk id="39" creationId="{185E38B7-79A6-A788-202B-9F769CD87209}"/>
          </ac:spMkLst>
        </pc:spChg>
        <pc:spChg chg="mod">
          <ac:chgData name="祥真 大倉" userId="f38b5e8f2a82e360" providerId="LiveId" clId="{18EA8B0B-1212-412C-BCE1-2B2664FD1E60}" dt="2026-06-30T14:33:49.191" v="171" actId="207"/>
          <ac:spMkLst>
            <pc:docMk/>
            <pc:sldMk cId="3014868508" sldId="258"/>
            <ac:spMk id="40" creationId="{5EC3C306-5E0E-1A23-8D87-D293BD03830F}"/>
          </ac:spMkLst>
        </pc:spChg>
        <pc:spChg chg="mod">
          <ac:chgData name="祥真 大倉" userId="f38b5e8f2a82e360" providerId="LiveId" clId="{18EA8B0B-1212-412C-BCE1-2B2664FD1E60}" dt="2026-06-30T14:33:49.191" v="171" actId="207"/>
          <ac:spMkLst>
            <pc:docMk/>
            <pc:sldMk cId="3014868508" sldId="258"/>
            <ac:spMk id="41" creationId="{3D546668-8C69-DCE2-23FE-EB4BB2A2410C}"/>
          </ac:spMkLst>
        </pc:spChg>
        <pc:spChg chg="mod">
          <ac:chgData name="祥真 大倉" userId="f38b5e8f2a82e360" providerId="LiveId" clId="{18EA8B0B-1212-412C-BCE1-2B2664FD1E60}" dt="2026-06-30T14:33:49.191" v="171" actId="207"/>
          <ac:spMkLst>
            <pc:docMk/>
            <pc:sldMk cId="3014868508" sldId="258"/>
            <ac:spMk id="42" creationId="{986EF08E-D374-2540-AA5C-6AF47D468829}"/>
          </ac:spMkLst>
        </pc:spChg>
        <pc:spChg chg="mod">
          <ac:chgData name="祥真 大倉" userId="f38b5e8f2a82e360" providerId="LiveId" clId="{18EA8B0B-1212-412C-BCE1-2B2664FD1E60}" dt="2026-06-30T14:33:49.191" v="171" actId="207"/>
          <ac:spMkLst>
            <pc:docMk/>
            <pc:sldMk cId="3014868508" sldId="258"/>
            <ac:spMk id="45" creationId="{DF985E48-EDB0-9182-B09A-F1C30AA405F4}"/>
          </ac:spMkLst>
        </pc:spChg>
        <pc:spChg chg="mod">
          <ac:chgData name="祥真 大倉" userId="f38b5e8f2a82e360" providerId="LiveId" clId="{18EA8B0B-1212-412C-BCE1-2B2664FD1E60}" dt="2026-06-30T14:33:49.191" v="171" actId="207"/>
          <ac:spMkLst>
            <pc:docMk/>
            <pc:sldMk cId="3014868508" sldId="258"/>
            <ac:spMk id="46" creationId="{2D77FB04-E343-C3FF-267B-DBBA55633F3E}"/>
          </ac:spMkLst>
        </pc:spChg>
        <pc:spChg chg="mod">
          <ac:chgData name="祥真 大倉" userId="f38b5e8f2a82e360" providerId="LiveId" clId="{18EA8B0B-1212-412C-BCE1-2B2664FD1E60}" dt="2026-06-30T14:33:49.191" v="171" actId="207"/>
          <ac:spMkLst>
            <pc:docMk/>
            <pc:sldMk cId="3014868508" sldId="258"/>
            <ac:spMk id="48" creationId="{119FA43E-EE29-1AE9-B6EC-06B734565556}"/>
          </ac:spMkLst>
        </pc:spChg>
        <pc:spChg chg="mod">
          <ac:chgData name="祥真 大倉" userId="f38b5e8f2a82e360" providerId="LiveId" clId="{18EA8B0B-1212-412C-BCE1-2B2664FD1E60}" dt="2026-06-30T14:33:49.191" v="171" actId="207"/>
          <ac:spMkLst>
            <pc:docMk/>
            <pc:sldMk cId="3014868508" sldId="258"/>
            <ac:spMk id="49" creationId="{9AD13BA7-4F55-3EC6-5011-83821F11E5ED}"/>
          </ac:spMkLst>
        </pc:spChg>
        <pc:spChg chg="mod">
          <ac:chgData name="祥真 大倉" userId="f38b5e8f2a82e360" providerId="LiveId" clId="{18EA8B0B-1212-412C-BCE1-2B2664FD1E60}" dt="2026-06-30T14:33:49.191" v="171" actId="207"/>
          <ac:spMkLst>
            <pc:docMk/>
            <pc:sldMk cId="3014868508" sldId="258"/>
            <ac:spMk id="50" creationId="{52A170E1-8AF5-89EF-87E7-E84A8D6AB3EE}"/>
          </ac:spMkLst>
        </pc:spChg>
        <pc:spChg chg="mod">
          <ac:chgData name="祥真 大倉" userId="f38b5e8f2a82e360" providerId="LiveId" clId="{18EA8B0B-1212-412C-BCE1-2B2664FD1E60}" dt="2026-06-30T14:33:49.191" v="171" actId="207"/>
          <ac:spMkLst>
            <pc:docMk/>
            <pc:sldMk cId="3014868508" sldId="258"/>
            <ac:spMk id="51" creationId="{64450C5E-C7A4-5D3C-EAD0-467C2739C2B5}"/>
          </ac:spMkLst>
        </pc:spChg>
        <pc:spChg chg="mod topLvl">
          <ac:chgData name="祥真 大倉" userId="f38b5e8f2a82e360" providerId="LiveId" clId="{18EA8B0B-1212-412C-BCE1-2B2664FD1E60}" dt="2026-07-01T13:25:45.483" v="1743" actId="164"/>
          <ac:spMkLst>
            <pc:docMk/>
            <pc:sldMk cId="3014868508" sldId="258"/>
            <ac:spMk id="59" creationId="{259D7676-9A38-B2BA-E0E1-0BBB17E455B8}"/>
          </ac:spMkLst>
        </pc:spChg>
        <pc:spChg chg="mod">
          <ac:chgData name="祥真 大倉" userId="f38b5e8f2a82e360" providerId="LiveId" clId="{18EA8B0B-1212-412C-BCE1-2B2664FD1E60}" dt="2026-07-01T13:25:42.704" v="1742" actId="165"/>
          <ac:spMkLst>
            <pc:docMk/>
            <pc:sldMk cId="3014868508" sldId="258"/>
            <ac:spMk id="62" creationId="{1D5A0BE1-816A-8F21-6A94-DA9AE17E4EA1}"/>
          </ac:spMkLst>
        </pc:spChg>
        <pc:spChg chg="mod">
          <ac:chgData name="祥真 大倉" userId="f38b5e8f2a82e360" providerId="LiveId" clId="{18EA8B0B-1212-412C-BCE1-2B2664FD1E60}" dt="2026-07-01T13:25:42.704" v="1742" actId="165"/>
          <ac:spMkLst>
            <pc:docMk/>
            <pc:sldMk cId="3014868508" sldId="258"/>
            <ac:spMk id="67" creationId="{5563B6A6-9ECB-C345-C571-A1E101118EB9}"/>
          </ac:spMkLst>
        </pc:spChg>
        <pc:spChg chg="mod">
          <ac:chgData name="祥真 大倉" userId="f38b5e8f2a82e360" providerId="LiveId" clId="{18EA8B0B-1212-412C-BCE1-2B2664FD1E60}" dt="2026-07-01T13:25:42.704" v="1742" actId="165"/>
          <ac:spMkLst>
            <pc:docMk/>
            <pc:sldMk cId="3014868508" sldId="258"/>
            <ac:spMk id="75" creationId="{809991D9-3417-A86B-E2D8-125468272811}"/>
          </ac:spMkLst>
        </pc:spChg>
        <pc:spChg chg="mod">
          <ac:chgData name="祥真 大倉" userId="f38b5e8f2a82e360" providerId="LiveId" clId="{18EA8B0B-1212-412C-BCE1-2B2664FD1E60}" dt="2026-07-01T13:25:42.704" v="1742" actId="165"/>
          <ac:spMkLst>
            <pc:docMk/>
            <pc:sldMk cId="3014868508" sldId="258"/>
            <ac:spMk id="79" creationId="{529CC479-BE92-0045-8932-17593FC7B67F}"/>
          </ac:spMkLst>
        </pc:spChg>
        <pc:spChg chg="mod">
          <ac:chgData name="祥真 大倉" userId="f38b5e8f2a82e360" providerId="LiveId" clId="{18EA8B0B-1212-412C-BCE1-2B2664FD1E60}" dt="2026-07-01T13:25:42.704" v="1742" actId="165"/>
          <ac:spMkLst>
            <pc:docMk/>
            <pc:sldMk cId="3014868508" sldId="258"/>
            <ac:spMk id="82" creationId="{62163662-8188-9EA3-DD51-FC8711AB82FB}"/>
          </ac:spMkLst>
        </pc:spChg>
        <pc:spChg chg="mod">
          <ac:chgData name="祥真 大倉" userId="f38b5e8f2a82e360" providerId="LiveId" clId="{18EA8B0B-1212-412C-BCE1-2B2664FD1E60}" dt="2026-07-01T13:25:42.704" v="1742" actId="165"/>
          <ac:spMkLst>
            <pc:docMk/>
            <pc:sldMk cId="3014868508" sldId="258"/>
            <ac:spMk id="84" creationId="{D562FEF7-6A4A-8AEE-2E12-C8A97536D0D0}"/>
          </ac:spMkLst>
        </pc:spChg>
        <pc:spChg chg="mod">
          <ac:chgData name="祥真 大倉" userId="f38b5e8f2a82e360" providerId="LiveId" clId="{18EA8B0B-1212-412C-BCE1-2B2664FD1E60}" dt="2026-07-01T13:25:42.704" v="1742" actId="165"/>
          <ac:spMkLst>
            <pc:docMk/>
            <pc:sldMk cId="3014868508" sldId="258"/>
            <ac:spMk id="87" creationId="{B4A1E6A6-D833-B46C-D77A-B216F6AADBE9}"/>
          </ac:spMkLst>
        </pc:spChg>
        <pc:spChg chg="mod">
          <ac:chgData name="祥真 大倉" userId="f38b5e8f2a82e360" providerId="LiveId" clId="{18EA8B0B-1212-412C-BCE1-2B2664FD1E60}" dt="2026-07-01T13:26:17.755" v="1749" actId="571"/>
          <ac:spMkLst>
            <pc:docMk/>
            <pc:sldMk cId="3014868508" sldId="258"/>
            <ac:spMk id="94" creationId="{FEC9C5A5-667B-F260-EAA3-498D4705234A}"/>
          </ac:spMkLst>
        </pc:spChg>
        <pc:spChg chg="mod">
          <ac:chgData name="祥真 大倉" userId="f38b5e8f2a82e360" providerId="LiveId" clId="{18EA8B0B-1212-412C-BCE1-2B2664FD1E60}" dt="2026-07-01T13:26:17.755" v="1749" actId="571"/>
          <ac:spMkLst>
            <pc:docMk/>
            <pc:sldMk cId="3014868508" sldId="258"/>
            <ac:spMk id="95" creationId="{47C9055D-D8A6-913C-B094-F60A95E595DE}"/>
          </ac:spMkLst>
        </pc:spChg>
        <pc:spChg chg="mod">
          <ac:chgData name="祥真 大倉" userId="f38b5e8f2a82e360" providerId="LiveId" clId="{18EA8B0B-1212-412C-BCE1-2B2664FD1E60}" dt="2026-07-01T13:26:17.755" v="1749" actId="571"/>
          <ac:spMkLst>
            <pc:docMk/>
            <pc:sldMk cId="3014868508" sldId="258"/>
            <ac:spMk id="96" creationId="{A0E863ED-E6CA-20DC-1316-E3B119905A7E}"/>
          </ac:spMkLst>
        </pc:spChg>
        <pc:spChg chg="mod">
          <ac:chgData name="祥真 大倉" userId="f38b5e8f2a82e360" providerId="LiveId" clId="{18EA8B0B-1212-412C-BCE1-2B2664FD1E60}" dt="2026-07-01T13:26:17.755" v="1749" actId="571"/>
          <ac:spMkLst>
            <pc:docMk/>
            <pc:sldMk cId="3014868508" sldId="258"/>
            <ac:spMk id="97" creationId="{13B3F5C4-8E8B-2C37-1E35-1D9E6176F199}"/>
          </ac:spMkLst>
        </pc:spChg>
        <pc:spChg chg="mod">
          <ac:chgData name="祥真 大倉" userId="f38b5e8f2a82e360" providerId="LiveId" clId="{18EA8B0B-1212-412C-BCE1-2B2664FD1E60}" dt="2026-07-01T13:26:17.755" v="1749" actId="571"/>
          <ac:spMkLst>
            <pc:docMk/>
            <pc:sldMk cId="3014868508" sldId="258"/>
            <ac:spMk id="98" creationId="{2B037962-97A7-E11E-2DA0-810E5FDB132A}"/>
          </ac:spMkLst>
        </pc:spChg>
        <pc:spChg chg="mod">
          <ac:chgData name="祥真 大倉" userId="f38b5e8f2a82e360" providerId="LiveId" clId="{18EA8B0B-1212-412C-BCE1-2B2664FD1E60}" dt="2026-07-01T13:26:17.755" v="1749" actId="571"/>
          <ac:spMkLst>
            <pc:docMk/>
            <pc:sldMk cId="3014868508" sldId="258"/>
            <ac:spMk id="99" creationId="{A2D19CB8-5D79-26E3-6306-9D518CFD3414}"/>
          </ac:spMkLst>
        </pc:spChg>
        <pc:spChg chg="mod">
          <ac:chgData name="祥真 大倉" userId="f38b5e8f2a82e360" providerId="LiveId" clId="{18EA8B0B-1212-412C-BCE1-2B2664FD1E60}" dt="2026-07-01T13:26:17.755" v="1749" actId="571"/>
          <ac:spMkLst>
            <pc:docMk/>
            <pc:sldMk cId="3014868508" sldId="258"/>
            <ac:spMk id="100" creationId="{FFA14608-9E67-EAE2-00EE-E1323296360E}"/>
          </ac:spMkLst>
        </pc:spChg>
        <pc:spChg chg="mod">
          <ac:chgData name="祥真 大倉" userId="f38b5e8f2a82e360" providerId="LiveId" clId="{18EA8B0B-1212-412C-BCE1-2B2664FD1E60}" dt="2026-07-01T13:26:17.755" v="1749" actId="571"/>
          <ac:spMkLst>
            <pc:docMk/>
            <pc:sldMk cId="3014868508" sldId="258"/>
            <ac:spMk id="101" creationId="{2DFD4C40-1540-D182-94FC-9ED7E0DB47E4}"/>
          </ac:spMkLst>
        </pc:spChg>
        <pc:spChg chg="mod">
          <ac:chgData name="祥真 大倉" userId="f38b5e8f2a82e360" providerId="LiveId" clId="{18EA8B0B-1212-412C-BCE1-2B2664FD1E60}" dt="2026-07-01T13:26:17.755" v="1749" actId="571"/>
          <ac:spMkLst>
            <pc:docMk/>
            <pc:sldMk cId="3014868508" sldId="258"/>
            <ac:spMk id="102" creationId="{81F36440-7DA1-0A69-5B14-B66BE7D40A3B}"/>
          </ac:spMkLst>
        </pc:spChg>
        <pc:spChg chg="mod">
          <ac:chgData name="祥真 大倉" userId="f38b5e8f2a82e360" providerId="LiveId" clId="{18EA8B0B-1212-412C-BCE1-2B2664FD1E60}" dt="2026-07-01T13:26:27.830" v="1752" actId="571"/>
          <ac:spMkLst>
            <pc:docMk/>
            <pc:sldMk cId="3014868508" sldId="258"/>
            <ac:spMk id="104" creationId="{71CE91E0-E8C2-D570-E5D3-BCF7791D6A3C}"/>
          </ac:spMkLst>
        </pc:spChg>
        <pc:spChg chg="mod">
          <ac:chgData name="祥真 大倉" userId="f38b5e8f2a82e360" providerId="LiveId" clId="{18EA8B0B-1212-412C-BCE1-2B2664FD1E60}" dt="2026-07-01T13:26:27.830" v="1752" actId="571"/>
          <ac:spMkLst>
            <pc:docMk/>
            <pc:sldMk cId="3014868508" sldId="258"/>
            <ac:spMk id="105" creationId="{6D5D8ECA-56A2-EE8A-AB23-F708BD11C32F}"/>
          </ac:spMkLst>
        </pc:spChg>
        <pc:spChg chg="add del mod">
          <ac:chgData name="祥真 大倉" userId="f38b5e8f2a82e360" providerId="LiveId" clId="{18EA8B0B-1212-412C-BCE1-2B2664FD1E60}" dt="2026-07-01T13:34:39.502" v="1812" actId="478"/>
          <ac:spMkLst>
            <pc:docMk/>
            <pc:sldMk cId="3014868508" sldId="258"/>
            <ac:spMk id="106" creationId="{6B61A07A-DB96-0DD9-C635-F66C40614F2E}"/>
          </ac:spMkLst>
        </pc:spChg>
        <pc:spChg chg="add mod">
          <ac:chgData name="祥真 大倉" userId="f38b5e8f2a82e360" providerId="LiveId" clId="{18EA8B0B-1212-412C-BCE1-2B2664FD1E60}" dt="2026-07-01T15:27:32.141" v="3068" actId="1076"/>
          <ac:spMkLst>
            <pc:docMk/>
            <pc:sldMk cId="3014868508" sldId="258"/>
            <ac:spMk id="107" creationId="{768082B0-DF29-791C-CFEC-31874FC98A77}"/>
          </ac:spMkLst>
        </pc:spChg>
        <pc:spChg chg="add del mod">
          <ac:chgData name="祥真 大倉" userId="f38b5e8f2a82e360" providerId="LiveId" clId="{18EA8B0B-1212-412C-BCE1-2B2664FD1E60}" dt="2026-07-01T14:02:58.286" v="1968" actId="478"/>
          <ac:spMkLst>
            <pc:docMk/>
            <pc:sldMk cId="3014868508" sldId="258"/>
            <ac:spMk id="108" creationId="{88504889-8DD5-F9A7-A41D-28DE74772C8C}"/>
          </ac:spMkLst>
        </pc:spChg>
        <pc:spChg chg="add del mod">
          <ac:chgData name="祥真 大倉" userId="f38b5e8f2a82e360" providerId="LiveId" clId="{18EA8B0B-1212-412C-BCE1-2B2664FD1E60}" dt="2026-07-01T14:02:55.511" v="1967" actId="478"/>
          <ac:spMkLst>
            <pc:docMk/>
            <pc:sldMk cId="3014868508" sldId="258"/>
            <ac:spMk id="109" creationId="{2CD048AF-9049-5BF0-CE28-93AD475A5F04}"/>
          </ac:spMkLst>
        </pc:spChg>
        <pc:spChg chg="add mod">
          <ac:chgData name="祥真 大倉" userId="f38b5e8f2a82e360" providerId="LiveId" clId="{18EA8B0B-1212-412C-BCE1-2B2664FD1E60}" dt="2026-07-01T13:28:37.193" v="1783" actId="571"/>
          <ac:spMkLst>
            <pc:docMk/>
            <pc:sldMk cId="3014868508" sldId="258"/>
            <ac:spMk id="110" creationId="{6E902E4D-CCDA-193A-519A-26A6EDF0C234}"/>
          </ac:spMkLst>
        </pc:spChg>
        <pc:spChg chg="add mod">
          <ac:chgData name="祥真 大倉" userId="f38b5e8f2a82e360" providerId="LiveId" clId="{18EA8B0B-1212-412C-BCE1-2B2664FD1E60}" dt="2026-07-01T13:28:39.621" v="1785" actId="571"/>
          <ac:spMkLst>
            <pc:docMk/>
            <pc:sldMk cId="3014868508" sldId="258"/>
            <ac:spMk id="111" creationId="{2FA89AA9-D804-7604-F210-32962F1CB82F}"/>
          </ac:spMkLst>
        </pc:spChg>
        <pc:spChg chg="add mod">
          <ac:chgData name="祥真 大倉" userId="f38b5e8f2a82e360" providerId="LiveId" clId="{18EA8B0B-1212-412C-BCE1-2B2664FD1E60}" dt="2026-07-01T13:28:55.018" v="1793" actId="571"/>
          <ac:spMkLst>
            <pc:docMk/>
            <pc:sldMk cId="3014868508" sldId="258"/>
            <ac:spMk id="112" creationId="{56A5E3D1-EE27-53CA-CDEE-4760A37FE5B1}"/>
          </ac:spMkLst>
        </pc:spChg>
        <pc:spChg chg="add del mod">
          <ac:chgData name="祥真 大倉" userId="f38b5e8f2a82e360" providerId="LiveId" clId="{18EA8B0B-1212-412C-BCE1-2B2664FD1E60}" dt="2026-07-01T13:29:52.761" v="1803" actId="478"/>
          <ac:spMkLst>
            <pc:docMk/>
            <pc:sldMk cId="3014868508" sldId="258"/>
            <ac:spMk id="116" creationId="{C1D9CE71-66A3-FB8F-2379-113875FAC3D2}"/>
          </ac:spMkLst>
        </pc:spChg>
        <pc:spChg chg="mod">
          <ac:chgData name="祥真 大倉" userId="f38b5e8f2a82e360" providerId="LiveId" clId="{18EA8B0B-1212-412C-BCE1-2B2664FD1E60}" dt="2026-07-01T13:52:57.314" v="1822" actId="27803"/>
          <ac:spMkLst>
            <pc:docMk/>
            <pc:sldMk cId="3014868508" sldId="258"/>
            <ac:spMk id="137" creationId="{52A871E2-28A2-C8E1-F94B-1D4C6236BC85}"/>
          </ac:spMkLst>
        </pc:spChg>
        <pc:spChg chg="mod">
          <ac:chgData name="祥真 大倉" userId="f38b5e8f2a82e360" providerId="LiveId" clId="{18EA8B0B-1212-412C-BCE1-2B2664FD1E60}" dt="2026-07-01T13:52:57.314" v="1822" actId="27803"/>
          <ac:spMkLst>
            <pc:docMk/>
            <pc:sldMk cId="3014868508" sldId="258"/>
            <ac:spMk id="141" creationId="{04B5E0E7-9576-C9D7-97A8-25F240E65B3A}"/>
          </ac:spMkLst>
        </pc:spChg>
        <pc:spChg chg="mod">
          <ac:chgData name="祥真 大倉" userId="f38b5e8f2a82e360" providerId="LiveId" clId="{18EA8B0B-1212-412C-BCE1-2B2664FD1E60}" dt="2026-07-01T13:52:57.314" v="1822" actId="27803"/>
          <ac:spMkLst>
            <pc:docMk/>
            <pc:sldMk cId="3014868508" sldId="258"/>
            <ac:spMk id="146" creationId="{A761F1FC-943A-7FF5-2EBA-E4DBAFC489A7}"/>
          </ac:spMkLst>
        </pc:spChg>
        <pc:spChg chg="mod">
          <ac:chgData name="祥真 大倉" userId="f38b5e8f2a82e360" providerId="LiveId" clId="{18EA8B0B-1212-412C-BCE1-2B2664FD1E60}" dt="2026-07-01T13:52:57.314" v="1822" actId="27803"/>
          <ac:spMkLst>
            <pc:docMk/>
            <pc:sldMk cId="3014868508" sldId="258"/>
            <ac:spMk id="147" creationId="{E54CD423-E178-4DF4-69C3-038272D38E49}"/>
          </ac:spMkLst>
        </pc:spChg>
        <pc:spChg chg="mod">
          <ac:chgData name="祥真 大倉" userId="f38b5e8f2a82e360" providerId="LiveId" clId="{18EA8B0B-1212-412C-BCE1-2B2664FD1E60}" dt="2026-07-01T13:52:57.314" v="1822" actId="27803"/>
          <ac:spMkLst>
            <pc:docMk/>
            <pc:sldMk cId="3014868508" sldId="258"/>
            <ac:spMk id="148" creationId="{8D0648B1-8593-FBC2-23D4-3253BBC9908E}"/>
          </ac:spMkLst>
        </pc:spChg>
        <pc:spChg chg="mod">
          <ac:chgData name="祥真 大倉" userId="f38b5e8f2a82e360" providerId="LiveId" clId="{18EA8B0B-1212-412C-BCE1-2B2664FD1E60}" dt="2026-07-01T13:52:57.314" v="1822" actId="27803"/>
          <ac:spMkLst>
            <pc:docMk/>
            <pc:sldMk cId="3014868508" sldId="258"/>
            <ac:spMk id="155" creationId="{DF6D6E36-E4B2-5D4D-0EB0-F398CF088890}"/>
          </ac:spMkLst>
        </pc:spChg>
        <pc:spChg chg="mod">
          <ac:chgData name="祥真 大倉" userId="f38b5e8f2a82e360" providerId="LiveId" clId="{18EA8B0B-1212-412C-BCE1-2B2664FD1E60}" dt="2026-07-01T13:52:57.314" v="1822" actId="27803"/>
          <ac:spMkLst>
            <pc:docMk/>
            <pc:sldMk cId="3014868508" sldId="258"/>
            <ac:spMk id="157" creationId="{031ED1DB-538A-060A-7938-FDF5BDCD01AC}"/>
          </ac:spMkLst>
        </pc:spChg>
        <pc:spChg chg="mod">
          <ac:chgData name="祥真 大倉" userId="f38b5e8f2a82e360" providerId="LiveId" clId="{18EA8B0B-1212-412C-BCE1-2B2664FD1E60}" dt="2026-07-01T13:52:57.314" v="1822" actId="27803"/>
          <ac:spMkLst>
            <pc:docMk/>
            <pc:sldMk cId="3014868508" sldId="258"/>
            <ac:spMk id="162" creationId="{E9B376D7-7788-6822-4688-C359EA6EFE68}"/>
          </ac:spMkLst>
        </pc:spChg>
        <pc:spChg chg="mod">
          <ac:chgData name="祥真 大倉" userId="f38b5e8f2a82e360" providerId="LiveId" clId="{18EA8B0B-1212-412C-BCE1-2B2664FD1E60}" dt="2026-07-01T13:52:57.314" v="1822" actId="27803"/>
          <ac:spMkLst>
            <pc:docMk/>
            <pc:sldMk cId="3014868508" sldId="258"/>
            <ac:spMk id="166" creationId="{3ABCF429-9508-9BDA-6121-C1C757F00151}"/>
          </ac:spMkLst>
        </pc:spChg>
        <pc:spChg chg="mod">
          <ac:chgData name="祥真 大倉" userId="f38b5e8f2a82e360" providerId="LiveId" clId="{18EA8B0B-1212-412C-BCE1-2B2664FD1E60}" dt="2026-07-01T13:52:57.314" v="1822" actId="27803"/>
          <ac:spMkLst>
            <pc:docMk/>
            <pc:sldMk cId="3014868508" sldId="258"/>
            <ac:spMk id="169" creationId="{F8BF66CE-8F3D-A725-A176-3EFF54EEF165}"/>
          </ac:spMkLst>
        </pc:spChg>
        <pc:spChg chg="mod">
          <ac:chgData name="祥真 大倉" userId="f38b5e8f2a82e360" providerId="LiveId" clId="{18EA8B0B-1212-412C-BCE1-2B2664FD1E60}" dt="2026-07-01T13:54:16.533" v="1835" actId="164"/>
          <ac:spMkLst>
            <pc:docMk/>
            <pc:sldMk cId="3014868508" sldId="258"/>
            <ac:spMk id="181" creationId="{FD0C1EAE-6EF3-C5B7-A305-1F3D82C7ABE2}"/>
          </ac:spMkLst>
        </pc:spChg>
        <pc:spChg chg="mod">
          <ac:chgData name="祥真 大倉" userId="f38b5e8f2a82e360" providerId="LiveId" clId="{18EA8B0B-1212-412C-BCE1-2B2664FD1E60}" dt="2026-07-01T13:54:13.759" v="1834" actId="165"/>
          <ac:spMkLst>
            <pc:docMk/>
            <pc:sldMk cId="3014868508" sldId="258"/>
            <ac:spMk id="185" creationId="{918EF5B4-55FC-4240-5A2A-9DD998C3D4A2}"/>
          </ac:spMkLst>
        </pc:spChg>
        <pc:spChg chg="mod">
          <ac:chgData name="祥真 大倉" userId="f38b5e8f2a82e360" providerId="LiveId" clId="{18EA8B0B-1212-412C-BCE1-2B2664FD1E60}" dt="2026-07-01T13:54:13.759" v="1834" actId="165"/>
          <ac:spMkLst>
            <pc:docMk/>
            <pc:sldMk cId="3014868508" sldId="258"/>
            <ac:spMk id="186" creationId="{604CBA6A-6A35-9147-DDDC-68A5A156052C}"/>
          </ac:spMkLst>
        </pc:spChg>
        <pc:spChg chg="mod">
          <ac:chgData name="祥真 大倉" userId="f38b5e8f2a82e360" providerId="LiveId" clId="{18EA8B0B-1212-412C-BCE1-2B2664FD1E60}" dt="2026-07-01T13:54:16.533" v="1835" actId="164"/>
          <ac:spMkLst>
            <pc:docMk/>
            <pc:sldMk cId="3014868508" sldId="258"/>
            <ac:spMk id="193" creationId="{3CC68CE8-9515-037F-4097-EE77F430DA00}"/>
          </ac:spMkLst>
        </pc:spChg>
        <pc:spChg chg="mod">
          <ac:chgData name="祥真 大倉" userId="f38b5e8f2a82e360" providerId="LiveId" clId="{18EA8B0B-1212-412C-BCE1-2B2664FD1E60}" dt="2026-07-01T13:54:20.544" v="1838" actId="164"/>
          <ac:spMkLst>
            <pc:docMk/>
            <pc:sldMk cId="3014868508" sldId="258"/>
            <ac:spMk id="194" creationId="{F198ACAD-F65F-BDF1-A871-6006C120F636}"/>
          </ac:spMkLst>
        </pc:spChg>
        <pc:spChg chg="mod">
          <ac:chgData name="祥真 大倉" userId="f38b5e8f2a82e360" providerId="LiveId" clId="{18EA8B0B-1212-412C-BCE1-2B2664FD1E60}" dt="2026-07-01T13:54:20.544" v="1838" actId="164"/>
          <ac:spMkLst>
            <pc:docMk/>
            <pc:sldMk cId="3014868508" sldId="258"/>
            <ac:spMk id="195" creationId="{86D00EBE-150D-C421-E485-EA8E54E8ED0B}"/>
          </ac:spMkLst>
        </pc:spChg>
        <pc:spChg chg="mod">
          <ac:chgData name="祥真 大倉" userId="f38b5e8f2a82e360" providerId="LiveId" clId="{18EA8B0B-1212-412C-BCE1-2B2664FD1E60}" dt="2026-07-01T13:54:20.544" v="1838" actId="164"/>
          <ac:spMkLst>
            <pc:docMk/>
            <pc:sldMk cId="3014868508" sldId="258"/>
            <ac:spMk id="196" creationId="{B0FD4972-0F83-277C-1669-F6687E8A3218}"/>
          </ac:spMkLst>
        </pc:spChg>
        <pc:spChg chg="mod">
          <ac:chgData name="祥真 大倉" userId="f38b5e8f2a82e360" providerId="LiveId" clId="{18EA8B0B-1212-412C-BCE1-2B2664FD1E60}" dt="2026-07-01T13:54:20.544" v="1838" actId="164"/>
          <ac:spMkLst>
            <pc:docMk/>
            <pc:sldMk cId="3014868508" sldId="258"/>
            <ac:spMk id="197" creationId="{BC7CB2F3-43B7-83AB-C1A2-B8F48507928F}"/>
          </ac:spMkLst>
        </pc:spChg>
        <pc:spChg chg="mod">
          <ac:chgData name="祥真 大倉" userId="f38b5e8f2a82e360" providerId="LiveId" clId="{18EA8B0B-1212-412C-BCE1-2B2664FD1E60}" dt="2026-07-01T13:54:20.544" v="1838" actId="164"/>
          <ac:spMkLst>
            <pc:docMk/>
            <pc:sldMk cId="3014868508" sldId="258"/>
            <ac:spMk id="198" creationId="{C8ADDFC2-82D7-FB9C-7CF8-557BD1D1F9E9}"/>
          </ac:spMkLst>
        </pc:spChg>
        <pc:spChg chg="mod">
          <ac:chgData name="祥真 大倉" userId="f38b5e8f2a82e360" providerId="LiveId" clId="{18EA8B0B-1212-412C-BCE1-2B2664FD1E60}" dt="2026-07-01T14:00:41.606" v="1881" actId="1582"/>
          <ac:spMkLst>
            <pc:docMk/>
            <pc:sldMk cId="3014868508" sldId="258"/>
            <ac:spMk id="200" creationId="{32A8CC25-2362-4185-5A58-473E01836ED9}"/>
          </ac:spMkLst>
        </pc:spChg>
        <pc:spChg chg="mod">
          <ac:chgData name="祥真 大倉" userId="f38b5e8f2a82e360" providerId="LiveId" clId="{18EA8B0B-1212-412C-BCE1-2B2664FD1E60}" dt="2026-07-01T14:00:41.606" v="1881" actId="1582"/>
          <ac:spMkLst>
            <pc:docMk/>
            <pc:sldMk cId="3014868508" sldId="258"/>
            <ac:spMk id="201" creationId="{4A068CF5-0DFC-CD48-BB22-BF8B2DF35C9C}"/>
          </ac:spMkLst>
        </pc:spChg>
        <pc:spChg chg="mod">
          <ac:chgData name="祥真 大倉" userId="f38b5e8f2a82e360" providerId="LiveId" clId="{18EA8B0B-1212-412C-BCE1-2B2664FD1E60}" dt="2026-07-01T14:00:41.606" v="1881" actId="1582"/>
          <ac:spMkLst>
            <pc:docMk/>
            <pc:sldMk cId="3014868508" sldId="258"/>
            <ac:spMk id="202" creationId="{5D8C6BD1-06EC-27CA-CEE6-53CEF3892CA9}"/>
          </ac:spMkLst>
        </pc:spChg>
        <pc:spChg chg="mod">
          <ac:chgData name="祥真 大倉" userId="f38b5e8f2a82e360" providerId="LiveId" clId="{18EA8B0B-1212-412C-BCE1-2B2664FD1E60}" dt="2026-07-01T14:00:41.606" v="1881" actId="1582"/>
          <ac:spMkLst>
            <pc:docMk/>
            <pc:sldMk cId="3014868508" sldId="258"/>
            <ac:spMk id="203" creationId="{AC8A4DB5-15EF-6D39-17D4-E0098CA4A351}"/>
          </ac:spMkLst>
        </pc:spChg>
        <pc:spChg chg="mod">
          <ac:chgData name="祥真 大倉" userId="f38b5e8f2a82e360" providerId="LiveId" clId="{18EA8B0B-1212-412C-BCE1-2B2664FD1E60}" dt="2026-07-01T14:00:41.606" v="1881" actId="1582"/>
          <ac:spMkLst>
            <pc:docMk/>
            <pc:sldMk cId="3014868508" sldId="258"/>
            <ac:spMk id="204" creationId="{67F65F14-22E6-1F16-3243-2C75648A47A5}"/>
          </ac:spMkLst>
        </pc:spChg>
        <pc:spChg chg="mod">
          <ac:chgData name="祥真 大倉" userId="f38b5e8f2a82e360" providerId="LiveId" clId="{18EA8B0B-1212-412C-BCE1-2B2664FD1E60}" dt="2026-07-01T14:00:41.606" v="1881" actId="1582"/>
          <ac:spMkLst>
            <pc:docMk/>
            <pc:sldMk cId="3014868508" sldId="258"/>
            <ac:spMk id="205" creationId="{DEA82A4F-2335-C4DF-8805-B99396633554}"/>
          </ac:spMkLst>
        </pc:spChg>
        <pc:spChg chg="mod">
          <ac:chgData name="祥真 大倉" userId="f38b5e8f2a82e360" providerId="LiveId" clId="{18EA8B0B-1212-412C-BCE1-2B2664FD1E60}" dt="2026-07-01T13:59:49.686" v="1858" actId="165"/>
          <ac:spMkLst>
            <pc:docMk/>
            <pc:sldMk cId="3014868508" sldId="258"/>
            <ac:spMk id="207" creationId="{F6C15F3C-DC4C-C2B2-1D71-6827EE953003}"/>
          </ac:spMkLst>
        </pc:spChg>
        <pc:spChg chg="mod">
          <ac:chgData name="祥真 大倉" userId="f38b5e8f2a82e360" providerId="LiveId" clId="{18EA8B0B-1212-412C-BCE1-2B2664FD1E60}" dt="2026-07-01T13:59:49.686" v="1858" actId="165"/>
          <ac:spMkLst>
            <pc:docMk/>
            <pc:sldMk cId="3014868508" sldId="258"/>
            <ac:spMk id="208" creationId="{742A97D7-69FD-8816-9D4A-8AA4E9AD4BEC}"/>
          </ac:spMkLst>
        </pc:spChg>
        <pc:spChg chg="mod">
          <ac:chgData name="祥真 大倉" userId="f38b5e8f2a82e360" providerId="LiveId" clId="{18EA8B0B-1212-412C-BCE1-2B2664FD1E60}" dt="2026-07-01T13:59:49.686" v="1858" actId="165"/>
          <ac:spMkLst>
            <pc:docMk/>
            <pc:sldMk cId="3014868508" sldId="258"/>
            <ac:spMk id="209" creationId="{71C8D625-BC9A-C681-FA05-4341B2981D39}"/>
          </ac:spMkLst>
        </pc:spChg>
        <pc:spChg chg="mod">
          <ac:chgData name="祥真 大倉" userId="f38b5e8f2a82e360" providerId="LiveId" clId="{18EA8B0B-1212-412C-BCE1-2B2664FD1E60}" dt="2026-07-01T13:59:49.686" v="1858" actId="165"/>
          <ac:spMkLst>
            <pc:docMk/>
            <pc:sldMk cId="3014868508" sldId="258"/>
            <ac:spMk id="210" creationId="{DD95BA24-B65A-C467-DA44-5DC6EF052A5C}"/>
          </ac:spMkLst>
        </pc:spChg>
        <pc:spChg chg="mod">
          <ac:chgData name="祥真 大倉" userId="f38b5e8f2a82e360" providerId="LiveId" clId="{18EA8B0B-1212-412C-BCE1-2B2664FD1E60}" dt="2026-07-01T13:54:13.759" v="1834" actId="165"/>
          <ac:spMkLst>
            <pc:docMk/>
            <pc:sldMk cId="3014868508" sldId="258"/>
            <ac:spMk id="215" creationId="{75659900-1E95-B6FA-CB7D-DEF451233C4B}"/>
          </ac:spMkLst>
        </pc:spChg>
        <pc:spChg chg="mod">
          <ac:chgData name="祥真 大倉" userId="f38b5e8f2a82e360" providerId="LiveId" clId="{18EA8B0B-1212-412C-BCE1-2B2664FD1E60}" dt="2026-07-01T13:54:13.759" v="1834" actId="165"/>
          <ac:spMkLst>
            <pc:docMk/>
            <pc:sldMk cId="3014868508" sldId="258"/>
            <ac:spMk id="219" creationId="{3233E4DD-AF91-70F9-47F7-BCA961D49F87}"/>
          </ac:spMkLst>
        </pc:spChg>
        <pc:spChg chg="mod">
          <ac:chgData name="祥真 大倉" userId="f38b5e8f2a82e360" providerId="LiveId" clId="{18EA8B0B-1212-412C-BCE1-2B2664FD1E60}" dt="2026-07-01T13:54:13.759" v="1834" actId="165"/>
          <ac:spMkLst>
            <pc:docMk/>
            <pc:sldMk cId="3014868508" sldId="258"/>
            <ac:spMk id="224" creationId="{E4B09C20-3851-2086-1F67-77BAB64697E7}"/>
          </ac:spMkLst>
        </pc:spChg>
        <pc:spChg chg="mod topLvl">
          <ac:chgData name="祥真 大倉" userId="f38b5e8f2a82e360" providerId="LiveId" clId="{18EA8B0B-1212-412C-BCE1-2B2664FD1E60}" dt="2026-07-01T13:54:19.395" v="1837" actId="164"/>
          <ac:spMkLst>
            <pc:docMk/>
            <pc:sldMk cId="3014868508" sldId="258"/>
            <ac:spMk id="226" creationId="{C6C71337-FF2A-C8BC-C5ED-25AA81524E67}"/>
          </ac:spMkLst>
        </pc:spChg>
        <pc:spChg chg="mod">
          <ac:chgData name="祥真 大倉" userId="f38b5e8f2a82e360" providerId="LiveId" clId="{18EA8B0B-1212-412C-BCE1-2B2664FD1E60}" dt="2026-07-01T13:54:19.395" v="1837" actId="164"/>
          <ac:spMkLst>
            <pc:docMk/>
            <pc:sldMk cId="3014868508" sldId="258"/>
            <ac:spMk id="227" creationId="{848F1BA4-170B-A7E9-24D9-1978B75D09ED}"/>
          </ac:spMkLst>
        </pc:spChg>
        <pc:spChg chg="mod">
          <ac:chgData name="祥真 大倉" userId="f38b5e8f2a82e360" providerId="LiveId" clId="{18EA8B0B-1212-412C-BCE1-2B2664FD1E60}" dt="2026-07-01T13:54:13.759" v="1834" actId="165"/>
          <ac:spMkLst>
            <pc:docMk/>
            <pc:sldMk cId="3014868508" sldId="258"/>
            <ac:spMk id="232" creationId="{93B20720-89D4-A08F-B0ED-4587D6CA9C0E}"/>
          </ac:spMkLst>
        </pc:spChg>
        <pc:spChg chg="add del mod">
          <ac:chgData name="祥真 大倉" userId="f38b5e8f2a82e360" providerId="LiveId" clId="{18EA8B0B-1212-412C-BCE1-2B2664FD1E60}" dt="2026-07-01T14:02:59.415" v="1969" actId="478"/>
          <ac:spMkLst>
            <pc:docMk/>
            <pc:sldMk cId="3014868508" sldId="258"/>
            <ac:spMk id="241" creationId="{58A3CC18-D6E7-4786-F1C9-3BCCE6E0830C}"/>
          </ac:spMkLst>
        </pc:spChg>
        <pc:spChg chg="add mod">
          <ac:chgData name="祥真 大倉" userId="f38b5e8f2a82e360" providerId="LiveId" clId="{18EA8B0B-1212-412C-BCE1-2B2664FD1E60}" dt="2026-07-01T15:21:40.413" v="2733" actId="404"/>
          <ac:spMkLst>
            <pc:docMk/>
            <pc:sldMk cId="3014868508" sldId="258"/>
            <ac:spMk id="243" creationId="{6EB7E2C3-D858-605F-91CB-A36C62E1A1D5}"/>
          </ac:spMkLst>
        </pc:spChg>
        <pc:spChg chg="add mod">
          <ac:chgData name="祥真 大倉" userId="f38b5e8f2a82e360" providerId="LiveId" clId="{18EA8B0B-1212-412C-BCE1-2B2664FD1E60}" dt="2026-07-01T15:21:51.245" v="2735" actId="404"/>
          <ac:spMkLst>
            <pc:docMk/>
            <pc:sldMk cId="3014868508" sldId="258"/>
            <ac:spMk id="244" creationId="{5FAFBF99-F8C5-8DB5-E4A5-9FC36569033A}"/>
          </ac:spMkLst>
        </pc:spChg>
        <pc:spChg chg="add mod">
          <ac:chgData name="祥真 大倉" userId="f38b5e8f2a82e360" providerId="LiveId" clId="{18EA8B0B-1212-412C-BCE1-2B2664FD1E60}" dt="2026-07-01T15:21:46.986" v="2734" actId="404"/>
          <ac:spMkLst>
            <pc:docMk/>
            <pc:sldMk cId="3014868508" sldId="258"/>
            <ac:spMk id="245" creationId="{0F4B8160-BC91-554B-243C-050920B1C2BB}"/>
          </ac:spMkLst>
        </pc:spChg>
        <pc:spChg chg="add mod">
          <ac:chgData name="祥真 大倉" userId="f38b5e8f2a82e360" providerId="LiveId" clId="{18EA8B0B-1212-412C-BCE1-2B2664FD1E60}" dt="2026-07-01T14:01:51.131" v="1924" actId="571"/>
          <ac:spMkLst>
            <pc:docMk/>
            <pc:sldMk cId="3014868508" sldId="258"/>
            <ac:spMk id="246" creationId="{6DC22B17-FC4B-9AE5-168D-B4937E5E3913}"/>
          </ac:spMkLst>
        </pc:spChg>
        <pc:spChg chg="add mod">
          <ac:chgData name="祥真 大倉" userId="f38b5e8f2a82e360" providerId="LiveId" clId="{18EA8B0B-1212-412C-BCE1-2B2664FD1E60}" dt="2026-07-01T14:02:01.122" v="1926" actId="571"/>
          <ac:spMkLst>
            <pc:docMk/>
            <pc:sldMk cId="3014868508" sldId="258"/>
            <ac:spMk id="247" creationId="{15E4A1B5-7315-1356-DB49-A2E7F1262A71}"/>
          </ac:spMkLst>
        </pc:spChg>
        <pc:spChg chg="add mod">
          <ac:chgData name="祥真 大倉" userId="f38b5e8f2a82e360" providerId="LiveId" clId="{18EA8B0B-1212-412C-BCE1-2B2664FD1E60}" dt="2026-07-01T14:57:51.222" v="2008" actId="571"/>
          <ac:spMkLst>
            <pc:docMk/>
            <pc:sldMk cId="3014868508" sldId="258"/>
            <ac:spMk id="248" creationId="{40CA2D5E-5FFD-C2EE-8494-9C4556C30045}"/>
          </ac:spMkLst>
        </pc:spChg>
        <pc:spChg chg="add mod">
          <ac:chgData name="祥真 大倉" userId="f38b5e8f2a82e360" providerId="LiveId" clId="{18EA8B0B-1212-412C-BCE1-2B2664FD1E60}" dt="2026-07-01T14:58:05.382" v="2014" actId="571"/>
          <ac:spMkLst>
            <pc:docMk/>
            <pc:sldMk cId="3014868508" sldId="258"/>
            <ac:spMk id="249" creationId="{91B54E11-AE07-761A-971A-D94BEF601C07}"/>
          </ac:spMkLst>
        </pc:spChg>
        <pc:spChg chg="add del mod">
          <ac:chgData name="祥真 大倉" userId="f38b5e8f2a82e360" providerId="LiveId" clId="{18EA8B0B-1212-412C-BCE1-2B2664FD1E60}" dt="2026-07-01T15:07:14.130" v="2085" actId="478"/>
          <ac:spMkLst>
            <pc:docMk/>
            <pc:sldMk cId="3014868508" sldId="258"/>
            <ac:spMk id="250" creationId="{4ED8DDD4-944B-11BA-10A4-9A9296AA4E2F}"/>
          </ac:spMkLst>
        </pc:spChg>
        <pc:spChg chg="add del mod">
          <ac:chgData name="祥真 大倉" userId="f38b5e8f2a82e360" providerId="LiveId" clId="{18EA8B0B-1212-412C-BCE1-2B2664FD1E60}" dt="2026-07-01T15:07:14.130" v="2085" actId="478"/>
          <ac:spMkLst>
            <pc:docMk/>
            <pc:sldMk cId="3014868508" sldId="258"/>
            <ac:spMk id="251" creationId="{E9BF2216-CB48-64D9-0A13-3CD67354E933}"/>
          </ac:spMkLst>
        </pc:spChg>
        <pc:spChg chg="add del mod">
          <ac:chgData name="祥真 大倉" userId="f38b5e8f2a82e360" providerId="LiveId" clId="{18EA8B0B-1212-412C-BCE1-2B2664FD1E60}" dt="2026-07-01T15:07:14.130" v="2085" actId="478"/>
          <ac:spMkLst>
            <pc:docMk/>
            <pc:sldMk cId="3014868508" sldId="258"/>
            <ac:spMk id="252" creationId="{F053DA02-B9C8-555B-1FDB-858D8A1CDF15}"/>
          </ac:spMkLst>
        </pc:spChg>
        <pc:spChg chg="add del mod">
          <ac:chgData name="祥真 大倉" userId="f38b5e8f2a82e360" providerId="LiveId" clId="{18EA8B0B-1212-412C-BCE1-2B2664FD1E60}" dt="2026-07-01T15:07:14.130" v="2085" actId="478"/>
          <ac:spMkLst>
            <pc:docMk/>
            <pc:sldMk cId="3014868508" sldId="258"/>
            <ac:spMk id="253" creationId="{F67E347C-2AEB-A671-CD6C-204622C2BE6F}"/>
          </ac:spMkLst>
        </pc:spChg>
        <pc:spChg chg="add del mod">
          <ac:chgData name="祥真 大倉" userId="f38b5e8f2a82e360" providerId="LiveId" clId="{18EA8B0B-1212-412C-BCE1-2B2664FD1E60}" dt="2026-07-01T15:07:14.130" v="2085" actId="478"/>
          <ac:spMkLst>
            <pc:docMk/>
            <pc:sldMk cId="3014868508" sldId="258"/>
            <ac:spMk id="254" creationId="{FC1F9554-B16F-908C-6417-17D855F6EF44}"/>
          </ac:spMkLst>
        </pc:spChg>
        <pc:spChg chg="add del mod">
          <ac:chgData name="祥真 大倉" userId="f38b5e8f2a82e360" providerId="LiveId" clId="{18EA8B0B-1212-412C-BCE1-2B2664FD1E60}" dt="2026-07-01T15:21:08.329" v="2712" actId="478"/>
          <ac:spMkLst>
            <pc:docMk/>
            <pc:sldMk cId="3014868508" sldId="258"/>
            <ac:spMk id="256" creationId="{B72AA177-CA27-AF07-F4C2-460606C9D1EB}"/>
          </ac:spMkLst>
        </pc:spChg>
        <pc:grpChg chg="del mod">
          <ac:chgData name="祥真 大倉" userId="f38b5e8f2a82e360" providerId="LiveId" clId="{18EA8B0B-1212-412C-BCE1-2B2664FD1E60}" dt="2026-06-30T14:30:53.917" v="101" actId="165"/>
          <ac:grpSpMkLst>
            <pc:docMk/>
            <pc:sldMk cId="3014868508" sldId="258"/>
            <ac:grpSpMk id="27" creationId="{F5FE07E9-DBB8-3112-8269-446AE4350D26}"/>
          </ac:grpSpMkLst>
        </pc:grpChg>
        <pc:grpChg chg="mod">
          <ac:chgData name="祥真 大倉" userId="f38b5e8f2a82e360" providerId="LiveId" clId="{18EA8B0B-1212-412C-BCE1-2B2664FD1E60}" dt="2026-07-01T13:25:51.970" v="1745" actId="164"/>
          <ac:grpSpMkLst>
            <pc:docMk/>
            <pc:sldMk cId="3014868508" sldId="258"/>
            <ac:grpSpMk id="33" creationId="{B2EACDAF-E46C-776D-05B0-1A0ED63EAB4F}"/>
          </ac:grpSpMkLst>
        </pc:grpChg>
        <pc:grpChg chg="add del mod">
          <ac:chgData name="祥真 大倉" userId="f38b5e8f2a82e360" providerId="LiveId" clId="{18EA8B0B-1212-412C-BCE1-2B2664FD1E60}" dt="2026-07-01T12:36:05.315" v="1714" actId="478"/>
          <ac:grpSpMkLst>
            <pc:docMk/>
            <pc:sldMk cId="3014868508" sldId="258"/>
            <ac:grpSpMk id="35" creationId="{0DC8652E-C5D9-0426-22E3-4E07F08A17F7}"/>
          </ac:grpSpMkLst>
        </pc:grpChg>
        <pc:grpChg chg="del">
          <ac:chgData name="祥真 大倉" userId="f38b5e8f2a82e360" providerId="LiveId" clId="{18EA8B0B-1212-412C-BCE1-2B2664FD1E60}" dt="2026-07-01T12:36:53.475" v="1726" actId="478"/>
          <ac:grpSpMkLst>
            <pc:docMk/>
            <pc:sldMk cId="3014868508" sldId="258"/>
            <ac:grpSpMk id="38" creationId="{9407AB3C-4E25-725D-D213-639E7C4F7E0E}"/>
          </ac:grpSpMkLst>
        </pc:grpChg>
        <pc:grpChg chg="mod">
          <ac:chgData name="祥真 大倉" userId="f38b5e8f2a82e360" providerId="LiveId" clId="{18EA8B0B-1212-412C-BCE1-2B2664FD1E60}" dt="2026-07-01T13:25:51.970" v="1745" actId="164"/>
          <ac:grpSpMkLst>
            <pc:docMk/>
            <pc:sldMk cId="3014868508" sldId="258"/>
            <ac:grpSpMk id="53" creationId="{6219FC82-4F0F-1486-2814-8826151A719B}"/>
          </ac:grpSpMkLst>
        </pc:grpChg>
        <pc:grpChg chg="mod">
          <ac:chgData name="祥真 大倉" userId="f38b5e8f2a82e360" providerId="LiveId" clId="{18EA8B0B-1212-412C-BCE1-2B2664FD1E60}" dt="2026-07-01T13:25:48.509" v="1744" actId="164"/>
          <ac:grpSpMkLst>
            <pc:docMk/>
            <pc:sldMk cId="3014868508" sldId="258"/>
            <ac:grpSpMk id="60" creationId="{35584498-A53A-CE12-15B7-0518A56BCCB1}"/>
          </ac:grpSpMkLst>
        </pc:grpChg>
        <pc:grpChg chg="del mod">
          <ac:chgData name="祥真 大倉" userId="f38b5e8f2a82e360" providerId="LiveId" clId="{18EA8B0B-1212-412C-BCE1-2B2664FD1E60}" dt="2026-07-01T13:34:39.502" v="1812" actId="478"/>
          <ac:grpSpMkLst>
            <pc:docMk/>
            <pc:sldMk cId="3014868508" sldId="258"/>
            <ac:grpSpMk id="71" creationId="{36A9BA94-B9AD-F7A3-DDF1-E9580EDECF4C}"/>
          </ac:grpSpMkLst>
        </pc:grpChg>
        <pc:grpChg chg="del mod">
          <ac:chgData name="祥真 大倉" userId="f38b5e8f2a82e360" providerId="LiveId" clId="{18EA8B0B-1212-412C-BCE1-2B2664FD1E60}" dt="2026-07-01T13:34:39.502" v="1812" actId="478"/>
          <ac:grpSpMkLst>
            <pc:docMk/>
            <pc:sldMk cId="3014868508" sldId="258"/>
            <ac:grpSpMk id="74" creationId="{0BA0C272-34D6-CE28-F362-ED35900A14AF}"/>
          </ac:grpSpMkLst>
        </pc:grpChg>
        <pc:grpChg chg="mod">
          <ac:chgData name="祥真 大倉" userId="f38b5e8f2a82e360" providerId="LiveId" clId="{18EA8B0B-1212-412C-BCE1-2B2664FD1E60}" dt="2026-07-01T13:25:48.509" v="1744" actId="164"/>
          <ac:grpSpMkLst>
            <pc:docMk/>
            <pc:sldMk cId="3014868508" sldId="258"/>
            <ac:grpSpMk id="81" creationId="{4B86A3D1-5650-F870-07AF-9D6B9025DF00}"/>
          </ac:grpSpMkLst>
        </pc:grpChg>
        <pc:grpChg chg="add del mod">
          <ac:chgData name="祥真 大倉" userId="f38b5e8f2a82e360" providerId="LiveId" clId="{18EA8B0B-1212-412C-BCE1-2B2664FD1E60}" dt="2026-07-01T13:34:39.502" v="1812" actId="478"/>
          <ac:grpSpMkLst>
            <pc:docMk/>
            <pc:sldMk cId="3014868508" sldId="258"/>
            <ac:grpSpMk id="88" creationId="{3AE7F7BE-4FFA-80FE-E35E-290790FFE726}"/>
          </ac:grpSpMkLst>
        </pc:grpChg>
        <pc:grpChg chg="add del mod">
          <ac:chgData name="祥真 大倉" userId="f38b5e8f2a82e360" providerId="LiveId" clId="{18EA8B0B-1212-412C-BCE1-2B2664FD1E60}" dt="2026-07-01T13:34:39.502" v="1812" actId="478"/>
          <ac:grpSpMkLst>
            <pc:docMk/>
            <pc:sldMk cId="3014868508" sldId="258"/>
            <ac:grpSpMk id="89" creationId="{AEEA31B3-D641-AE4D-4C18-4452AC0D91D9}"/>
          </ac:grpSpMkLst>
        </pc:grpChg>
        <pc:grpChg chg="add del mod">
          <ac:chgData name="祥真 大倉" userId="f38b5e8f2a82e360" providerId="LiveId" clId="{18EA8B0B-1212-412C-BCE1-2B2664FD1E60}" dt="2026-07-01T13:34:39.502" v="1812" actId="478"/>
          <ac:grpSpMkLst>
            <pc:docMk/>
            <pc:sldMk cId="3014868508" sldId="258"/>
            <ac:grpSpMk id="90" creationId="{E493EC01-1CD1-3E15-A31A-BF61127F3434}"/>
          </ac:grpSpMkLst>
        </pc:grpChg>
        <pc:grpChg chg="add mod">
          <ac:chgData name="祥真 大倉" userId="f38b5e8f2a82e360" providerId="LiveId" clId="{18EA8B0B-1212-412C-BCE1-2B2664FD1E60}" dt="2026-07-01T13:26:17.755" v="1749" actId="571"/>
          <ac:grpSpMkLst>
            <pc:docMk/>
            <pc:sldMk cId="3014868508" sldId="258"/>
            <ac:grpSpMk id="91" creationId="{5EF80741-E317-4BBA-3CEA-24298D8CEAFD}"/>
          </ac:grpSpMkLst>
        </pc:grpChg>
        <pc:grpChg chg="add mod">
          <ac:chgData name="祥真 大倉" userId="f38b5e8f2a82e360" providerId="LiveId" clId="{18EA8B0B-1212-412C-BCE1-2B2664FD1E60}" dt="2026-07-01T13:26:27.830" v="1752" actId="571"/>
          <ac:grpSpMkLst>
            <pc:docMk/>
            <pc:sldMk cId="3014868508" sldId="258"/>
            <ac:grpSpMk id="103" creationId="{21D984A2-BB0F-B835-DEB5-ECAAA998321E}"/>
          </ac:grpSpMkLst>
        </pc:grpChg>
        <pc:grpChg chg="del mod">
          <ac:chgData name="祥真 大倉" userId="f38b5e8f2a82e360" providerId="LiveId" clId="{18EA8B0B-1212-412C-BCE1-2B2664FD1E60}" dt="2026-07-01T13:53:11.524" v="1825" actId="478"/>
          <ac:grpSpMkLst>
            <pc:docMk/>
            <pc:sldMk cId="3014868508" sldId="258"/>
            <ac:grpSpMk id="123" creationId="{9EB879D7-3FD3-231B-917A-A87A76264800}"/>
          </ac:grpSpMkLst>
        </pc:grpChg>
        <pc:grpChg chg="mod">
          <ac:chgData name="祥真 大倉" userId="f38b5e8f2a82e360" providerId="LiveId" clId="{18EA8B0B-1212-412C-BCE1-2B2664FD1E60}" dt="2026-07-01T13:54:07.863" v="1833" actId="14100"/>
          <ac:grpSpMkLst>
            <pc:docMk/>
            <pc:sldMk cId="3014868508" sldId="258"/>
            <ac:grpSpMk id="180" creationId="{430E30F5-CBF1-59F9-D8CC-99AF2CAC7A71}"/>
          </ac:grpSpMkLst>
        </pc:grpChg>
        <pc:grpChg chg="mod">
          <ac:chgData name="祥真 大倉" userId="f38b5e8f2a82e360" providerId="LiveId" clId="{18EA8B0B-1212-412C-BCE1-2B2664FD1E60}" dt="2026-07-01T13:54:22.523" v="1840" actId="164"/>
          <ac:grpSpMkLst>
            <pc:docMk/>
            <pc:sldMk cId="3014868508" sldId="258"/>
            <ac:grpSpMk id="182" creationId="{AB5EB15F-92A0-4331-B47F-1848C9892C74}"/>
          </ac:grpSpMkLst>
        </pc:grpChg>
        <pc:grpChg chg="mod">
          <ac:chgData name="祥真 大倉" userId="f38b5e8f2a82e360" providerId="LiveId" clId="{18EA8B0B-1212-412C-BCE1-2B2664FD1E60}" dt="2026-07-01T13:54:22.523" v="1840" actId="164"/>
          <ac:grpSpMkLst>
            <pc:docMk/>
            <pc:sldMk cId="3014868508" sldId="258"/>
            <ac:grpSpMk id="187" creationId="{80D2ED67-EC56-0207-9346-F40CAD0901D5}"/>
          </ac:grpSpMkLst>
        </pc:grpChg>
        <pc:grpChg chg="mod">
          <ac:chgData name="祥真 大倉" userId="f38b5e8f2a82e360" providerId="LiveId" clId="{18EA8B0B-1212-412C-BCE1-2B2664FD1E60}" dt="2026-07-01T13:54:18.358" v="1836" actId="164"/>
          <ac:grpSpMkLst>
            <pc:docMk/>
            <pc:sldMk cId="3014868508" sldId="258"/>
            <ac:grpSpMk id="199" creationId="{6FD274A1-DEFE-2AD9-DF8B-A5BAE769A047}"/>
          </ac:grpSpMkLst>
        </pc:grpChg>
        <pc:grpChg chg="mod">
          <ac:chgData name="祥真 大倉" userId="f38b5e8f2a82e360" providerId="LiveId" clId="{18EA8B0B-1212-412C-BCE1-2B2664FD1E60}" dt="2026-07-01T13:54:18.358" v="1836" actId="164"/>
          <ac:grpSpMkLst>
            <pc:docMk/>
            <pc:sldMk cId="3014868508" sldId="258"/>
            <ac:grpSpMk id="206" creationId="{CB425FC3-C0F2-7104-E957-EF06ACAB5B51}"/>
          </ac:grpSpMkLst>
        </pc:grpChg>
        <pc:grpChg chg="mod">
          <ac:chgData name="祥真 大倉" userId="f38b5e8f2a82e360" providerId="LiveId" clId="{18EA8B0B-1212-412C-BCE1-2B2664FD1E60}" dt="2026-07-01T13:54:21.550" v="1839" actId="164"/>
          <ac:grpSpMkLst>
            <pc:docMk/>
            <pc:sldMk cId="3014868508" sldId="258"/>
            <ac:grpSpMk id="213" creationId="{B71B328B-5ACD-6385-C3EC-1EC0DF84B50B}"/>
          </ac:grpSpMkLst>
        </pc:grpChg>
        <pc:grpChg chg="mod">
          <ac:chgData name="祥真 大倉" userId="f38b5e8f2a82e360" providerId="LiveId" clId="{18EA8B0B-1212-412C-BCE1-2B2664FD1E60}" dt="2026-07-01T13:54:20.544" v="1838" actId="164"/>
          <ac:grpSpMkLst>
            <pc:docMk/>
            <pc:sldMk cId="3014868508" sldId="258"/>
            <ac:grpSpMk id="220" creationId="{998023F4-BE86-1D37-C2F4-402482492006}"/>
          </ac:grpSpMkLst>
        </pc:grpChg>
        <pc:grpChg chg="mod">
          <ac:chgData name="祥真 大倉" userId="f38b5e8f2a82e360" providerId="LiveId" clId="{18EA8B0B-1212-412C-BCE1-2B2664FD1E60}" dt="2026-07-01T13:54:21.550" v="1839" actId="164"/>
          <ac:grpSpMkLst>
            <pc:docMk/>
            <pc:sldMk cId="3014868508" sldId="258"/>
            <ac:grpSpMk id="228" creationId="{B09E0F37-8BA8-A5CE-DFEA-5C2BD59655B2}"/>
          </ac:grpSpMkLst>
        </pc:grpChg>
        <pc:grpChg chg="add mod">
          <ac:chgData name="祥真 大倉" userId="f38b5e8f2a82e360" providerId="LiveId" clId="{18EA8B0B-1212-412C-BCE1-2B2664FD1E60}" dt="2026-07-01T13:54:44.041" v="1849" actId="1038"/>
          <ac:grpSpMkLst>
            <pc:docMk/>
            <pc:sldMk cId="3014868508" sldId="258"/>
            <ac:grpSpMk id="235" creationId="{E3348ABD-1D04-F570-FE27-19370623AFCC}"/>
          </ac:grpSpMkLst>
        </pc:grpChg>
        <pc:grpChg chg="add mod">
          <ac:chgData name="祥真 大倉" userId="f38b5e8f2a82e360" providerId="LiveId" clId="{18EA8B0B-1212-412C-BCE1-2B2664FD1E60}" dt="2026-07-01T13:55:02.381" v="1853" actId="408"/>
          <ac:grpSpMkLst>
            <pc:docMk/>
            <pc:sldMk cId="3014868508" sldId="258"/>
            <ac:grpSpMk id="236" creationId="{973A6E65-8735-110F-DE01-31760DE08E6C}"/>
          </ac:grpSpMkLst>
        </pc:grpChg>
        <pc:grpChg chg="add mod">
          <ac:chgData name="祥真 大倉" userId="f38b5e8f2a82e360" providerId="LiveId" clId="{18EA8B0B-1212-412C-BCE1-2B2664FD1E60}" dt="2026-07-01T13:55:02.381" v="1853" actId="408"/>
          <ac:grpSpMkLst>
            <pc:docMk/>
            <pc:sldMk cId="3014868508" sldId="258"/>
            <ac:grpSpMk id="237" creationId="{2EC013C7-95DE-20E4-B88F-7650998AE6D8}"/>
          </ac:grpSpMkLst>
        </pc:grpChg>
        <pc:grpChg chg="add mod">
          <ac:chgData name="祥真 大倉" userId="f38b5e8f2a82e360" providerId="LiveId" clId="{18EA8B0B-1212-412C-BCE1-2B2664FD1E60}" dt="2026-07-01T13:55:02.381" v="1853" actId="408"/>
          <ac:grpSpMkLst>
            <pc:docMk/>
            <pc:sldMk cId="3014868508" sldId="258"/>
            <ac:grpSpMk id="238" creationId="{761A6BC7-1072-268C-29E5-14A365286627}"/>
          </ac:grpSpMkLst>
        </pc:grpChg>
        <pc:grpChg chg="add mod">
          <ac:chgData name="祥真 大倉" userId="f38b5e8f2a82e360" providerId="LiveId" clId="{18EA8B0B-1212-412C-BCE1-2B2664FD1E60}" dt="2026-07-01T13:55:02.381" v="1853" actId="408"/>
          <ac:grpSpMkLst>
            <pc:docMk/>
            <pc:sldMk cId="3014868508" sldId="258"/>
            <ac:grpSpMk id="239" creationId="{9A5ED679-9E51-5875-4179-5B295C8F52C1}"/>
          </ac:grpSpMkLst>
        </pc:grpChg>
        <pc:grpChg chg="add mod">
          <ac:chgData name="祥真 大倉" userId="f38b5e8f2a82e360" providerId="LiveId" clId="{18EA8B0B-1212-412C-BCE1-2B2664FD1E60}" dt="2026-07-01T13:54:55.093" v="1852" actId="1076"/>
          <ac:grpSpMkLst>
            <pc:docMk/>
            <pc:sldMk cId="3014868508" sldId="258"/>
            <ac:grpSpMk id="240" creationId="{CD027437-121A-5BA5-4CA7-6A4FBA604A50}"/>
          </ac:grpSpMkLst>
        </pc:grpChg>
        <pc:graphicFrameChg chg="add mod modGraphic">
          <ac:chgData name="祥真 大倉" userId="f38b5e8f2a82e360" providerId="LiveId" clId="{18EA8B0B-1212-412C-BCE1-2B2664FD1E60}" dt="2026-07-01T15:27:17.509" v="3066" actId="14100"/>
          <ac:graphicFrameMkLst>
            <pc:docMk/>
            <pc:sldMk cId="3014868508" sldId="258"/>
            <ac:graphicFrameMk id="255" creationId="{4C0D38FD-3EE3-F851-FFE5-C12DA44C8431}"/>
          </ac:graphicFrameMkLst>
        </pc:graphicFrameChg>
        <pc:picChg chg="add del mod">
          <ac:chgData name="祥真 大倉" userId="f38b5e8f2a82e360" providerId="LiveId" clId="{18EA8B0B-1212-412C-BCE1-2B2664FD1E60}" dt="2026-06-30T14:30:51.595" v="100" actId="27803"/>
          <ac:picMkLst>
            <pc:docMk/>
            <pc:sldMk cId="3014868508" sldId="258"/>
            <ac:picMk id="26" creationId="{5C30968D-8ADE-79DC-C17A-EBFC152166DB}"/>
          </ac:picMkLst>
        </pc:picChg>
        <pc:picChg chg="add mod">
          <ac:chgData name="祥真 大倉" userId="f38b5e8f2a82e360" providerId="LiveId" clId="{18EA8B0B-1212-412C-BCE1-2B2664FD1E60}" dt="2026-07-01T13:25:37.428" v="1740" actId="14100"/>
          <ac:picMkLst>
            <pc:docMk/>
            <pc:sldMk cId="3014868508" sldId="258"/>
            <ac:picMk id="27" creationId="{AF1F00EF-B3D9-CF8A-E5EC-DE440D90D8C1}"/>
          </ac:picMkLst>
        </pc:picChg>
        <pc:picChg chg="add mod">
          <ac:chgData name="祥真 大倉" userId="f38b5e8f2a82e360" providerId="LiveId" clId="{18EA8B0B-1212-412C-BCE1-2B2664FD1E60}" dt="2026-06-30T14:33:43.474" v="155" actId="1076"/>
          <ac:picMkLst>
            <pc:docMk/>
            <pc:sldMk cId="3014868508" sldId="258"/>
            <ac:picMk id="37" creationId="{747BE87B-C5F5-F065-90DA-C19635AD31B5}"/>
          </ac:picMkLst>
        </pc:picChg>
        <pc:picChg chg="add del">
          <ac:chgData name="祥真 大倉" userId="f38b5e8f2a82e360" providerId="LiveId" clId="{18EA8B0B-1212-412C-BCE1-2B2664FD1E60}" dt="2026-07-01T13:29:25.684" v="1800" actId="22"/>
          <ac:picMkLst>
            <pc:docMk/>
            <pc:sldMk cId="3014868508" sldId="258"/>
            <ac:picMk id="114" creationId="{73C78C03-2348-A0FA-9C7F-DC71394E08DE}"/>
          </ac:picMkLst>
        </pc:picChg>
        <pc:picChg chg="add del mod">
          <ac:chgData name="祥真 大倉" userId="f38b5e8f2a82e360" providerId="LiveId" clId="{18EA8B0B-1212-412C-BCE1-2B2664FD1E60}" dt="2026-07-01T13:31:02.846" v="1807" actId="22"/>
          <ac:picMkLst>
            <pc:docMk/>
            <pc:sldMk cId="3014868508" sldId="258"/>
            <ac:picMk id="118" creationId="{7B8625EC-07CE-50C2-5542-43F2C112F5BC}"/>
          </ac:picMkLst>
        </pc:picChg>
        <pc:picChg chg="add del mod">
          <ac:chgData name="祥真 大倉" userId="f38b5e8f2a82e360" providerId="LiveId" clId="{18EA8B0B-1212-412C-BCE1-2B2664FD1E60}" dt="2026-07-01T13:42:13.524" v="1815" actId="478"/>
          <ac:picMkLst>
            <pc:docMk/>
            <pc:sldMk cId="3014868508" sldId="258"/>
            <ac:picMk id="120" creationId="{3FA97140-A223-B6D1-8139-E4591407CB58}"/>
          </ac:picMkLst>
        </pc:picChg>
        <pc:picChg chg="add mod">
          <ac:chgData name="祥真 大倉" userId="f38b5e8f2a82e360" providerId="LiveId" clId="{18EA8B0B-1212-412C-BCE1-2B2664FD1E60}" dt="2026-07-01T13:52:52.070" v="1821" actId="14100"/>
          <ac:picMkLst>
            <pc:docMk/>
            <pc:sldMk cId="3014868508" sldId="258"/>
            <ac:picMk id="122" creationId="{7DA68EBE-683A-0539-939E-F4D8BD412956}"/>
          </ac:picMkLst>
        </pc:picChg>
        <pc:picChg chg="add mod">
          <ac:chgData name="祥真 大倉" userId="f38b5e8f2a82e360" providerId="LiveId" clId="{18EA8B0B-1212-412C-BCE1-2B2664FD1E60}" dt="2026-07-01T13:53:45.475" v="1827" actId="1076"/>
          <ac:picMkLst>
            <pc:docMk/>
            <pc:sldMk cId="3014868508" sldId="258"/>
            <ac:picMk id="179" creationId="{4EC733A0-A016-5E63-9E93-1C4AD212E1C9}"/>
          </ac:picMkLst>
        </pc:picChg>
        <pc:cxnChg chg="add del mod">
          <ac:chgData name="祥真 大倉" userId="f38b5e8f2a82e360" providerId="LiveId" clId="{18EA8B0B-1212-412C-BCE1-2B2664FD1E60}" dt="2026-07-01T11:51:46.426" v="997" actId="478"/>
          <ac:cxnSpMkLst>
            <pc:docMk/>
            <pc:sldMk cId="3014868508" sldId="258"/>
            <ac:cxnSpMk id="10" creationId="{AC68F544-CB5C-AAF8-E68B-C0D1ABF028D8}"/>
          </ac:cxnSpMkLst>
        </pc:cxnChg>
      </pc:sldChg>
      <pc:sldChg chg="addSp delSp modSp mod">
        <pc:chgData name="祥真 大倉" userId="f38b5e8f2a82e360" providerId="LiveId" clId="{18EA8B0B-1212-412C-BCE1-2B2664FD1E60}" dt="2026-07-01T12:03:51.699" v="1055" actId="1076"/>
        <pc:sldMkLst>
          <pc:docMk/>
          <pc:sldMk cId="4213643864" sldId="259"/>
        </pc:sldMkLst>
        <pc:spChg chg="add mod">
          <ac:chgData name="祥真 大倉" userId="f38b5e8f2a82e360" providerId="LiveId" clId="{18EA8B0B-1212-412C-BCE1-2B2664FD1E60}" dt="2026-07-01T12:01:07.108" v="1004" actId="1076"/>
          <ac:spMkLst>
            <pc:docMk/>
            <pc:sldMk cId="4213643864" sldId="259"/>
            <ac:spMk id="2" creationId="{099AA1E9-ED94-5042-E66E-28606CBFE08C}"/>
          </ac:spMkLst>
        </pc:spChg>
        <pc:spChg chg="add mod">
          <ac:chgData name="祥真 大倉" userId="f38b5e8f2a82e360" providerId="LiveId" clId="{18EA8B0B-1212-412C-BCE1-2B2664FD1E60}" dt="2026-07-01T12:01:36.180" v="1008" actId="208"/>
          <ac:spMkLst>
            <pc:docMk/>
            <pc:sldMk cId="4213643864" sldId="259"/>
            <ac:spMk id="4" creationId="{DD933162-4F2F-51EA-940C-EEBD6CCA428C}"/>
          </ac:spMkLst>
        </pc:spChg>
        <pc:spChg chg="add mod">
          <ac:chgData name="祥真 大倉" userId="f38b5e8f2a82e360" providerId="LiveId" clId="{18EA8B0B-1212-412C-BCE1-2B2664FD1E60}" dt="2026-07-01T12:03:51.699" v="1055" actId="1076"/>
          <ac:spMkLst>
            <pc:docMk/>
            <pc:sldMk cId="4213643864" sldId="259"/>
            <ac:spMk id="6" creationId="{B8090DE7-15C2-EC14-00C7-834FC089E117}"/>
          </ac:spMkLst>
        </pc:spChg>
        <pc:picChg chg="del">
          <ac:chgData name="祥真 大倉" userId="f38b5e8f2a82e360" providerId="LiveId" clId="{18EA8B0B-1212-412C-BCE1-2B2664FD1E60}" dt="2026-07-01T09:00:56.918" v="524" actId="478"/>
          <ac:picMkLst>
            <pc:docMk/>
            <pc:sldMk cId="4213643864" sldId="259"/>
            <ac:picMk id="3" creationId="{8BAEC568-FC41-08A5-9348-56AD7E8364A8}"/>
          </ac:picMkLst>
        </pc:picChg>
        <pc:picChg chg="del">
          <ac:chgData name="祥真 大倉" userId="f38b5e8f2a82e360" providerId="LiveId" clId="{18EA8B0B-1212-412C-BCE1-2B2664FD1E60}" dt="2026-07-01T09:00:56.918" v="524" actId="478"/>
          <ac:picMkLst>
            <pc:docMk/>
            <pc:sldMk cId="4213643864" sldId="259"/>
            <ac:picMk id="5" creationId="{9FC02B0E-6E2A-7F2D-27AE-E21F89D1CBCE}"/>
          </ac:picMkLst>
        </pc:picChg>
      </pc:sldChg>
      <pc:sldChg chg="addSp delSp modSp new mod">
        <pc:chgData name="祥真 大倉" userId="f38b5e8f2a82e360" providerId="LiveId" clId="{18EA8B0B-1212-412C-BCE1-2B2664FD1E60}" dt="2026-07-01T15:00:57.151" v="2051"/>
        <pc:sldMkLst>
          <pc:docMk/>
          <pc:sldMk cId="891570743" sldId="260"/>
        </pc:sldMkLst>
        <pc:spChg chg="add">
          <ac:chgData name="祥真 大倉" userId="f38b5e8f2a82e360" providerId="LiveId" clId="{18EA8B0B-1212-412C-BCE1-2B2664FD1E60}" dt="2026-07-01T09:05:13.932" v="619" actId="22"/>
          <ac:spMkLst>
            <pc:docMk/>
            <pc:sldMk cId="891570743" sldId="260"/>
            <ac:spMk id="3" creationId="{75EE1FBB-A5B3-D16C-FFE7-96A7D5672C06}"/>
          </ac:spMkLst>
        </pc:spChg>
        <pc:spChg chg="add mod">
          <ac:chgData name="祥真 大倉" userId="f38b5e8f2a82e360" providerId="LiveId" clId="{18EA8B0B-1212-412C-BCE1-2B2664FD1E60}" dt="2026-07-01T10:30:46.275" v="629" actId="20577"/>
          <ac:spMkLst>
            <pc:docMk/>
            <pc:sldMk cId="891570743" sldId="260"/>
            <ac:spMk id="5" creationId="{BC28AEFF-197F-CFDD-B1B2-87B6FF2E5EB2}"/>
          </ac:spMkLst>
        </pc:spChg>
        <pc:spChg chg="add mod">
          <ac:chgData name="祥真 大倉" userId="f38b5e8f2a82e360" providerId="LiveId" clId="{18EA8B0B-1212-412C-BCE1-2B2664FD1E60}" dt="2026-07-01T15:00:57.151" v="2051"/>
          <ac:spMkLst>
            <pc:docMk/>
            <pc:sldMk cId="891570743" sldId="260"/>
            <ac:spMk id="7" creationId="{83CD6E35-A7EF-E979-3482-7AB9E049400F}"/>
          </ac:spMkLst>
        </pc:spChg>
        <pc:spChg chg="mod">
          <ac:chgData name="祥真 大倉" userId="f38b5e8f2a82e360" providerId="LiveId" clId="{18EA8B0B-1212-412C-BCE1-2B2664FD1E60}" dt="2026-07-01T10:40:56.268" v="655" actId="27803"/>
          <ac:spMkLst>
            <pc:docMk/>
            <pc:sldMk cId="891570743" sldId="260"/>
            <ac:spMk id="16" creationId="{46453B42-6BB7-2342-3FFB-2FF76A0EA6C8}"/>
          </ac:spMkLst>
        </pc:spChg>
        <pc:spChg chg="mod">
          <ac:chgData name="祥真 大倉" userId="f38b5e8f2a82e360" providerId="LiveId" clId="{18EA8B0B-1212-412C-BCE1-2B2664FD1E60}" dt="2026-07-01T10:40:56.268" v="655" actId="27803"/>
          <ac:spMkLst>
            <pc:docMk/>
            <pc:sldMk cId="891570743" sldId="260"/>
            <ac:spMk id="17" creationId="{207592F3-FB83-31D4-8C76-9172CE3EABF7}"/>
          </ac:spMkLst>
        </pc:spChg>
        <pc:spChg chg="mod">
          <ac:chgData name="祥真 大倉" userId="f38b5e8f2a82e360" providerId="LiveId" clId="{18EA8B0B-1212-412C-BCE1-2B2664FD1E60}" dt="2026-07-01T10:40:56.268" v="655" actId="27803"/>
          <ac:spMkLst>
            <pc:docMk/>
            <pc:sldMk cId="891570743" sldId="260"/>
            <ac:spMk id="19" creationId="{DC851CF9-B1C3-0D8F-4262-5D2543FF4998}"/>
          </ac:spMkLst>
        </pc:spChg>
        <pc:spChg chg="ord">
          <ac:chgData name="祥真 大倉" userId="f38b5e8f2a82e360" providerId="LiveId" clId="{18EA8B0B-1212-412C-BCE1-2B2664FD1E60}" dt="2026-07-01T10:42:26.584" v="669" actId="171"/>
          <ac:spMkLst>
            <pc:docMk/>
            <pc:sldMk cId="891570743" sldId="260"/>
            <ac:spMk id="21" creationId="{54050C34-2929-7A12-CAD4-A43260F90030}"/>
          </ac:spMkLst>
        </pc:spChg>
        <pc:spChg chg="mod">
          <ac:chgData name="祥真 大倉" userId="f38b5e8f2a82e360" providerId="LiveId" clId="{18EA8B0B-1212-412C-BCE1-2B2664FD1E60}" dt="2026-07-01T10:40:56.268" v="655" actId="27803"/>
          <ac:spMkLst>
            <pc:docMk/>
            <pc:sldMk cId="891570743" sldId="260"/>
            <ac:spMk id="22" creationId="{913E0DC6-FDE5-8E44-70E0-CB6BC901BA96}"/>
          </ac:spMkLst>
        </pc:spChg>
        <pc:spChg chg="mod">
          <ac:chgData name="祥真 大倉" userId="f38b5e8f2a82e360" providerId="LiveId" clId="{18EA8B0B-1212-412C-BCE1-2B2664FD1E60}" dt="2026-07-01T10:40:56.268" v="655" actId="27803"/>
          <ac:spMkLst>
            <pc:docMk/>
            <pc:sldMk cId="891570743" sldId="260"/>
            <ac:spMk id="23" creationId="{745B9640-2E40-A9F5-23BA-9EE5AE71837B}"/>
          </ac:spMkLst>
        </pc:spChg>
        <pc:spChg chg="mod">
          <ac:chgData name="祥真 大倉" userId="f38b5e8f2a82e360" providerId="LiveId" clId="{18EA8B0B-1212-412C-BCE1-2B2664FD1E60}" dt="2026-07-01T10:40:56.268" v="655" actId="27803"/>
          <ac:spMkLst>
            <pc:docMk/>
            <pc:sldMk cId="891570743" sldId="260"/>
            <ac:spMk id="24" creationId="{EE411472-B5D6-7575-9A07-7CA2F355C64E}"/>
          </ac:spMkLst>
        </pc:spChg>
        <pc:spChg chg="mod">
          <ac:chgData name="祥真 大倉" userId="f38b5e8f2a82e360" providerId="LiveId" clId="{18EA8B0B-1212-412C-BCE1-2B2664FD1E60}" dt="2026-07-01T10:40:56.268" v="655" actId="27803"/>
          <ac:spMkLst>
            <pc:docMk/>
            <pc:sldMk cId="891570743" sldId="260"/>
            <ac:spMk id="25" creationId="{0CA80D57-E6DB-350D-E1D6-A9115F0D34D8}"/>
          </ac:spMkLst>
        </pc:spChg>
        <pc:spChg chg="mod">
          <ac:chgData name="祥真 大倉" userId="f38b5e8f2a82e360" providerId="LiveId" clId="{18EA8B0B-1212-412C-BCE1-2B2664FD1E60}" dt="2026-07-01T10:40:56.268" v="655" actId="27803"/>
          <ac:spMkLst>
            <pc:docMk/>
            <pc:sldMk cId="891570743" sldId="260"/>
            <ac:spMk id="26" creationId="{1896DDA3-7866-BB29-7F88-A799662D60A8}"/>
          </ac:spMkLst>
        </pc:spChg>
        <pc:spChg chg="mod">
          <ac:chgData name="祥真 大倉" userId="f38b5e8f2a82e360" providerId="LiveId" clId="{18EA8B0B-1212-412C-BCE1-2B2664FD1E60}" dt="2026-07-01T10:42:25.183" v="666" actId="207"/>
          <ac:spMkLst>
            <pc:docMk/>
            <pc:sldMk cId="891570743" sldId="260"/>
            <ac:spMk id="27" creationId="{EE296630-C495-324B-1203-C5C1024F76D3}"/>
          </ac:spMkLst>
        </pc:spChg>
        <pc:spChg chg="mod">
          <ac:chgData name="祥真 大倉" userId="f38b5e8f2a82e360" providerId="LiveId" clId="{18EA8B0B-1212-412C-BCE1-2B2664FD1E60}" dt="2026-07-01T10:40:56.268" v="655" actId="27803"/>
          <ac:spMkLst>
            <pc:docMk/>
            <pc:sldMk cId="891570743" sldId="260"/>
            <ac:spMk id="28" creationId="{ECBF1319-0D13-A9FE-BDAE-AC3B9C1D029E}"/>
          </ac:spMkLst>
        </pc:spChg>
        <pc:spChg chg="add mod ord">
          <ac:chgData name="祥真 大倉" userId="f38b5e8f2a82e360" providerId="LiveId" clId="{18EA8B0B-1212-412C-BCE1-2B2664FD1E60}" dt="2026-07-01T10:44:17.525" v="734" actId="14100"/>
          <ac:spMkLst>
            <pc:docMk/>
            <pc:sldMk cId="891570743" sldId="260"/>
            <ac:spMk id="32" creationId="{47BD4DF6-F126-6472-5779-E2943939B59A}"/>
          </ac:spMkLst>
        </pc:spChg>
        <pc:spChg chg="add del mod">
          <ac:chgData name="祥真 大倉" userId="f38b5e8f2a82e360" providerId="LiveId" clId="{18EA8B0B-1212-412C-BCE1-2B2664FD1E60}" dt="2026-07-01T10:44:28.956" v="737" actId="478"/>
          <ac:spMkLst>
            <pc:docMk/>
            <pc:sldMk cId="891570743" sldId="260"/>
            <ac:spMk id="34" creationId="{38C3F6A8-FAE9-ED0B-945F-87F76DCBAC4B}"/>
          </ac:spMkLst>
        </pc:spChg>
        <pc:spChg chg="add mod">
          <ac:chgData name="祥真 大倉" userId="f38b5e8f2a82e360" providerId="LiveId" clId="{18EA8B0B-1212-412C-BCE1-2B2664FD1E60}" dt="2026-07-01T10:44:27.167" v="736" actId="1076"/>
          <ac:spMkLst>
            <pc:docMk/>
            <pc:sldMk cId="891570743" sldId="260"/>
            <ac:spMk id="36" creationId="{4730DCCD-92BF-5121-4F80-F1B363E60226}"/>
          </ac:spMkLst>
        </pc:spChg>
        <pc:grpChg chg="mod">
          <ac:chgData name="祥真 大倉" userId="f38b5e8f2a82e360" providerId="LiveId" clId="{18EA8B0B-1212-412C-BCE1-2B2664FD1E60}" dt="2026-07-01T10:42:23.392" v="663" actId="1076"/>
          <ac:grpSpMkLst>
            <pc:docMk/>
            <pc:sldMk cId="891570743" sldId="260"/>
            <ac:grpSpMk id="20" creationId="{CC4BE8D1-F4FE-3CE5-A040-E08550B8C974}"/>
          </ac:grpSpMkLst>
        </pc:grpChg>
        <pc:picChg chg="add del">
          <ac:chgData name="祥真 大倉" userId="f38b5e8f2a82e360" providerId="LiveId" clId="{18EA8B0B-1212-412C-BCE1-2B2664FD1E60}" dt="2026-07-01T10:39:33.509" v="648" actId="22"/>
          <ac:picMkLst>
            <pc:docMk/>
            <pc:sldMk cId="891570743" sldId="260"/>
            <ac:picMk id="9" creationId="{362C026A-2AA4-6782-514C-2E293A84CF9D}"/>
          </ac:picMkLst>
        </pc:picChg>
        <pc:picChg chg="add mod">
          <ac:chgData name="祥真 大倉" userId="f38b5e8f2a82e360" providerId="LiveId" clId="{18EA8B0B-1212-412C-BCE1-2B2664FD1E60}" dt="2026-07-01T10:42:26.999" v="670" actId="27803"/>
          <ac:picMkLst>
            <pc:docMk/>
            <pc:sldMk cId="891570743" sldId="260"/>
            <ac:picMk id="11" creationId="{1F52A2D3-5679-E7F0-8609-D08654F337AF}"/>
          </ac:picMkLst>
        </pc:picChg>
        <pc:picChg chg="add mod">
          <ac:chgData name="祥真 大倉" userId="f38b5e8f2a82e360" providerId="LiveId" clId="{18EA8B0B-1212-412C-BCE1-2B2664FD1E60}" dt="2026-07-01T10:43:03.362" v="697" actId="1076"/>
          <ac:picMkLst>
            <pc:docMk/>
            <pc:sldMk cId="891570743" sldId="260"/>
            <ac:picMk id="13" creationId="{C694E51D-B109-D30A-52F5-864B1DC1868C}"/>
          </ac:picMkLst>
        </pc:picChg>
      </pc:sldChg>
      <pc:sldChg chg="addSp delSp modSp add mod">
        <pc:chgData name="祥真 大倉" userId="f38b5e8f2a82e360" providerId="LiveId" clId="{18EA8B0B-1212-412C-BCE1-2B2664FD1E60}" dt="2026-07-01T15:32:21.965" v="3092" actId="14100"/>
        <pc:sldMkLst>
          <pc:docMk/>
          <pc:sldMk cId="1368815491" sldId="261"/>
        </pc:sldMkLst>
        <pc:spChg chg="mod">
          <ac:chgData name="祥真 大倉" userId="f38b5e8f2a82e360" providerId="LiveId" clId="{18EA8B0B-1212-412C-BCE1-2B2664FD1E60}" dt="2026-07-01T12:14:24.989" v="1103" actId="20577"/>
          <ac:spMkLst>
            <pc:docMk/>
            <pc:sldMk cId="1368815491" sldId="261"/>
            <ac:spMk id="5" creationId="{3BF16248-DD35-FA03-E4FF-431CD7320A5D}"/>
          </ac:spMkLst>
        </pc:spChg>
        <pc:spChg chg="mod">
          <ac:chgData name="祥真 大倉" userId="f38b5e8f2a82e360" providerId="LiveId" clId="{18EA8B0B-1212-412C-BCE1-2B2664FD1E60}" dt="2026-07-01T11:33:23.540" v="743" actId="27803"/>
          <ac:spMkLst>
            <pc:docMk/>
            <pc:sldMk cId="1368815491" sldId="261"/>
            <ac:spMk id="10" creationId="{51D13D80-5CDD-E757-A41B-354905CBA04C}"/>
          </ac:spMkLst>
        </pc:spChg>
        <pc:spChg chg="mod">
          <ac:chgData name="祥真 大倉" userId="f38b5e8f2a82e360" providerId="LiveId" clId="{18EA8B0B-1212-412C-BCE1-2B2664FD1E60}" dt="2026-07-01T11:33:23.540" v="743" actId="27803"/>
          <ac:spMkLst>
            <pc:docMk/>
            <pc:sldMk cId="1368815491" sldId="261"/>
            <ac:spMk id="14" creationId="{6B41C634-6C58-8BC9-1B09-AD77EF912951}"/>
          </ac:spMkLst>
        </pc:spChg>
        <pc:spChg chg="mod">
          <ac:chgData name="祥真 大倉" userId="f38b5e8f2a82e360" providerId="LiveId" clId="{18EA8B0B-1212-412C-BCE1-2B2664FD1E60}" dt="2026-07-01T11:33:23.540" v="743" actId="27803"/>
          <ac:spMkLst>
            <pc:docMk/>
            <pc:sldMk cId="1368815491" sldId="261"/>
            <ac:spMk id="15" creationId="{85542CB7-1E1D-FCAF-2644-FB31DE88CA9E}"/>
          </ac:spMkLst>
        </pc:spChg>
        <pc:spChg chg="mod">
          <ac:chgData name="祥真 大倉" userId="f38b5e8f2a82e360" providerId="LiveId" clId="{18EA8B0B-1212-412C-BCE1-2B2664FD1E60}" dt="2026-07-01T11:33:23.540" v="743" actId="27803"/>
          <ac:spMkLst>
            <pc:docMk/>
            <pc:sldMk cId="1368815491" sldId="261"/>
            <ac:spMk id="17" creationId="{A4578BA7-E407-3528-AE7C-D77F1DDB6689}"/>
          </ac:spMkLst>
        </pc:spChg>
        <pc:spChg chg="mod">
          <ac:chgData name="祥真 大倉" userId="f38b5e8f2a82e360" providerId="LiveId" clId="{18EA8B0B-1212-412C-BCE1-2B2664FD1E60}" dt="2026-07-01T11:33:23.540" v="743" actId="27803"/>
          <ac:spMkLst>
            <pc:docMk/>
            <pc:sldMk cId="1368815491" sldId="261"/>
            <ac:spMk id="18" creationId="{0A699C91-BCAD-DD92-4B87-944D6C5536FE}"/>
          </ac:spMkLst>
        </pc:spChg>
        <pc:spChg chg="mod">
          <ac:chgData name="祥真 大倉" userId="f38b5e8f2a82e360" providerId="LiveId" clId="{18EA8B0B-1212-412C-BCE1-2B2664FD1E60}" dt="2026-07-01T11:33:23.540" v="743" actId="27803"/>
          <ac:spMkLst>
            <pc:docMk/>
            <pc:sldMk cId="1368815491" sldId="261"/>
            <ac:spMk id="19" creationId="{009373A0-D1FA-8E2F-E688-0DD8E1E692BA}"/>
          </ac:spMkLst>
        </pc:spChg>
        <pc:spChg chg="mod">
          <ac:chgData name="祥真 大倉" userId="f38b5e8f2a82e360" providerId="LiveId" clId="{18EA8B0B-1212-412C-BCE1-2B2664FD1E60}" dt="2026-07-01T11:33:23.540" v="743" actId="27803"/>
          <ac:spMkLst>
            <pc:docMk/>
            <pc:sldMk cId="1368815491" sldId="261"/>
            <ac:spMk id="20" creationId="{1DCCBEEB-03A0-9331-95EC-5BEB16008D82}"/>
          </ac:spMkLst>
        </pc:spChg>
        <pc:spChg chg="mod">
          <ac:chgData name="祥真 大倉" userId="f38b5e8f2a82e360" providerId="LiveId" clId="{18EA8B0B-1212-412C-BCE1-2B2664FD1E60}" dt="2026-07-01T11:33:23.540" v="743" actId="27803"/>
          <ac:spMkLst>
            <pc:docMk/>
            <pc:sldMk cId="1368815491" sldId="261"/>
            <ac:spMk id="22" creationId="{969C655A-0A3E-4C2A-9D54-8947B9692822}"/>
          </ac:spMkLst>
        </pc:spChg>
        <pc:spChg chg="mod">
          <ac:chgData name="祥真 大倉" userId="f38b5e8f2a82e360" providerId="LiveId" clId="{18EA8B0B-1212-412C-BCE1-2B2664FD1E60}" dt="2026-07-01T11:33:23.540" v="743" actId="27803"/>
          <ac:spMkLst>
            <pc:docMk/>
            <pc:sldMk cId="1368815491" sldId="261"/>
            <ac:spMk id="23" creationId="{BD6B7DA5-4C7A-36ED-796E-46EEC075C31E}"/>
          </ac:spMkLst>
        </pc:spChg>
        <pc:spChg chg="mod">
          <ac:chgData name="祥真 大倉" userId="f38b5e8f2a82e360" providerId="LiveId" clId="{18EA8B0B-1212-412C-BCE1-2B2664FD1E60}" dt="2026-07-01T11:33:23.540" v="743" actId="27803"/>
          <ac:spMkLst>
            <pc:docMk/>
            <pc:sldMk cId="1368815491" sldId="261"/>
            <ac:spMk id="24" creationId="{0939A0D2-E2A5-62E6-F055-D32B0679D592}"/>
          </ac:spMkLst>
        </pc:spChg>
        <pc:spChg chg="add del mod">
          <ac:chgData name="祥真 大倉" userId="f38b5e8f2a82e360" providerId="LiveId" clId="{18EA8B0B-1212-412C-BCE1-2B2664FD1E60}" dt="2026-07-01T12:21:50.303" v="1277" actId="478"/>
          <ac:spMkLst>
            <pc:docMk/>
            <pc:sldMk cId="1368815491" sldId="261"/>
            <ac:spMk id="30" creationId="{6C689642-F1F7-E17A-9802-F7B9ED8E41A1}"/>
          </ac:spMkLst>
        </pc:spChg>
        <pc:spChg chg="del">
          <ac:chgData name="祥真 大倉" userId="f38b5e8f2a82e360" providerId="LiveId" clId="{18EA8B0B-1212-412C-BCE1-2B2664FD1E60}" dt="2026-07-01T11:33:18.155" v="741" actId="478"/>
          <ac:spMkLst>
            <pc:docMk/>
            <pc:sldMk cId="1368815491" sldId="261"/>
            <ac:spMk id="32" creationId="{344FA02D-19C3-D59A-FDF8-2A1583A65281}"/>
          </ac:spMkLst>
        </pc:spChg>
        <pc:spChg chg="add del mod">
          <ac:chgData name="祥真 大倉" userId="f38b5e8f2a82e360" providerId="LiveId" clId="{18EA8B0B-1212-412C-BCE1-2B2664FD1E60}" dt="2026-07-01T11:40:06.632" v="801" actId="478"/>
          <ac:spMkLst>
            <pc:docMk/>
            <pc:sldMk cId="1368815491" sldId="261"/>
            <ac:spMk id="33" creationId="{957B9B16-0135-2FBE-5461-DBE8327A9B51}"/>
          </ac:spMkLst>
        </pc:spChg>
        <pc:spChg chg="add mod">
          <ac:chgData name="祥真 大倉" userId="f38b5e8f2a82e360" providerId="LiveId" clId="{18EA8B0B-1212-412C-BCE1-2B2664FD1E60}" dt="2026-07-01T11:42:49.425" v="900" actId="1076"/>
          <ac:spMkLst>
            <pc:docMk/>
            <pc:sldMk cId="1368815491" sldId="261"/>
            <ac:spMk id="34" creationId="{1944FE15-63FB-A37A-F1FC-0626C57CB1DE}"/>
          </ac:spMkLst>
        </pc:spChg>
        <pc:spChg chg="add mod">
          <ac:chgData name="祥真 大倉" userId="f38b5e8f2a82e360" providerId="LiveId" clId="{18EA8B0B-1212-412C-BCE1-2B2664FD1E60}" dt="2026-07-01T11:40:04.678" v="800" actId="571"/>
          <ac:spMkLst>
            <pc:docMk/>
            <pc:sldMk cId="1368815491" sldId="261"/>
            <ac:spMk id="35" creationId="{AD537CBA-EA07-5486-EEC5-EA70F5D60DB8}"/>
          </ac:spMkLst>
        </pc:spChg>
        <pc:spChg chg="del">
          <ac:chgData name="祥真 大倉" userId="f38b5e8f2a82e360" providerId="LiveId" clId="{18EA8B0B-1212-412C-BCE1-2B2664FD1E60}" dt="2026-07-01T11:33:18.155" v="741" actId="478"/>
          <ac:spMkLst>
            <pc:docMk/>
            <pc:sldMk cId="1368815491" sldId="261"/>
            <ac:spMk id="36" creationId="{91FF9C40-FD57-5B6B-DF1F-3533E1D8BF62}"/>
          </ac:spMkLst>
        </pc:spChg>
        <pc:spChg chg="add mod">
          <ac:chgData name="祥真 大倉" userId="f38b5e8f2a82e360" providerId="LiveId" clId="{18EA8B0B-1212-412C-BCE1-2B2664FD1E60}" dt="2026-07-01T11:50:50.839" v="995" actId="1076"/>
          <ac:spMkLst>
            <pc:docMk/>
            <pc:sldMk cId="1368815491" sldId="261"/>
            <ac:spMk id="37" creationId="{5977E88B-D7FD-0EBC-8DBF-932B8E32F66D}"/>
          </ac:spMkLst>
        </pc:spChg>
        <pc:spChg chg="add mod">
          <ac:chgData name="祥真 大倉" userId="f38b5e8f2a82e360" providerId="LiveId" clId="{18EA8B0B-1212-412C-BCE1-2B2664FD1E60}" dt="2026-07-01T11:49:38.637" v="945" actId="1076"/>
          <ac:spMkLst>
            <pc:docMk/>
            <pc:sldMk cId="1368815491" sldId="261"/>
            <ac:spMk id="41" creationId="{2213E10B-EC9B-D110-9AA7-3E5CC2DB26ED}"/>
          </ac:spMkLst>
        </pc:spChg>
        <pc:spChg chg="add mod">
          <ac:chgData name="祥真 大倉" userId="f38b5e8f2a82e360" providerId="LiveId" clId="{18EA8B0B-1212-412C-BCE1-2B2664FD1E60}" dt="2026-07-01T11:50:10.531" v="964"/>
          <ac:spMkLst>
            <pc:docMk/>
            <pc:sldMk cId="1368815491" sldId="261"/>
            <ac:spMk id="43" creationId="{2CC39AB0-A6CE-5B4E-1549-34507E07CA23}"/>
          </ac:spMkLst>
        </pc:spChg>
        <pc:spChg chg="add mod">
          <ac:chgData name="祥真 大倉" userId="f38b5e8f2a82e360" providerId="LiveId" clId="{18EA8B0B-1212-412C-BCE1-2B2664FD1E60}" dt="2026-07-01T11:50:33.049" v="990"/>
          <ac:spMkLst>
            <pc:docMk/>
            <pc:sldMk cId="1368815491" sldId="261"/>
            <ac:spMk id="45" creationId="{2225722C-51E7-4807-0E1F-395CCC72CE3C}"/>
          </ac:spMkLst>
        </pc:spChg>
        <pc:spChg chg="add mod">
          <ac:chgData name="祥真 大倉" userId="f38b5e8f2a82e360" providerId="LiveId" clId="{18EA8B0B-1212-412C-BCE1-2B2664FD1E60}" dt="2026-07-01T12:26:32.517" v="1600"/>
          <ac:spMkLst>
            <pc:docMk/>
            <pc:sldMk cId="1368815491" sldId="261"/>
            <ac:spMk id="48" creationId="{DCF4FD62-2279-D834-2E4E-DE5AF25D3952}"/>
          </ac:spMkLst>
        </pc:spChg>
        <pc:grpChg chg="mod">
          <ac:chgData name="祥真 大倉" userId="f38b5e8f2a82e360" providerId="LiveId" clId="{18EA8B0B-1212-412C-BCE1-2B2664FD1E60}" dt="2026-07-01T11:36:01.193" v="793" actId="1037"/>
          <ac:grpSpMkLst>
            <pc:docMk/>
            <pc:sldMk cId="1368815491" sldId="261"/>
            <ac:grpSpMk id="9" creationId="{5CEFF3B1-6F29-6F04-A32A-0137E68F4F58}"/>
          </ac:grpSpMkLst>
        </pc:grpChg>
        <pc:picChg chg="add del">
          <ac:chgData name="祥真 大倉" userId="f38b5e8f2a82e360" providerId="LiveId" clId="{18EA8B0B-1212-412C-BCE1-2B2664FD1E60}" dt="2026-07-01T11:33:14.609" v="740" actId="22"/>
          <ac:picMkLst>
            <pc:docMk/>
            <pc:sldMk cId="1368815491" sldId="261"/>
            <ac:picMk id="4" creationId="{CAA19E2E-24FD-14D2-3466-30E378701E46}"/>
          </ac:picMkLst>
        </pc:picChg>
        <pc:picChg chg="add">
          <ac:chgData name="祥真 大倉" userId="f38b5e8f2a82e360" providerId="LiveId" clId="{18EA8B0B-1212-412C-BCE1-2B2664FD1E60}" dt="2026-07-01T11:33:19.452" v="742" actId="22"/>
          <ac:picMkLst>
            <pc:docMk/>
            <pc:sldMk cId="1368815491" sldId="261"/>
            <ac:picMk id="8" creationId="{126C9D97-7946-4450-852A-8D8F50C97479}"/>
          </ac:picMkLst>
        </pc:picChg>
        <pc:picChg chg="del">
          <ac:chgData name="祥真 大倉" userId="f38b5e8f2a82e360" providerId="LiveId" clId="{18EA8B0B-1212-412C-BCE1-2B2664FD1E60}" dt="2026-07-01T11:33:18.155" v="741" actId="478"/>
          <ac:picMkLst>
            <pc:docMk/>
            <pc:sldMk cId="1368815491" sldId="261"/>
            <ac:picMk id="11" creationId="{8251D725-AC0E-0B31-A79E-3C4C313D073B}"/>
          </ac:picMkLst>
        </pc:picChg>
        <pc:picChg chg="del">
          <ac:chgData name="祥真 大倉" userId="f38b5e8f2a82e360" providerId="LiveId" clId="{18EA8B0B-1212-412C-BCE1-2B2664FD1E60}" dt="2026-07-01T11:33:18.155" v="741" actId="478"/>
          <ac:picMkLst>
            <pc:docMk/>
            <pc:sldMk cId="1368815491" sldId="261"/>
            <ac:picMk id="13" creationId="{CC38F9C5-66AC-FE8B-2D60-9C0810FC8288}"/>
          </ac:picMkLst>
        </pc:picChg>
        <pc:cxnChg chg="add del mod">
          <ac:chgData name="祥真 大倉" userId="f38b5e8f2a82e360" providerId="LiveId" clId="{18EA8B0B-1212-412C-BCE1-2B2664FD1E60}" dt="2026-07-01T11:34:52.158" v="760" actId="11529"/>
          <ac:cxnSpMkLst>
            <pc:docMk/>
            <pc:sldMk cId="1368815491" sldId="261"/>
            <ac:cxnSpMk id="26" creationId="{93725782-78D8-C902-A1DC-E2A1D2658FC2}"/>
          </ac:cxnSpMkLst>
        </pc:cxnChg>
        <pc:cxnChg chg="add mod">
          <ac:chgData name="祥真 大倉" userId="f38b5e8f2a82e360" providerId="LiveId" clId="{18EA8B0B-1212-412C-BCE1-2B2664FD1E60}" dt="2026-07-01T11:47:18.530" v="917" actId="14100"/>
          <ac:cxnSpMkLst>
            <pc:docMk/>
            <pc:sldMk cId="1368815491" sldId="261"/>
            <ac:cxnSpMk id="38" creationId="{E27A9F53-704A-C58A-16D1-F22A1F4144F2}"/>
          </ac:cxnSpMkLst>
        </pc:cxnChg>
        <pc:cxnChg chg="add mod">
          <ac:chgData name="祥真 大倉" userId="f38b5e8f2a82e360" providerId="LiveId" clId="{18EA8B0B-1212-412C-BCE1-2B2664FD1E60}" dt="2026-07-01T11:47:43.339" v="924" actId="1036"/>
          <ac:cxnSpMkLst>
            <pc:docMk/>
            <pc:sldMk cId="1368815491" sldId="261"/>
            <ac:cxnSpMk id="42" creationId="{2B9CCF2C-7096-3E74-0209-168857979403}"/>
          </ac:cxnSpMkLst>
        </pc:cxnChg>
        <pc:cxnChg chg="add mod">
          <ac:chgData name="祥真 大倉" userId="f38b5e8f2a82e360" providerId="LiveId" clId="{18EA8B0B-1212-412C-BCE1-2B2664FD1E60}" dt="2026-07-01T11:50:07.771" v="961" actId="1036"/>
          <ac:cxnSpMkLst>
            <pc:docMk/>
            <pc:sldMk cId="1368815491" sldId="261"/>
            <ac:cxnSpMk id="44" creationId="{2987AC33-37B5-7161-C613-0975218AA1F6}"/>
          </ac:cxnSpMkLst>
        </pc:cxnChg>
        <pc:cxnChg chg="add mod">
          <ac:chgData name="祥真 大倉" userId="f38b5e8f2a82e360" providerId="LiveId" clId="{18EA8B0B-1212-412C-BCE1-2B2664FD1E60}" dt="2026-07-01T11:50:28.020" v="972" actId="1036"/>
          <ac:cxnSpMkLst>
            <pc:docMk/>
            <pc:sldMk cId="1368815491" sldId="261"/>
            <ac:cxnSpMk id="46" creationId="{4CC36A01-28B0-489D-A1A8-F66BF6A1658E}"/>
          </ac:cxnSpMkLst>
        </pc:cxnChg>
        <pc:cxnChg chg="add mod ord">
          <ac:chgData name="祥真 大倉" userId="f38b5e8f2a82e360" providerId="LiveId" clId="{18EA8B0B-1212-412C-BCE1-2B2664FD1E60}" dt="2026-07-01T15:31:18.010" v="3084" actId="166"/>
          <ac:cxnSpMkLst>
            <pc:docMk/>
            <pc:sldMk cId="1368815491" sldId="261"/>
            <ac:cxnSpMk id="50" creationId="{D0188A2F-E905-222E-6D58-06A4658226AB}"/>
          </ac:cxnSpMkLst>
        </pc:cxnChg>
        <pc:cxnChg chg="add mod">
          <ac:chgData name="祥真 大倉" userId="f38b5e8f2a82e360" providerId="LiveId" clId="{18EA8B0B-1212-412C-BCE1-2B2664FD1E60}" dt="2026-07-01T15:30:52.901" v="3080" actId="208"/>
          <ac:cxnSpMkLst>
            <pc:docMk/>
            <pc:sldMk cId="1368815491" sldId="261"/>
            <ac:cxnSpMk id="55" creationId="{121ABDD7-72A1-D657-D5DD-07A237CBB54E}"/>
          </ac:cxnSpMkLst>
        </pc:cxnChg>
        <pc:cxnChg chg="add mod">
          <ac:chgData name="祥真 大倉" userId="f38b5e8f2a82e360" providerId="LiveId" clId="{18EA8B0B-1212-412C-BCE1-2B2664FD1E60}" dt="2026-07-01T15:32:21.965" v="3092" actId="14100"/>
          <ac:cxnSpMkLst>
            <pc:docMk/>
            <pc:sldMk cId="1368815491" sldId="261"/>
            <ac:cxnSpMk id="59" creationId="{9F1BFF62-BF58-CA21-09F8-ED5DF8F7CAA5}"/>
          </ac:cxnSpMkLst>
        </pc:cxnChg>
      </pc:sldChg>
      <pc:sldChg chg="addSp delSp modSp add mod">
        <pc:chgData name="祥真 大倉" userId="f38b5e8f2a82e360" providerId="LiveId" clId="{18EA8B0B-1212-412C-BCE1-2B2664FD1E60}" dt="2026-07-01T12:14:29.858" v="1105" actId="20577"/>
        <pc:sldMkLst>
          <pc:docMk/>
          <pc:sldMk cId="2286378396" sldId="262"/>
        </pc:sldMkLst>
        <pc:spChg chg="mod">
          <ac:chgData name="祥真 大倉" userId="f38b5e8f2a82e360" providerId="LiveId" clId="{18EA8B0B-1212-412C-BCE1-2B2664FD1E60}" dt="2026-07-01T12:14:29.858" v="1105" actId="20577"/>
          <ac:spMkLst>
            <pc:docMk/>
            <pc:sldMk cId="2286378396" sldId="262"/>
            <ac:spMk id="5" creationId="{980897C0-E032-9E13-B2F6-1B7207EA51F0}"/>
          </ac:spMkLst>
        </pc:spChg>
        <pc:spChg chg="add del">
          <ac:chgData name="祥真 大倉" userId="f38b5e8f2a82e360" providerId="LiveId" clId="{18EA8B0B-1212-412C-BCE1-2B2664FD1E60}" dt="2026-07-01T12:00:47.433" v="1003" actId="478"/>
          <ac:spMkLst>
            <pc:docMk/>
            <pc:sldMk cId="2286378396" sldId="262"/>
            <ac:spMk id="32" creationId="{21635C12-269E-348E-AAD2-B25E90E7866A}"/>
          </ac:spMkLst>
        </pc:spChg>
        <pc:spChg chg="add del">
          <ac:chgData name="祥真 大倉" userId="f38b5e8f2a82e360" providerId="LiveId" clId="{18EA8B0B-1212-412C-BCE1-2B2664FD1E60}" dt="2026-07-01T12:00:47.433" v="1003" actId="478"/>
          <ac:spMkLst>
            <pc:docMk/>
            <pc:sldMk cId="2286378396" sldId="262"/>
            <ac:spMk id="36" creationId="{CE7361BD-221E-15EA-CF70-C20F868A7146}"/>
          </ac:spMkLst>
        </pc:spChg>
        <pc:picChg chg="del">
          <ac:chgData name="祥真 大倉" userId="f38b5e8f2a82e360" providerId="LiveId" clId="{18EA8B0B-1212-412C-BCE1-2B2664FD1E60}" dt="2026-07-01T12:00:39.162" v="1000" actId="478"/>
          <ac:picMkLst>
            <pc:docMk/>
            <pc:sldMk cId="2286378396" sldId="262"/>
            <ac:picMk id="11" creationId="{974E864A-86DC-3821-AE8A-C11997A4F972}"/>
          </ac:picMkLst>
        </pc:picChg>
        <pc:picChg chg="del">
          <ac:chgData name="祥真 大倉" userId="f38b5e8f2a82e360" providerId="LiveId" clId="{18EA8B0B-1212-412C-BCE1-2B2664FD1E60}" dt="2026-07-01T12:00:39.162" v="1000" actId="478"/>
          <ac:picMkLst>
            <pc:docMk/>
            <pc:sldMk cId="2286378396" sldId="262"/>
            <ac:picMk id="13" creationId="{BA2EA0F4-FD92-457E-DBBF-DA3ADF4C5D10}"/>
          </ac:picMkLst>
        </pc:picChg>
      </pc:sldChg>
      <pc:sldChg chg="addSp modSp new mod ord">
        <pc:chgData name="祥真 大倉" userId="f38b5e8f2a82e360" providerId="LiveId" clId="{18EA8B0B-1212-412C-BCE1-2B2664FD1E60}" dt="2026-07-01T12:10:25.528" v="1099" actId="403"/>
        <pc:sldMkLst>
          <pc:docMk/>
          <pc:sldMk cId="1017979975" sldId="263"/>
        </pc:sldMkLst>
        <pc:spChg chg="add mod">
          <ac:chgData name="祥真 大倉" userId="f38b5e8f2a82e360" providerId="LiveId" clId="{18EA8B0B-1212-412C-BCE1-2B2664FD1E60}" dt="2026-07-01T12:10:25.528" v="1099" actId="403"/>
          <ac:spMkLst>
            <pc:docMk/>
            <pc:sldMk cId="1017979975" sldId="263"/>
            <ac:spMk id="2" creationId="{B4843ED9-309F-B085-38CC-026ACF654BD1}"/>
          </ac:spMkLst>
        </pc:spChg>
      </pc:sldChg>
      <pc:sldChg chg="new del">
        <pc:chgData name="祥真 大倉" userId="f38b5e8f2a82e360" providerId="LiveId" clId="{18EA8B0B-1212-412C-BCE1-2B2664FD1E60}" dt="2026-07-01T12:07:07.065" v="1057" actId="680"/>
        <pc:sldMkLst>
          <pc:docMk/>
          <pc:sldMk cId="2729890678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32C7FC-4DA6-4164-8819-077152E341B6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62C566-C5C1-4E70-803B-36B8EDB75B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4556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CDA34-4AED-45A5-BA63-CF4A22ECE7FA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FEAC9-2879-416E-BDAB-BCBF74EF34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5701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CDA34-4AED-45A5-BA63-CF4A22ECE7FA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FEAC9-2879-416E-BDAB-BCBF74EF34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8949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82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CDA34-4AED-45A5-BA63-CF4A22ECE7FA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FEAC9-2879-416E-BDAB-BCBF74EF34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0704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CDA34-4AED-45A5-BA63-CF4A22ECE7FA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FEAC9-2879-416E-BDAB-BCBF74EF34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8244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CDA34-4AED-45A5-BA63-CF4A22ECE7FA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FEAC9-2879-416E-BDAB-BCBF74EF34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5787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CDA34-4AED-45A5-BA63-CF4A22ECE7FA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FEAC9-2879-416E-BDAB-BCBF74EF34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9945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CDA34-4AED-45A5-BA63-CF4A22ECE7FA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FEAC9-2879-416E-BDAB-BCBF74EF34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6581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CDA34-4AED-45A5-BA63-CF4A22ECE7FA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FEAC9-2879-416E-BDAB-BCBF74EF34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5424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CDA34-4AED-45A5-BA63-CF4A22ECE7FA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FEAC9-2879-416E-BDAB-BCBF74EF34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4945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CDA34-4AED-45A5-BA63-CF4A22ECE7FA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FEAC9-2879-416E-BDAB-BCBF74EF34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2319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CDA34-4AED-45A5-BA63-CF4A22ECE7FA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FEAC9-2879-416E-BDAB-BCBF74EF34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6374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2CDA34-4AED-45A5-BA63-CF4A22ECE7FA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4FEAC9-2879-416E-BDAB-BCBF74EF34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0535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kumimoji="1"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kumimoji="1"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4843ED9-309F-B085-38CC-026ACF654BD1}"/>
              </a:ext>
            </a:extLst>
          </p:cNvPr>
          <p:cNvSpPr txBox="1"/>
          <p:nvPr/>
        </p:nvSpPr>
        <p:spPr>
          <a:xfrm>
            <a:off x="1446835" y="2916820"/>
            <a:ext cx="9379491" cy="37702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3900" dirty="0"/>
              <a:t>真空砲</a:t>
            </a:r>
          </a:p>
        </p:txBody>
      </p:sp>
    </p:spTree>
    <p:extLst>
      <p:ext uri="{BB962C8B-B14F-4D97-AF65-F5344CB8AC3E}">
        <p14:creationId xmlns:p14="http://schemas.microsoft.com/office/powerpoint/2010/main" val="1017979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99AA1E9-ED94-5042-E66E-28606CBFE08C}"/>
              </a:ext>
            </a:extLst>
          </p:cNvPr>
          <p:cNvSpPr txBox="1"/>
          <p:nvPr/>
        </p:nvSpPr>
        <p:spPr>
          <a:xfrm>
            <a:off x="-1569660" y="710901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kumimoji="1" lang="ja-JP" altLang="en-US" dirty="0"/>
              <a:t>吴　鑒斌</a:t>
            </a:r>
            <a:endParaRPr kumimoji="1" lang="en-US" altLang="ja-JP" dirty="0"/>
          </a:p>
          <a:p>
            <a:pPr algn="dist"/>
            <a:r>
              <a:rPr kumimoji="1" lang="ja-JP" altLang="en-US" dirty="0"/>
              <a:t>大倉　祥真</a:t>
            </a:r>
            <a:r>
              <a:rPr kumimoji="1" lang="en-US" altLang="ja-JP" dirty="0"/>
              <a:t>	</a:t>
            </a:r>
          </a:p>
          <a:p>
            <a:pPr algn="dist"/>
            <a:r>
              <a:rPr kumimoji="1" lang="ja-JP" altLang="en-US" dirty="0"/>
              <a:t>榎本　大輝</a:t>
            </a:r>
            <a:r>
              <a:rPr kumimoji="1" lang="en-US" altLang="ja-JP" dirty="0"/>
              <a:t>	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D933162-4F2F-51EA-940C-EEBD6CCA428C}"/>
              </a:ext>
            </a:extLst>
          </p:cNvPr>
          <p:cNvSpPr/>
          <p:nvPr/>
        </p:nvSpPr>
        <p:spPr>
          <a:xfrm>
            <a:off x="0" y="3779837"/>
            <a:ext cx="10691813" cy="3779838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8090DE7-15C2-EC14-00C7-834FC089E117}"/>
              </a:ext>
            </a:extLst>
          </p:cNvPr>
          <p:cNvSpPr txBox="1"/>
          <p:nvPr/>
        </p:nvSpPr>
        <p:spPr>
          <a:xfrm>
            <a:off x="305906" y="3980511"/>
            <a:ext cx="10080000" cy="337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1600" dirty="0"/>
              <a:t>　</a:t>
            </a:r>
            <a:r>
              <a:rPr lang="ja-JP" altLang="ja-JP" sz="1600" dirty="0"/>
              <a:t>真空砲とは、空気の力を利用して弾を高速で発射する装置です。</a:t>
            </a:r>
            <a:endParaRPr lang="en-US" altLang="ja-JP" sz="1600" dirty="0"/>
          </a:p>
          <a:p>
            <a:pPr>
              <a:lnSpc>
                <a:spcPct val="150000"/>
              </a:lnSpc>
            </a:pPr>
            <a:r>
              <a:rPr lang="ja-JP" altLang="en-US" sz="1600" dirty="0"/>
              <a:t>　</a:t>
            </a:r>
            <a:r>
              <a:rPr lang="ja-JP" altLang="ja-JP" sz="1600" dirty="0"/>
              <a:t>理科部にとって、この真空砲は</a:t>
            </a:r>
            <a:r>
              <a:rPr lang="en-US" altLang="ja-JP" sz="1600" dirty="0"/>
              <a:t>3</a:t>
            </a:r>
            <a:r>
              <a:rPr lang="ja-JP" altLang="ja-JP" sz="1600" dirty="0"/>
              <a:t>年越しとなるリベンジの企画でした。</a:t>
            </a:r>
            <a:r>
              <a:rPr lang="en-US" altLang="ja-JP" sz="1600" dirty="0"/>
              <a:t>76</a:t>
            </a:r>
            <a:r>
              <a:rPr lang="ja-JP" altLang="ja-JP" sz="1600" dirty="0"/>
              <a:t>・</a:t>
            </a:r>
            <a:r>
              <a:rPr lang="en-US" altLang="ja-JP" sz="1600" dirty="0"/>
              <a:t>77</a:t>
            </a:r>
            <a:r>
              <a:rPr lang="ja-JP" altLang="ja-JP" sz="1600" dirty="0"/>
              <a:t>回生の先輩方も同じく翔鷹祭で真空砲に挑戦しましたが、当時は思うような結果を残すことができませんでした。今年度、私たち</a:t>
            </a:r>
            <a:r>
              <a:rPr lang="en-US" altLang="ja-JP" sz="1600" dirty="0"/>
              <a:t>78</a:t>
            </a:r>
            <a:r>
              <a:rPr lang="ja-JP" altLang="ja-JP" sz="1600" dirty="0"/>
              <a:t>回生は先輩たちの意志を継ぎ、時に意見の対立もありながら装置の改良を重ねてきました。</a:t>
            </a:r>
            <a:endParaRPr lang="en-US" altLang="ja-JP" sz="1600" dirty="0"/>
          </a:p>
          <a:p>
            <a:pPr>
              <a:lnSpc>
                <a:spcPct val="150000"/>
              </a:lnSpc>
            </a:pPr>
            <a:r>
              <a:rPr lang="ja-JP" altLang="en-US" sz="1600" dirty="0"/>
              <a:t>　</a:t>
            </a:r>
            <a:r>
              <a:rPr lang="ja-JP" altLang="ja-JP" sz="1600" dirty="0"/>
              <a:t>さらに今年は、部活動が「コベカツ」へと移行する節目の年でもありました。現体制における最後の舞台であり、「絶対に失敗できない」という強い緊張感がありました。しかし、全員で重圧を跳ね除け、本番は見事に実験を成功させることができました。</a:t>
            </a:r>
            <a:endParaRPr lang="en-US" altLang="ja-JP" sz="1600" dirty="0"/>
          </a:p>
          <a:p>
            <a:pPr>
              <a:lnSpc>
                <a:spcPct val="150000"/>
              </a:lnSpc>
            </a:pPr>
            <a:r>
              <a:rPr lang="ja-JP" altLang="en-US" sz="1600" dirty="0"/>
              <a:t>　</a:t>
            </a:r>
            <a:r>
              <a:rPr lang="ja-JP" altLang="ja-JP" sz="1600" dirty="0"/>
              <a:t>ここからは、成功を支えた「装置全体」「弾」「照準器」について、それぞれの工夫と進化の歴史を深掘りしていきます。これまでの努力の成果を、ぜひご覧ください。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4213643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B78B173-DA53-9933-0662-236248E4A6B5}"/>
              </a:ext>
            </a:extLst>
          </p:cNvPr>
          <p:cNvSpPr txBox="1"/>
          <p:nvPr/>
        </p:nvSpPr>
        <p:spPr>
          <a:xfrm>
            <a:off x="288000" y="290190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>
                <a:latin typeface="+mj-ea"/>
                <a:ea typeface="+mj-ea"/>
              </a:rPr>
              <a:t>真空砲とは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C350611-CE70-0ABA-79F8-CD12A7E4FBEC}"/>
              </a:ext>
            </a:extLst>
          </p:cNvPr>
          <p:cNvSpPr/>
          <p:nvPr/>
        </p:nvSpPr>
        <p:spPr>
          <a:xfrm>
            <a:off x="90000" y="0"/>
            <a:ext cx="180000" cy="872775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D3EA74C-8F2E-9E94-C2D5-AA70CB9BAA31}"/>
              </a:ext>
            </a:extLst>
          </p:cNvPr>
          <p:cNvSpPr txBox="1"/>
          <p:nvPr/>
        </p:nvSpPr>
        <p:spPr>
          <a:xfrm>
            <a:off x="270000" y="1303365"/>
            <a:ext cx="4320000" cy="5966120"/>
          </a:xfrm>
          <a:prstGeom prst="rect">
            <a:avLst/>
          </a:prstGeom>
          <a:solidFill>
            <a:srgbClr val="FBFBFB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ja-JP" altLang="en-US" sz="1600" kern="100" dirty="0">
                <a:latin typeface="+mn-ea"/>
                <a:cs typeface="Times New Roman" panose="02020603050405020304" pitchFamily="18" charset="0"/>
              </a:rPr>
              <a:t>　真空砲は、パイプの内外に生じる「</a:t>
            </a:r>
            <a:r>
              <a:rPr lang="ja-JP" altLang="en-US" sz="1600" kern="100" dirty="0">
                <a:latin typeface="+mj-ea"/>
                <a:ea typeface="+mj-ea"/>
                <a:cs typeface="Times New Roman" panose="02020603050405020304" pitchFamily="18" charset="0"/>
              </a:rPr>
              <a:t>気圧の差</a:t>
            </a:r>
            <a:r>
              <a:rPr lang="ja-JP" altLang="en-US" sz="1600" kern="100" dirty="0">
                <a:latin typeface="+mn-ea"/>
                <a:cs typeface="Times New Roman" panose="02020603050405020304" pitchFamily="18" charset="0"/>
              </a:rPr>
              <a:t>」を利用して弾を高速で発射する装置です。</a:t>
            </a:r>
            <a:endParaRPr lang="en-US" altLang="ja-JP" sz="1600" kern="100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ja-JP" altLang="en-US" sz="1600" kern="100" dirty="0">
                <a:latin typeface="+mn-ea"/>
                <a:cs typeface="Times New Roman" panose="02020603050405020304" pitchFamily="18" charset="0"/>
              </a:rPr>
              <a:t>　長いパイプの中に弾を入れて密閉し、内部の空気を抜いてから片側を一気に開放すると、外気が猛烈な勢いで流れ込み、その</a:t>
            </a:r>
            <a:r>
              <a:rPr lang="ja-JP" altLang="en-US" sz="1600" kern="100" dirty="0">
                <a:latin typeface="+mj-ea"/>
                <a:ea typeface="+mj-ea"/>
                <a:cs typeface="Times New Roman" panose="02020603050405020304" pitchFamily="18" charset="0"/>
              </a:rPr>
              <a:t>風圧</a:t>
            </a:r>
            <a:r>
              <a:rPr lang="ja-JP" altLang="en-US" sz="1600" kern="100" dirty="0">
                <a:latin typeface="+mn-ea"/>
                <a:cs typeface="Times New Roman" panose="02020603050405020304" pitchFamily="18" charset="0"/>
              </a:rPr>
              <a:t>によって弾が押し出されます。</a:t>
            </a:r>
            <a:endParaRPr lang="en-US" altLang="ja-JP" sz="1600" kern="100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ja-JP" sz="1600" kern="100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ja-JP" altLang="en-US" sz="1600" kern="100" dirty="0">
                <a:latin typeface="+mn-ea"/>
                <a:cs typeface="Times New Roman" panose="02020603050405020304" pitchFamily="18" charset="0"/>
              </a:rPr>
              <a:t>　本格的な真空ポンプを使用した実験では、弾の速度が</a:t>
            </a:r>
            <a:r>
              <a:rPr lang="ja-JP" altLang="en-US" sz="1600" kern="100" dirty="0">
                <a:latin typeface="+mj-ea"/>
                <a:ea typeface="+mj-ea"/>
                <a:cs typeface="Times New Roman" panose="02020603050405020304" pitchFamily="18" charset="0"/>
              </a:rPr>
              <a:t>音速</a:t>
            </a:r>
            <a:r>
              <a:rPr lang="ja-JP" altLang="en-US" sz="1600" kern="100" dirty="0">
                <a:latin typeface="+mn-ea"/>
                <a:cs typeface="Times New Roman" panose="02020603050405020304" pitchFamily="18" charset="0"/>
              </a:rPr>
              <a:t>（約</a:t>
            </a:r>
            <a:r>
              <a:rPr lang="en-US" altLang="ja-JP" sz="1600" kern="100" dirty="0">
                <a:cs typeface="Times New Roman" panose="02020603050405020304" pitchFamily="18" charset="0"/>
              </a:rPr>
              <a:t>1225km/h</a:t>
            </a:r>
            <a:r>
              <a:rPr lang="ja-JP" altLang="en-US" sz="1600" kern="100" dirty="0">
                <a:latin typeface="+mn-ea"/>
                <a:cs typeface="Times New Roman" panose="02020603050405020304" pitchFamily="18" charset="0"/>
              </a:rPr>
              <a:t>）に達することもあります。</a:t>
            </a:r>
            <a:endParaRPr lang="en-US" altLang="ja-JP" sz="1600" kern="100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ja-JP" altLang="en-US" sz="1600" kern="100" dirty="0">
                <a:latin typeface="+mn-ea"/>
                <a:cs typeface="Times New Roman" panose="02020603050405020304" pitchFamily="18" charset="0"/>
              </a:rPr>
              <a:t>　今回の翔鷹祭で用いた装置は、パイプに家庭用の</a:t>
            </a:r>
            <a:r>
              <a:rPr lang="ja-JP" altLang="en-US" sz="1600" kern="100" dirty="0">
                <a:latin typeface="+mj-ea"/>
                <a:ea typeface="+mj-ea"/>
                <a:cs typeface="Times New Roman" panose="02020603050405020304" pitchFamily="18" charset="0"/>
              </a:rPr>
              <a:t>掃除機</a:t>
            </a:r>
            <a:r>
              <a:rPr lang="ja-JP" altLang="en-US" sz="1600" kern="100" dirty="0">
                <a:latin typeface="+mn-ea"/>
                <a:cs typeface="Times New Roman" panose="02020603050405020304" pitchFamily="18" charset="0"/>
              </a:rPr>
              <a:t>を直接接続して内部の気圧を下げる仕組みです。掃除機で下げられる気圧は</a:t>
            </a:r>
            <a:r>
              <a:rPr lang="en-US" altLang="ja-JP" sz="1600" kern="100" dirty="0">
                <a:latin typeface="+mj-ea"/>
                <a:ea typeface="+mj-ea"/>
                <a:cs typeface="Times New Roman" panose="02020603050405020304" pitchFamily="18" charset="0"/>
              </a:rPr>
              <a:t>30hPa</a:t>
            </a:r>
            <a:r>
              <a:rPr lang="ja-JP" altLang="en-US" sz="1600" kern="100" dirty="0">
                <a:latin typeface="+mn-ea"/>
                <a:cs typeface="Times New Roman" panose="02020603050405020304" pitchFamily="18" charset="0"/>
              </a:rPr>
              <a:t>程度で、完全な真空には程遠い状態ですが、調整によって最高時速</a:t>
            </a:r>
            <a:r>
              <a:rPr lang="en-US" altLang="ja-JP" sz="1600" kern="100" dirty="0">
                <a:latin typeface="+mj-lt"/>
                <a:cs typeface="Times New Roman" panose="02020603050405020304" pitchFamily="18" charset="0"/>
              </a:rPr>
              <a:t>230km/h</a:t>
            </a:r>
            <a:r>
              <a:rPr lang="ja-JP" altLang="en-US" sz="1600" kern="100" dirty="0">
                <a:latin typeface="+mn-ea"/>
                <a:cs typeface="Times New Roman" panose="02020603050405020304" pitchFamily="18" charset="0"/>
              </a:rPr>
              <a:t>に達する圧倒的な威力を実現しました。</a:t>
            </a:r>
            <a:endParaRPr lang="ja-JP" altLang="ja-JP" sz="1600" kern="100" dirty="0">
              <a:latin typeface="+mn-ea"/>
              <a:cs typeface="Times New Roman" panose="02020603050405020304" pitchFamily="18" charset="0"/>
            </a:endParaRPr>
          </a:p>
        </p:txBody>
      </p:sp>
      <p:grpSp>
        <p:nvGrpSpPr>
          <p:cNvPr id="257" name="グラフィックス 19">
            <a:extLst>
              <a:ext uri="{FF2B5EF4-FFF2-40B4-BE49-F238E27FC236}">
                <a16:creationId xmlns:a16="http://schemas.microsoft.com/office/drawing/2014/main" id="{F8F59795-93CF-4BFA-47C2-07A7A1256554}"/>
              </a:ext>
            </a:extLst>
          </p:cNvPr>
          <p:cNvGrpSpPr/>
          <p:nvPr/>
        </p:nvGrpSpPr>
        <p:grpSpPr>
          <a:xfrm>
            <a:off x="4465693" y="2574080"/>
            <a:ext cx="5440977" cy="2295287"/>
            <a:chOff x="2714833" y="1881114"/>
            <a:chExt cx="7319177" cy="3087610"/>
          </a:xfrm>
        </p:grpSpPr>
        <p:sp>
          <p:nvSpPr>
            <p:cNvPr id="258" name="フリーフォーム: 図形 257">
              <a:extLst>
                <a:ext uri="{FF2B5EF4-FFF2-40B4-BE49-F238E27FC236}">
                  <a16:creationId xmlns:a16="http://schemas.microsoft.com/office/drawing/2014/main" id="{41077D88-D826-5C7A-C3C9-A81E49568712}"/>
                </a:ext>
              </a:extLst>
            </p:cNvPr>
            <p:cNvSpPr/>
            <p:nvPr/>
          </p:nvSpPr>
          <p:spPr>
            <a:xfrm>
              <a:off x="2714833" y="1881114"/>
              <a:ext cx="7319177" cy="3087610"/>
            </a:xfrm>
            <a:custGeom>
              <a:avLst/>
              <a:gdLst>
                <a:gd name="csX0" fmla="*/ 7060036 w 7319177"/>
                <a:gd name="csY0" fmla="*/ 423882 h 3087610"/>
                <a:gd name="csX1" fmla="*/ 7124808 w 7319177"/>
                <a:gd name="csY1" fmla="*/ 518434 h 3087610"/>
                <a:gd name="csX2" fmla="*/ 7136326 w 7319177"/>
                <a:gd name="csY2" fmla="*/ 641345 h 3087610"/>
                <a:gd name="csX3" fmla="*/ 7126852 w 7319177"/>
                <a:gd name="csY3" fmla="*/ 696045 h 3087610"/>
                <a:gd name="csX4" fmla="*/ 7113374 w 7319177"/>
                <a:gd name="csY4" fmla="*/ 709556 h 3087610"/>
                <a:gd name="csX5" fmla="*/ 6953283 w 7319177"/>
                <a:gd name="csY5" fmla="*/ 737579 h 3087610"/>
                <a:gd name="csX6" fmla="*/ 6968473 w 7319177"/>
                <a:gd name="csY6" fmla="*/ 800048 h 3087610"/>
                <a:gd name="csX7" fmla="*/ 6974274 w 7319177"/>
                <a:gd name="csY7" fmla="*/ 898651 h 3087610"/>
                <a:gd name="csX8" fmla="*/ 6985381 w 7319177"/>
                <a:gd name="csY8" fmla="*/ 901355 h 3087610"/>
                <a:gd name="csX9" fmla="*/ 6993467 w 7319177"/>
                <a:gd name="csY9" fmla="*/ 982054 h 3087610"/>
                <a:gd name="csX10" fmla="*/ 6998532 w 7319177"/>
                <a:gd name="csY10" fmla="*/ 1108682 h 3087610"/>
                <a:gd name="csX11" fmla="*/ 7016419 w 7319177"/>
                <a:gd name="csY11" fmla="*/ 1344947 h 3087610"/>
                <a:gd name="csX12" fmla="*/ 7026874 w 7319177"/>
                <a:gd name="csY12" fmla="*/ 1369361 h 3087610"/>
                <a:gd name="csX13" fmla="*/ 7149148 w 7319177"/>
                <a:gd name="csY13" fmla="*/ 1618565 h 3087610"/>
                <a:gd name="csX14" fmla="*/ 7170712 w 7319177"/>
                <a:gd name="csY14" fmla="*/ 1630996 h 3087610"/>
                <a:gd name="csX15" fmla="*/ 7309895 w 7319177"/>
                <a:gd name="csY15" fmla="*/ 2433708 h 3087610"/>
                <a:gd name="csX16" fmla="*/ 7318716 w 7319177"/>
                <a:gd name="csY16" fmla="*/ 2442816 h 3087610"/>
                <a:gd name="csX17" fmla="*/ 7312998 w 7319177"/>
                <a:gd name="csY17" fmla="*/ 2455705 h 3087610"/>
                <a:gd name="csX18" fmla="*/ 7317326 w 7319177"/>
                <a:gd name="csY18" fmla="*/ 2472424 h 3087610"/>
                <a:gd name="csX19" fmla="*/ 7273791 w 7319177"/>
                <a:gd name="csY19" fmla="*/ 2524953 h 3087610"/>
                <a:gd name="csX20" fmla="*/ 7232298 w 7319177"/>
                <a:gd name="csY20" fmla="*/ 2543102 h 3087610"/>
                <a:gd name="csX21" fmla="*/ 7241855 w 7319177"/>
                <a:gd name="csY21" fmla="*/ 2577963 h 3087610"/>
                <a:gd name="csX22" fmla="*/ 7125790 w 7319177"/>
                <a:gd name="csY22" fmla="*/ 2872605 h 3087610"/>
                <a:gd name="csX23" fmla="*/ 6741813 w 7319177"/>
                <a:gd name="csY23" fmla="*/ 3082684 h 3087610"/>
                <a:gd name="csX24" fmla="*/ 5796293 w 7319177"/>
                <a:gd name="csY24" fmla="*/ 2975766 h 3087610"/>
                <a:gd name="csX25" fmla="*/ 4537531 w 7319177"/>
                <a:gd name="csY25" fmla="*/ 2356857 h 3087610"/>
                <a:gd name="csX26" fmla="*/ 3462221 w 7319177"/>
                <a:gd name="csY26" fmla="*/ 1371722 h 3087610"/>
                <a:gd name="csX27" fmla="*/ 72690 w 7319177"/>
                <a:gd name="csY27" fmla="*/ 1976369 h 3087610"/>
                <a:gd name="csX28" fmla="*/ 35935 w 7319177"/>
                <a:gd name="csY28" fmla="*/ 1750689 h 3087610"/>
                <a:gd name="csX29" fmla="*/ 3356448 w 7319177"/>
                <a:gd name="csY29" fmla="*/ 1130286 h 3087610"/>
                <a:gd name="csX30" fmla="*/ 3391407 w 7319177"/>
                <a:gd name="csY30" fmla="*/ 469623 h 3087610"/>
                <a:gd name="csX31" fmla="*/ 4292984 w 7319177"/>
                <a:gd name="csY31" fmla="*/ 3544 h 3087610"/>
                <a:gd name="csX32" fmla="*/ 4550927 w 7319177"/>
                <a:gd name="csY32" fmla="*/ 74213 h 3087610"/>
                <a:gd name="csX33" fmla="*/ 4574288 w 7319177"/>
                <a:gd name="csY33" fmla="*/ 62753 h 3087610"/>
                <a:gd name="csX34" fmla="*/ 4618231 w 7319177"/>
                <a:gd name="csY34" fmla="*/ 68487 h 3087610"/>
                <a:gd name="csX35" fmla="*/ 4641592 w 7319177"/>
                <a:gd name="csY35" fmla="*/ 98570 h 3087610"/>
                <a:gd name="csX36" fmla="*/ 4641592 w 7319177"/>
                <a:gd name="csY36" fmla="*/ 116719 h 3087610"/>
                <a:gd name="csX37" fmla="*/ 4706608 w 7319177"/>
                <a:gd name="csY37" fmla="*/ 157305 h 3087610"/>
                <a:gd name="csX38" fmla="*/ 4737647 w 7319177"/>
                <a:gd name="csY38" fmla="*/ 159698 h 3087610"/>
                <a:gd name="csX39" fmla="*/ 4761006 w 7319177"/>
                <a:gd name="csY39" fmla="*/ 175936 h 3087610"/>
                <a:gd name="csX40" fmla="*/ 4881321 w 7319177"/>
                <a:gd name="csY40" fmla="*/ 78787 h 3087610"/>
                <a:gd name="csX41" fmla="*/ 4973864 w 7319177"/>
                <a:gd name="csY41" fmla="*/ 28807 h 3087610"/>
                <a:gd name="csX42" fmla="*/ 5015030 w 7319177"/>
                <a:gd name="csY42" fmla="*/ 40291 h 3087610"/>
                <a:gd name="csX43" fmla="*/ 5086661 w 7319177"/>
                <a:gd name="csY43" fmla="*/ 88237 h 3087610"/>
                <a:gd name="csX44" fmla="*/ 5111655 w 7319177"/>
                <a:gd name="csY44" fmla="*/ 151718 h 3087610"/>
                <a:gd name="csX45" fmla="*/ 5128483 w 7319177"/>
                <a:gd name="csY45" fmla="*/ 300971 h 3087610"/>
                <a:gd name="csX46" fmla="*/ 5131913 w 7319177"/>
                <a:gd name="csY46" fmla="*/ 408355 h 3087610"/>
                <a:gd name="csX47" fmla="*/ 5362820 w 7319177"/>
                <a:gd name="csY47" fmla="*/ 307048 h 3087610"/>
                <a:gd name="csX48" fmla="*/ 5712652 w 7319177"/>
                <a:gd name="csY48" fmla="*/ 288817 h 3087610"/>
                <a:gd name="csX49" fmla="*/ 6034143 w 7319177"/>
                <a:gd name="csY49" fmla="*/ 397549 h 3087610"/>
                <a:gd name="csX50" fmla="*/ 6107736 w 7319177"/>
                <a:gd name="csY50" fmla="*/ 429289 h 3087610"/>
                <a:gd name="csX51" fmla="*/ 6136160 w 7319177"/>
                <a:gd name="csY51" fmla="*/ 429289 h 3087610"/>
                <a:gd name="csX52" fmla="*/ 6218495 w 7319177"/>
                <a:gd name="csY52" fmla="*/ 456301 h 3087610"/>
                <a:gd name="csX53" fmla="*/ 6375891 w 7319177"/>
                <a:gd name="csY53" fmla="*/ 533961 h 3087610"/>
                <a:gd name="csX54" fmla="*/ 6418446 w 7319177"/>
                <a:gd name="csY54" fmla="*/ 550845 h 3087610"/>
                <a:gd name="csX55" fmla="*/ 6562282 w 7319177"/>
                <a:gd name="csY55" fmla="*/ 512357 h 3087610"/>
                <a:gd name="csX56" fmla="*/ 7060036 w 7319177"/>
                <a:gd name="csY56" fmla="*/ 423882 h 3087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</a:cxnLst>
              <a:rect l="l" t="t" r="r" b="b"/>
              <a:pathLst>
                <a:path w="7319177" h="3087610">
                  <a:moveTo>
                    <a:pt x="7060036" y="423882"/>
                  </a:moveTo>
                  <a:cubicBezTo>
                    <a:pt x="7089686" y="426586"/>
                    <a:pt x="7116721" y="486016"/>
                    <a:pt x="7124808" y="518434"/>
                  </a:cubicBezTo>
                  <a:cubicBezTo>
                    <a:pt x="7132976" y="550845"/>
                    <a:pt x="7136979" y="602849"/>
                    <a:pt x="7136326" y="641345"/>
                  </a:cubicBezTo>
                  <a:cubicBezTo>
                    <a:pt x="7135671" y="679841"/>
                    <a:pt x="7128240" y="691994"/>
                    <a:pt x="7126852" y="696045"/>
                  </a:cubicBezTo>
                  <a:cubicBezTo>
                    <a:pt x="7125543" y="700097"/>
                    <a:pt x="7118436" y="707864"/>
                    <a:pt x="7113374" y="709556"/>
                  </a:cubicBezTo>
                  <a:cubicBezTo>
                    <a:pt x="7108309" y="711246"/>
                    <a:pt x="6953283" y="737579"/>
                    <a:pt x="6953283" y="737579"/>
                  </a:cubicBezTo>
                  <a:cubicBezTo>
                    <a:pt x="6953283" y="737579"/>
                    <a:pt x="6966105" y="780469"/>
                    <a:pt x="6968473" y="800048"/>
                  </a:cubicBezTo>
                  <a:cubicBezTo>
                    <a:pt x="6970844" y="819634"/>
                    <a:pt x="6974274" y="898651"/>
                    <a:pt x="6974274" y="898651"/>
                  </a:cubicBezTo>
                  <a:cubicBezTo>
                    <a:pt x="6974274" y="898651"/>
                    <a:pt x="6985054" y="898986"/>
                    <a:pt x="6985381" y="901355"/>
                  </a:cubicBezTo>
                  <a:cubicBezTo>
                    <a:pt x="6985707" y="903715"/>
                    <a:pt x="6993467" y="978003"/>
                    <a:pt x="6993467" y="982054"/>
                  </a:cubicBezTo>
                  <a:cubicBezTo>
                    <a:pt x="6993467" y="986105"/>
                    <a:pt x="6998532" y="1108682"/>
                    <a:pt x="6998532" y="1108682"/>
                  </a:cubicBezTo>
                  <a:lnTo>
                    <a:pt x="7016419" y="1344947"/>
                  </a:lnTo>
                  <a:cubicBezTo>
                    <a:pt x="7016419" y="1344947"/>
                    <a:pt x="7018134" y="1353156"/>
                    <a:pt x="7026874" y="1369361"/>
                  </a:cubicBezTo>
                  <a:cubicBezTo>
                    <a:pt x="7035695" y="1385575"/>
                    <a:pt x="7146454" y="1611810"/>
                    <a:pt x="7149148" y="1618565"/>
                  </a:cubicBezTo>
                  <a:cubicBezTo>
                    <a:pt x="7151845" y="1625320"/>
                    <a:pt x="7168262" y="1621448"/>
                    <a:pt x="7170712" y="1630996"/>
                  </a:cubicBezTo>
                  <a:cubicBezTo>
                    <a:pt x="7173080" y="1640545"/>
                    <a:pt x="7309895" y="2433708"/>
                    <a:pt x="7309895" y="2433708"/>
                  </a:cubicBezTo>
                  <a:cubicBezTo>
                    <a:pt x="7309895" y="2433708"/>
                    <a:pt x="7315857" y="2437082"/>
                    <a:pt x="7318716" y="2442816"/>
                  </a:cubicBezTo>
                  <a:cubicBezTo>
                    <a:pt x="7321573" y="2448541"/>
                    <a:pt x="7306789" y="2450453"/>
                    <a:pt x="7312998" y="2455705"/>
                  </a:cubicBezTo>
                  <a:cubicBezTo>
                    <a:pt x="7319205" y="2460965"/>
                    <a:pt x="7319696" y="2468128"/>
                    <a:pt x="7317326" y="2472424"/>
                  </a:cubicBezTo>
                  <a:cubicBezTo>
                    <a:pt x="7314875" y="2476721"/>
                    <a:pt x="7280980" y="2522568"/>
                    <a:pt x="7273791" y="2524953"/>
                  </a:cubicBezTo>
                  <a:cubicBezTo>
                    <a:pt x="7266685" y="2527337"/>
                    <a:pt x="7239894" y="2528293"/>
                    <a:pt x="7232298" y="2543102"/>
                  </a:cubicBezTo>
                  <a:cubicBezTo>
                    <a:pt x="7224621" y="2557902"/>
                    <a:pt x="7244714" y="2555035"/>
                    <a:pt x="7241855" y="2577963"/>
                  </a:cubicBezTo>
                  <a:cubicBezTo>
                    <a:pt x="7238996" y="2600881"/>
                    <a:pt x="7204119" y="2801951"/>
                    <a:pt x="7125790" y="2872605"/>
                  </a:cubicBezTo>
                  <a:cubicBezTo>
                    <a:pt x="7047458" y="2943257"/>
                    <a:pt x="6995917" y="3057853"/>
                    <a:pt x="6741813" y="3082684"/>
                  </a:cubicBezTo>
                  <a:cubicBezTo>
                    <a:pt x="6487792" y="3107514"/>
                    <a:pt x="5972068" y="3033022"/>
                    <a:pt x="5796293" y="2975766"/>
                  </a:cubicBezTo>
                  <a:cubicBezTo>
                    <a:pt x="5620601" y="2918426"/>
                    <a:pt x="4969207" y="2662484"/>
                    <a:pt x="4537531" y="2356857"/>
                  </a:cubicBezTo>
                  <a:cubicBezTo>
                    <a:pt x="4105855" y="2051228"/>
                    <a:pt x="3634157" y="1734647"/>
                    <a:pt x="3462221" y="1371722"/>
                  </a:cubicBezTo>
                  <a:cubicBezTo>
                    <a:pt x="3458709" y="1364183"/>
                    <a:pt x="84126" y="1982683"/>
                    <a:pt x="72690" y="1976369"/>
                  </a:cubicBezTo>
                  <a:cubicBezTo>
                    <a:pt x="-40272" y="1914285"/>
                    <a:pt x="3917" y="1764803"/>
                    <a:pt x="35935" y="1750689"/>
                  </a:cubicBezTo>
                  <a:cubicBezTo>
                    <a:pt x="44593" y="1746883"/>
                    <a:pt x="3359633" y="1138870"/>
                    <a:pt x="3356448" y="1130286"/>
                  </a:cubicBezTo>
                  <a:cubicBezTo>
                    <a:pt x="3280159" y="923857"/>
                    <a:pt x="3283427" y="773821"/>
                    <a:pt x="3391407" y="469623"/>
                  </a:cubicBezTo>
                  <a:cubicBezTo>
                    <a:pt x="3536632" y="60842"/>
                    <a:pt x="4124969" y="-19384"/>
                    <a:pt x="4292984" y="3544"/>
                  </a:cubicBezTo>
                  <a:cubicBezTo>
                    <a:pt x="4461079" y="26463"/>
                    <a:pt x="4550927" y="74213"/>
                    <a:pt x="4550927" y="74213"/>
                  </a:cubicBezTo>
                  <a:cubicBezTo>
                    <a:pt x="4550927" y="74213"/>
                    <a:pt x="4559504" y="66576"/>
                    <a:pt x="4574288" y="62753"/>
                  </a:cubicBezTo>
                  <a:cubicBezTo>
                    <a:pt x="4589072" y="58939"/>
                    <a:pt x="4600097" y="57501"/>
                    <a:pt x="4618231" y="68487"/>
                  </a:cubicBezTo>
                  <a:cubicBezTo>
                    <a:pt x="4636363" y="79473"/>
                    <a:pt x="4641592" y="91406"/>
                    <a:pt x="4641592" y="98570"/>
                  </a:cubicBezTo>
                  <a:lnTo>
                    <a:pt x="4641592" y="116719"/>
                  </a:lnTo>
                  <a:cubicBezTo>
                    <a:pt x="4641592" y="116719"/>
                    <a:pt x="4704647" y="157787"/>
                    <a:pt x="4706608" y="157305"/>
                  </a:cubicBezTo>
                  <a:cubicBezTo>
                    <a:pt x="4708488" y="156831"/>
                    <a:pt x="4737647" y="159698"/>
                    <a:pt x="4737647" y="159698"/>
                  </a:cubicBezTo>
                  <a:lnTo>
                    <a:pt x="4761006" y="175936"/>
                  </a:lnTo>
                  <a:cubicBezTo>
                    <a:pt x="4761006" y="175936"/>
                    <a:pt x="4843503" y="103094"/>
                    <a:pt x="4881321" y="78787"/>
                  </a:cubicBezTo>
                  <a:cubicBezTo>
                    <a:pt x="4919137" y="54471"/>
                    <a:pt x="4950258" y="32858"/>
                    <a:pt x="4973864" y="28807"/>
                  </a:cubicBezTo>
                  <a:cubicBezTo>
                    <a:pt x="4997469" y="24756"/>
                    <a:pt x="5015030" y="40291"/>
                    <a:pt x="5015030" y="40291"/>
                  </a:cubicBezTo>
                  <a:cubicBezTo>
                    <a:pt x="5015030" y="40291"/>
                    <a:pt x="5077187" y="74727"/>
                    <a:pt x="5086661" y="88237"/>
                  </a:cubicBezTo>
                  <a:cubicBezTo>
                    <a:pt x="5096136" y="101746"/>
                    <a:pt x="5106266" y="119978"/>
                    <a:pt x="5111655" y="151718"/>
                  </a:cubicBezTo>
                  <a:cubicBezTo>
                    <a:pt x="5117047" y="183459"/>
                    <a:pt x="5130525" y="234108"/>
                    <a:pt x="5128483" y="300971"/>
                  </a:cubicBezTo>
                  <a:cubicBezTo>
                    <a:pt x="5126521" y="367834"/>
                    <a:pt x="5131913" y="408355"/>
                    <a:pt x="5131913" y="408355"/>
                  </a:cubicBezTo>
                  <a:cubicBezTo>
                    <a:pt x="5131913" y="408355"/>
                    <a:pt x="5281141" y="332034"/>
                    <a:pt x="5362820" y="307048"/>
                  </a:cubicBezTo>
                  <a:cubicBezTo>
                    <a:pt x="5444582" y="282062"/>
                    <a:pt x="5601896" y="269230"/>
                    <a:pt x="5712652" y="288817"/>
                  </a:cubicBezTo>
                  <a:cubicBezTo>
                    <a:pt x="5823411" y="308396"/>
                    <a:pt x="5970024" y="362427"/>
                    <a:pt x="6034143" y="397549"/>
                  </a:cubicBezTo>
                  <a:cubicBezTo>
                    <a:pt x="6098344" y="432663"/>
                    <a:pt x="6107736" y="429289"/>
                    <a:pt x="6107736" y="429289"/>
                  </a:cubicBezTo>
                  <a:cubicBezTo>
                    <a:pt x="6107736" y="429289"/>
                    <a:pt x="6119908" y="427934"/>
                    <a:pt x="6136160" y="429289"/>
                  </a:cubicBezTo>
                  <a:cubicBezTo>
                    <a:pt x="6152332" y="430637"/>
                    <a:pt x="6218495" y="456301"/>
                    <a:pt x="6218495" y="456301"/>
                  </a:cubicBezTo>
                  <a:cubicBezTo>
                    <a:pt x="6218495" y="456301"/>
                    <a:pt x="6343464" y="513705"/>
                    <a:pt x="6375891" y="533961"/>
                  </a:cubicBezTo>
                  <a:cubicBezTo>
                    <a:pt x="6408316" y="554226"/>
                    <a:pt x="6418446" y="550845"/>
                    <a:pt x="6418446" y="550845"/>
                  </a:cubicBezTo>
                  <a:cubicBezTo>
                    <a:pt x="6418446" y="550845"/>
                    <a:pt x="6462960" y="530588"/>
                    <a:pt x="6562282" y="512357"/>
                  </a:cubicBezTo>
                  <a:cubicBezTo>
                    <a:pt x="6661522" y="494118"/>
                    <a:pt x="7060036" y="423882"/>
                    <a:pt x="7060036" y="423882"/>
                  </a:cubicBezTo>
                  <a:close/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552309073">
                    <a:custGeom>
                      <a:avLst/>
                      <a:gdLst>
                        <a:gd name="csX0" fmla="*/ 7060036 w 7319177"/>
                        <a:gd name="csY0" fmla="*/ 423882 h 3087610"/>
                        <a:gd name="csX1" fmla="*/ 7124808 w 7319177"/>
                        <a:gd name="csY1" fmla="*/ 518434 h 3087610"/>
                        <a:gd name="csX2" fmla="*/ 7136326 w 7319177"/>
                        <a:gd name="csY2" fmla="*/ 641345 h 3087610"/>
                        <a:gd name="csX3" fmla="*/ 7126852 w 7319177"/>
                        <a:gd name="csY3" fmla="*/ 696045 h 3087610"/>
                        <a:gd name="csX4" fmla="*/ 7113374 w 7319177"/>
                        <a:gd name="csY4" fmla="*/ 709556 h 3087610"/>
                        <a:gd name="csX5" fmla="*/ 6953283 w 7319177"/>
                        <a:gd name="csY5" fmla="*/ 737579 h 3087610"/>
                        <a:gd name="csX6" fmla="*/ 6968473 w 7319177"/>
                        <a:gd name="csY6" fmla="*/ 800048 h 3087610"/>
                        <a:gd name="csX7" fmla="*/ 6974274 w 7319177"/>
                        <a:gd name="csY7" fmla="*/ 898651 h 3087610"/>
                        <a:gd name="csX8" fmla="*/ 6985381 w 7319177"/>
                        <a:gd name="csY8" fmla="*/ 901355 h 3087610"/>
                        <a:gd name="csX9" fmla="*/ 6993467 w 7319177"/>
                        <a:gd name="csY9" fmla="*/ 982054 h 3087610"/>
                        <a:gd name="csX10" fmla="*/ 6998532 w 7319177"/>
                        <a:gd name="csY10" fmla="*/ 1108682 h 3087610"/>
                        <a:gd name="csX11" fmla="*/ 7016419 w 7319177"/>
                        <a:gd name="csY11" fmla="*/ 1344947 h 3087610"/>
                        <a:gd name="csX12" fmla="*/ 7026874 w 7319177"/>
                        <a:gd name="csY12" fmla="*/ 1369361 h 3087610"/>
                        <a:gd name="csX13" fmla="*/ 7149148 w 7319177"/>
                        <a:gd name="csY13" fmla="*/ 1618565 h 3087610"/>
                        <a:gd name="csX14" fmla="*/ 7170712 w 7319177"/>
                        <a:gd name="csY14" fmla="*/ 1630996 h 3087610"/>
                        <a:gd name="csX15" fmla="*/ 7309895 w 7319177"/>
                        <a:gd name="csY15" fmla="*/ 2433708 h 3087610"/>
                        <a:gd name="csX16" fmla="*/ 7318716 w 7319177"/>
                        <a:gd name="csY16" fmla="*/ 2442816 h 3087610"/>
                        <a:gd name="csX17" fmla="*/ 7312998 w 7319177"/>
                        <a:gd name="csY17" fmla="*/ 2455705 h 3087610"/>
                        <a:gd name="csX18" fmla="*/ 7317326 w 7319177"/>
                        <a:gd name="csY18" fmla="*/ 2472424 h 3087610"/>
                        <a:gd name="csX19" fmla="*/ 7273791 w 7319177"/>
                        <a:gd name="csY19" fmla="*/ 2524953 h 3087610"/>
                        <a:gd name="csX20" fmla="*/ 7232298 w 7319177"/>
                        <a:gd name="csY20" fmla="*/ 2543102 h 3087610"/>
                        <a:gd name="csX21" fmla="*/ 7241855 w 7319177"/>
                        <a:gd name="csY21" fmla="*/ 2577963 h 3087610"/>
                        <a:gd name="csX22" fmla="*/ 7125790 w 7319177"/>
                        <a:gd name="csY22" fmla="*/ 2872605 h 3087610"/>
                        <a:gd name="csX23" fmla="*/ 6741813 w 7319177"/>
                        <a:gd name="csY23" fmla="*/ 3082684 h 3087610"/>
                        <a:gd name="csX24" fmla="*/ 5796293 w 7319177"/>
                        <a:gd name="csY24" fmla="*/ 2975766 h 3087610"/>
                        <a:gd name="csX25" fmla="*/ 4537531 w 7319177"/>
                        <a:gd name="csY25" fmla="*/ 2356857 h 3087610"/>
                        <a:gd name="csX26" fmla="*/ 3462221 w 7319177"/>
                        <a:gd name="csY26" fmla="*/ 1371722 h 3087610"/>
                        <a:gd name="csX27" fmla="*/ 72690 w 7319177"/>
                        <a:gd name="csY27" fmla="*/ 1976369 h 3087610"/>
                        <a:gd name="csX28" fmla="*/ 35935 w 7319177"/>
                        <a:gd name="csY28" fmla="*/ 1750689 h 3087610"/>
                        <a:gd name="csX29" fmla="*/ 3356448 w 7319177"/>
                        <a:gd name="csY29" fmla="*/ 1130286 h 3087610"/>
                        <a:gd name="csX30" fmla="*/ 3391407 w 7319177"/>
                        <a:gd name="csY30" fmla="*/ 469623 h 3087610"/>
                        <a:gd name="csX31" fmla="*/ 4292984 w 7319177"/>
                        <a:gd name="csY31" fmla="*/ 3544 h 3087610"/>
                        <a:gd name="csX32" fmla="*/ 4550927 w 7319177"/>
                        <a:gd name="csY32" fmla="*/ 74213 h 3087610"/>
                        <a:gd name="csX33" fmla="*/ 4574288 w 7319177"/>
                        <a:gd name="csY33" fmla="*/ 62753 h 3087610"/>
                        <a:gd name="csX34" fmla="*/ 4618231 w 7319177"/>
                        <a:gd name="csY34" fmla="*/ 68487 h 3087610"/>
                        <a:gd name="csX35" fmla="*/ 4641592 w 7319177"/>
                        <a:gd name="csY35" fmla="*/ 98570 h 3087610"/>
                        <a:gd name="csX36" fmla="*/ 4641592 w 7319177"/>
                        <a:gd name="csY36" fmla="*/ 116719 h 3087610"/>
                        <a:gd name="csX37" fmla="*/ 4706608 w 7319177"/>
                        <a:gd name="csY37" fmla="*/ 157305 h 3087610"/>
                        <a:gd name="csX38" fmla="*/ 4737647 w 7319177"/>
                        <a:gd name="csY38" fmla="*/ 159698 h 3087610"/>
                        <a:gd name="csX39" fmla="*/ 4761006 w 7319177"/>
                        <a:gd name="csY39" fmla="*/ 175936 h 3087610"/>
                        <a:gd name="csX40" fmla="*/ 4881321 w 7319177"/>
                        <a:gd name="csY40" fmla="*/ 78787 h 3087610"/>
                        <a:gd name="csX41" fmla="*/ 4973864 w 7319177"/>
                        <a:gd name="csY41" fmla="*/ 28807 h 3087610"/>
                        <a:gd name="csX42" fmla="*/ 5015030 w 7319177"/>
                        <a:gd name="csY42" fmla="*/ 40291 h 3087610"/>
                        <a:gd name="csX43" fmla="*/ 5086661 w 7319177"/>
                        <a:gd name="csY43" fmla="*/ 88237 h 3087610"/>
                        <a:gd name="csX44" fmla="*/ 5111655 w 7319177"/>
                        <a:gd name="csY44" fmla="*/ 151718 h 3087610"/>
                        <a:gd name="csX45" fmla="*/ 5128483 w 7319177"/>
                        <a:gd name="csY45" fmla="*/ 300971 h 3087610"/>
                        <a:gd name="csX46" fmla="*/ 5131913 w 7319177"/>
                        <a:gd name="csY46" fmla="*/ 408355 h 3087610"/>
                        <a:gd name="csX47" fmla="*/ 5362820 w 7319177"/>
                        <a:gd name="csY47" fmla="*/ 307048 h 3087610"/>
                        <a:gd name="csX48" fmla="*/ 5712652 w 7319177"/>
                        <a:gd name="csY48" fmla="*/ 288817 h 3087610"/>
                        <a:gd name="csX49" fmla="*/ 6034143 w 7319177"/>
                        <a:gd name="csY49" fmla="*/ 397549 h 3087610"/>
                        <a:gd name="csX50" fmla="*/ 6107736 w 7319177"/>
                        <a:gd name="csY50" fmla="*/ 429289 h 3087610"/>
                        <a:gd name="csX51" fmla="*/ 6136160 w 7319177"/>
                        <a:gd name="csY51" fmla="*/ 429289 h 3087610"/>
                        <a:gd name="csX52" fmla="*/ 6218495 w 7319177"/>
                        <a:gd name="csY52" fmla="*/ 456301 h 3087610"/>
                        <a:gd name="csX53" fmla="*/ 6375891 w 7319177"/>
                        <a:gd name="csY53" fmla="*/ 533961 h 3087610"/>
                        <a:gd name="csX54" fmla="*/ 6418446 w 7319177"/>
                        <a:gd name="csY54" fmla="*/ 550845 h 3087610"/>
                        <a:gd name="csX55" fmla="*/ 6562282 w 7319177"/>
                        <a:gd name="csY55" fmla="*/ 512357 h 3087610"/>
                        <a:gd name="csX56" fmla="*/ 7060036 w 7319177"/>
                        <a:gd name="csY56" fmla="*/ 423882 h 308761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  <a:cxn ang="0">
                          <a:pos x="csX13" y="csY13"/>
                        </a:cxn>
                        <a:cxn ang="0">
                          <a:pos x="csX14" y="csY14"/>
                        </a:cxn>
                        <a:cxn ang="0">
                          <a:pos x="csX15" y="csY15"/>
                        </a:cxn>
                        <a:cxn ang="0">
                          <a:pos x="csX16" y="csY16"/>
                        </a:cxn>
                        <a:cxn ang="0">
                          <a:pos x="csX17" y="csY17"/>
                        </a:cxn>
                        <a:cxn ang="0">
                          <a:pos x="csX18" y="csY18"/>
                        </a:cxn>
                        <a:cxn ang="0">
                          <a:pos x="csX19" y="csY19"/>
                        </a:cxn>
                        <a:cxn ang="0">
                          <a:pos x="csX20" y="csY20"/>
                        </a:cxn>
                        <a:cxn ang="0">
                          <a:pos x="csX21" y="csY21"/>
                        </a:cxn>
                        <a:cxn ang="0">
                          <a:pos x="csX22" y="csY22"/>
                        </a:cxn>
                        <a:cxn ang="0">
                          <a:pos x="csX23" y="csY23"/>
                        </a:cxn>
                        <a:cxn ang="0">
                          <a:pos x="csX24" y="csY24"/>
                        </a:cxn>
                        <a:cxn ang="0">
                          <a:pos x="csX25" y="csY25"/>
                        </a:cxn>
                        <a:cxn ang="0">
                          <a:pos x="csX26" y="csY26"/>
                        </a:cxn>
                        <a:cxn ang="0">
                          <a:pos x="csX27" y="csY27"/>
                        </a:cxn>
                        <a:cxn ang="0">
                          <a:pos x="csX28" y="csY28"/>
                        </a:cxn>
                        <a:cxn ang="0">
                          <a:pos x="csX29" y="csY29"/>
                        </a:cxn>
                        <a:cxn ang="0">
                          <a:pos x="csX30" y="csY30"/>
                        </a:cxn>
                        <a:cxn ang="0">
                          <a:pos x="csX31" y="csY31"/>
                        </a:cxn>
                        <a:cxn ang="0">
                          <a:pos x="csX32" y="csY32"/>
                        </a:cxn>
                        <a:cxn ang="0">
                          <a:pos x="csX33" y="csY33"/>
                        </a:cxn>
                        <a:cxn ang="0">
                          <a:pos x="csX34" y="csY34"/>
                        </a:cxn>
                        <a:cxn ang="0">
                          <a:pos x="csX35" y="csY35"/>
                        </a:cxn>
                        <a:cxn ang="0">
                          <a:pos x="csX36" y="csY36"/>
                        </a:cxn>
                        <a:cxn ang="0">
                          <a:pos x="csX37" y="csY37"/>
                        </a:cxn>
                        <a:cxn ang="0">
                          <a:pos x="csX38" y="csY38"/>
                        </a:cxn>
                        <a:cxn ang="0">
                          <a:pos x="csX39" y="csY39"/>
                        </a:cxn>
                        <a:cxn ang="0">
                          <a:pos x="csX40" y="csY40"/>
                        </a:cxn>
                        <a:cxn ang="0">
                          <a:pos x="csX41" y="csY41"/>
                        </a:cxn>
                        <a:cxn ang="0">
                          <a:pos x="csX42" y="csY42"/>
                        </a:cxn>
                        <a:cxn ang="0">
                          <a:pos x="csX43" y="csY43"/>
                        </a:cxn>
                        <a:cxn ang="0">
                          <a:pos x="csX44" y="csY44"/>
                        </a:cxn>
                        <a:cxn ang="0">
                          <a:pos x="csX45" y="csY45"/>
                        </a:cxn>
                        <a:cxn ang="0">
                          <a:pos x="csX46" y="csY46"/>
                        </a:cxn>
                        <a:cxn ang="0">
                          <a:pos x="csX47" y="csY47"/>
                        </a:cxn>
                        <a:cxn ang="0">
                          <a:pos x="csX48" y="csY48"/>
                        </a:cxn>
                        <a:cxn ang="0">
                          <a:pos x="csX49" y="csY49"/>
                        </a:cxn>
                        <a:cxn ang="0">
                          <a:pos x="csX50" y="csY50"/>
                        </a:cxn>
                        <a:cxn ang="0">
                          <a:pos x="csX51" y="csY51"/>
                        </a:cxn>
                        <a:cxn ang="0">
                          <a:pos x="csX52" y="csY52"/>
                        </a:cxn>
                        <a:cxn ang="0">
                          <a:pos x="csX53" y="csY53"/>
                        </a:cxn>
                        <a:cxn ang="0">
                          <a:pos x="csX54" y="csY54"/>
                        </a:cxn>
                        <a:cxn ang="0">
                          <a:pos x="csX55" y="csY55"/>
                        </a:cxn>
                        <a:cxn ang="0">
                          <a:pos x="csX56" y="csY56"/>
                        </a:cxn>
                      </a:cxnLst>
                      <a:rect l="l" t="t" r="r" b="b"/>
                      <a:pathLst>
                        <a:path w="7319177" h="3087610" extrusionOk="0">
                          <a:moveTo>
                            <a:pt x="7060036" y="423882"/>
                          </a:moveTo>
                          <a:cubicBezTo>
                            <a:pt x="7095476" y="423879"/>
                            <a:pt x="7112686" y="481029"/>
                            <a:pt x="7124808" y="518434"/>
                          </a:cubicBezTo>
                          <a:cubicBezTo>
                            <a:pt x="7135867" y="552998"/>
                            <a:pt x="7143518" y="603989"/>
                            <a:pt x="7136326" y="641345"/>
                          </a:cubicBezTo>
                          <a:cubicBezTo>
                            <a:pt x="7134475" y="679541"/>
                            <a:pt x="7127565" y="692337"/>
                            <a:pt x="7126852" y="696045"/>
                          </a:cubicBezTo>
                          <a:cubicBezTo>
                            <a:pt x="7125949" y="700814"/>
                            <a:pt x="7119378" y="707620"/>
                            <a:pt x="7113374" y="709556"/>
                          </a:cubicBezTo>
                          <a:cubicBezTo>
                            <a:pt x="7108309" y="711246"/>
                            <a:pt x="6953283" y="737580"/>
                            <a:pt x="6953283" y="737579"/>
                          </a:cubicBezTo>
                          <a:cubicBezTo>
                            <a:pt x="6951999" y="737182"/>
                            <a:pt x="6964842" y="777104"/>
                            <a:pt x="6968473" y="800048"/>
                          </a:cubicBezTo>
                          <a:cubicBezTo>
                            <a:pt x="6970843" y="819634"/>
                            <a:pt x="6974275" y="898651"/>
                            <a:pt x="6974274" y="898651"/>
                          </a:cubicBezTo>
                          <a:cubicBezTo>
                            <a:pt x="6974822" y="898970"/>
                            <a:pt x="6984714" y="898496"/>
                            <a:pt x="6985381" y="901355"/>
                          </a:cubicBezTo>
                          <a:cubicBezTo>
                            <a:pt x="6986205" y="902952"/>
                            <a:pt x="6994165" y="978062"/>
                            <a:pt x="6993467" y="982054"/>
                          </a:cubicBezTo>
                          <a:cubicBezTo>
                            <a:pt x="6993467" y="986106"/>
                            <a:pt x="6998532" y="1108682"/>
                            <a:pt x="6998532" y="1108682"/>
                          </a:cubicBezTo>
                          <a:cubicBezTo>
                            <a:pt x="7025198" y="1219636"/>
                            <a:pt x="7009500" y="1269225"/>
                            <a:pt x="7016419" y="1344947"/>
                          </a:cubicBezTo>
                          <a:cubicBezTo>
                            <a:pt x="7015108" y="1343895"/>
                            <a:pt x="7016004" y="1353597"/>
                            <a:pt x="7026874" y="1369361"/>
                          </a:cubicBezTo>
                          <a:cubicBezTo>
                            <a:pt x="7035980" y="1387683"/>
                            <a:pt x="7146564" y="1611032"/>
                            <a:pt x="7149148" y="1618565"/>
                          </a:cubicBezTo>
                          <a:cubicBezTo>
                            <a:pt x="7151622" y="1625162"/>
                            <a:pt x="7168850" y="1621872"/>
                            <a:pt x="7170712" y="1630996"/>
                          </a:cubicBezTo>
                          <a:cubicBezTo>
                            <a:pt x="7173080" y="1640544"/>
                            <a:pt x="7309896" y="2433708"/>
                            <a:pt x="7309895" y="2433708"/>
                          </a:cubicBezTo>
                          <a:cubicBezTo>
                            <a:pt x="7308670" y="2433968"/>
                            <a:pt x="7316075" y="2436454"/>
                            <a:pt x="7318716" y="2442816"/>
                          </a:cubicBezTo>
                          <a:cubicBezTo>
                            <a:pt x="7323531" y="2448124"/>
                            <a:pt x="7307566" y="2452279"/>
                            <a:pt x="7312998" y="2455705"/>
                          </a:cubicBezTo>
                          <a:cubicBezTo>
                            <a:pt x="7319885" y="2460744"/>
                            <a:pt x="7319835" y="2469332"/>
                            <a:pt x="7317326" y="2472424"/>
                          </a:cubicBezTo>
                          <a:cubicBezTo>
                            <a:pt x="7315478" y="2478499"/>
                            <a:pt x="7281664" y="2520547"/>
                            <a:pt x="7273791" y="2524953"/>
                          </a:cubicBezTo>
                          <a:cubicBezTo>
                            <a:pt x="7267264" y="2525837"/>
                            <a:pt x="7239435" y="2528509"/>
                            <a:pt x="7232298" y="2543102"/>
                          </a:cubicBezTo>
                          <a:cubicBezTo>
                            <a:pt x="7224474" y="2557245"/>
                            <a:pt x="7244721" y="2555724"/>
                            <a:pt x="7241855" y="2577963"/>
                          </a:cubicBezTo>
                          <a:cubicBezTo>
                            <a:pt x="7228352" y="2621946"/>
                            <a:pt x="7181464" y="2822475"/>
                            <a:pt x="7125790" y="2872605"/>
                          </a:cubicBezTo>
                          <a:cubicBezTo>
                            <a:pt x="7069666" y="2964631"/>
                            <a:pt x="6985347" y="3067062"/>
                            <a:pt x="6741813" y="3082684"/>
                          </a:cubicBezTo>
                          <a:cubicBezTo>
                            <a:pt x="6499687" y="3090577"/>
                            <a:pt x="6000949" y="2987421"/>
                            <a:pt x="5796293" y="2975766"/>
                          </a:cubicBezTo>
                          <a:cubicBezTo>
                            <a:pt x="5662529" y="2962603"/>
                            <a:pt x="4885973" y="2665933"/>
                            <a:pt x="4537531" y="2356857"/>
                          </a:cubicBezTo>
                          <a:cubicBezTo>
                            <a:pt x="4075417" y="2034308"/>
                            <a:pt x="3690679" y="1678143"/>
                            <a:pt x="3462221" y="1371722"/>
                          </a:cubicBezTo>
                          <a:cubicBezTo>
                            <a:pt x="3458684" y="1363473"/>
                            <a:pt x="85313" y="1981792"/>
                            <a:pt x="72690" y="1976369"/>
                          </a:cubicBezTo>
                          <a:cubicBezTo>
                            <a:pt x="-35312" y="1911688"/>
                            <a:pt x="2262" y="1755901"/>
                            <a:pt x="35935" y="1750689"/>
                          </a:cubicBezTo>
                          <a:cubicBezTo>
                            <a:pt x="42990" y="1748699"/>
                            <a:pt x="3361736" y="1140377"/>
                            <a:pt x="3356448" y="1130286"/>
                          </a:cubicBezTo>
                          <a:cubicBezTo>
                            <a:pt x="3321904" y="917758"/>
                            <a:pt x="3257015" y="782523"/>
                            <a:pt x="3391407" y="469623"/>
                          </a:cubicBezTo>
                          <a:cubicBezTo>
                            <a:pt x="3546516" y="27393"/>
                            <a:pt x="4120655" y="-3344"/>
                            <a:pt x="4292984" y="3544"/>
                          </a:cubicBezTo>
                          <a:cubicBezTo>
                            <a:pt x="4461079" y="26463"/>
                            <a:pt x="4550927" y="74213"/>
                            <a:pt x="4550927" y="74213"/>
                          </a:cubicBezTo>
                          <a:cubicBezTo>
                            <a:pt x="4552266" y="75335"/>
                            <a:pt x="4560169" y="66987"/>
                            <a:pt x="4574288" y="62753"/>
                          </a:cubicBezTo>
                          <a:cubicBezTo>
                            <a:pt x="4587357" y="58787"/>
                            <a:pt x="4599800" y="57427"/>
                            <a:pt x="4618231" y="68487"/>
                          </a:cubicBezTo>
                          <a:cubicBezTo>
                            <a:pt x="4636380" y="79173"/>
                            <a:pt x="4642114" y="91124"/>
                            <a:pt x="4641592" y="98570"/>
                          </a:cubicBezTo>
                          <a:cubicBezTo>
                            <a:pt x="4643249" y="103962"/>
                            <a:pt x="4640898" y="110203"/>
                            <a:pt x="4641592" y="116719"/>
                          </a:cubicBezTo>
                          <a:cubicBezTo>
                            <a:pt x="4641976" y="117139"/>
                            <a:pt x="4704293" y="157899"/>
                            <a:pt x="4706608" y="157305"/>
                          </a:cubicBezTo>
                          <a:cubicBezTo>
                            <a:pt x="4708488" y="156832"/>
                            <a:pt x="4737647" y="159698"/>
                            <a:pt x="4737647" y="159698"/>
                          </a:cubicBezTo>
                          <a:cubicBezTo>
                            <a:pt x="4748568" y="166279"/>
                            <a:pt x="4752076" y="170728"/>
                            <a:pt x="4761006" y="175936"/>
                          </a:cubicBezTo>
                          <a:cubicBezTo>
                            <a:pt x="4768651" y="182150"/>
                            <a:pt x="4837925" y="110710"/>
                            <a:pt x="4881321" y="78787"/>
                          </a:cubicBezTo>
                          <a:cubicBezTo>
                            <a:pt x="4921645" y="52979"/>
                            <a:pt x="4951497" y="33441"/>
                            <a:pt x="4973864" y="28807"/>
                          </a:cubicBezTo>
                          <a:cubicBezTo>
                            <a:pt x="4997469" y="24755"/>
                            <a:pt x="5015030" y="40290"/>
                            <a:pt x="5015030" y="40291"/>
                          </a:cubicBezTo>
                          <a:cubicBezTo>
                            <a:pt x="5016003" y="40643"/>
                            <a:pt x="5075411" y="77016"/>
                            <a:pt x="5086661" y="88237"/>
                          </a:cubicBezTo>
                          <a:cubicBezTo>
                            <a:pt x="5101825" y="102727"/>
                            <a:pt x="5106307" y="122190"/>
                            <a:pt x="5111655" y="151718"/>
                          </a:cubicBezTo>
                          <a:cubicBezTo>
                            <a:pt x="5118273" y="180466"/>
                            <a:pt x="5127319" y="227611"/>
                            <a:pt x="5128483" y="300971"/>
                          </a:cubicBezTo>
                          <a:cubicBezTo>
                            <a:pt x="5126521" y="367835"/>
                            <a:pt x="5131913" y="408355"/>
                            <a:pt x="5131913" y="408355"/>
                          </a:cubicBezTo>
                          <a:cubicBezTo>
                            <a:pt x="5138711" y="398370"/>
                            <a:pt x="5278144" y="335426"/>
                            <a:pt x="5362820" y="307048"/>
                          </a:cubicBezTo>
                          <a:cubicBezTo>
                            <a:pt x="5445916" y="285639"/>
                            <a:pt x="5608471" y="274955"/>
                            <a:pt x="5712652" y="288817"/>
                          </a:cubicBezTo>
                          <a:cubicBezTo>
                            <a:pt x="5831720" y="295106"/>
                            <a:pt x="5972658" y="362369"/>
                            <a:pt x="6034143" y="397549"/>
                          </a:cubicBezTo>
                          <a:cubicBezTo>
                            <a:pt x="6098344" y="432663"/>
                            <a:pt x="6107736" y="429288"/>
                            <a:pt x="6107736" y="429289"/>
                          </a:cubicBezTo>
                          <a:cubicBezTo>
                            <a:pt x="6111061" y="428143"/>
                            <a:pt x="6119132" y="428423"/>
                            <a:pt x="6136160" y="429289"/>
                          </a:cubicBezTo>
                          <a:cubicBezTo>
                            <a:pt x="6152332" y="430637"/>
                            <a:pt x="6218495" y="456301"/>
                            <a:pt x="6218495" y="456301"/>
                          </a:cubicBezTo>
                          <a:cubicBezTo>
                            <a:pt x="6223499" y="466411"/>
                            <a:pt x="6334608" y="518535"/>
                            <a:pt x="6375891" y="533961"/>
                          </a:cubicBezTo>
                          <a:cubicBezTo>
                            <a:pt x="6408316" y="554226"/>
                            <a:pt x="6418445" y="550846"/>
                            <a:pt x="6418446" y="550845"/>
                          </a:cubicBezTo>
                          <a:cubicBezTo>
                            <a:pt x="6431676" y="548886"/>
                            <a:pt x="6449805" y="531872"/>
                            <a:pt x="6562282" y="512357"/>
                          </a:cubicBezTo>
                          <a:cubicBezTo>
                            <a:pt x="6782782" y="427953"/>
                            <a:pt x="6891777" y="471537"/>
                            <a:pt x="7060036" y="423882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59" name="フリーフォーム: 図形 258">
              <a:extLst>
                <a:ext uri="{FF2B5EF4-FFF2-40B4-BE49-F238E27FC236}">
                  <a16:creationId xmlns:a16="http://schemas.microsoft.com/office/drawing/2014/main" id="{9649D830-93F9-8340-A61E-CE83B539123B}"/>
                </a:ext>
              </a:extLst>
            </p:cNvPr>
            <p:cNvSpPr/>
            <p:nvPr/>
          </p:nvSpPr>
          <p:spPr>
            <a:xfrm>
              <a:off x="2831824" y="3603244"/>
              <a:ext cx="206024" cy="211482"/>
            </a:xfrm>
            <a:custGeom>
              <a:avLst/>
              <a:gdLst>
                <a:gd name="csX0" fmla="*/ 51556 w 206024"/>
                <a:gd name="csY0" fmla="*/ 17018 h 211482"/>
                <a:gd name="csX1" fmla="*/ 154554 w 206024"/>
                <a:gd name="csY1" fmla="*/ 511 h 211482"/>
                <a:gd name="csX2" fmla="*/ 150061 w 206024"/>
                <a:gd name="csY2" fmla="*/ 44030 h 211482"/>
                <a:gd name="csX3" fmla="*/ 171625 w 206024"/>
                <a:gd name="csY3" fmla="*/ 145076 h 211482"/>
                <a:gd name="csX4" fmla="*/ 205604 w 206024"/>
                <a:gd name="csY4" fmla="*/ 186095 h 211482"/>
                <a:gd name="csX5" fmla="*/ 172605 w 206024"/>
                <a:gd name="csY5" fmla="*/ 197595 h 211482"/>
                <a:gd name="csX6" fmla="*/ 51556 w 206024"/>
                <a:gd name="csY6" fmla="*/ 210599 h 211482"/>
                <a:gd name="csX7" fmla="*/ 15045 w 206024"/>
                <a:gd name="csY7" fmla="*/ 166582 h 211482"/>
                <a:gd name="csX8" fmla="*/ 16 w 206024"/>
                <a:gd name="csY8" fmla="*/ 91053 h 211482"/>
                <a:gd name="csX9" fmla="*/ 29013 w 206024"/>
                <a:gd name="csY9" fmla="*/ 35527 h 211482"/>
                <a:gd name="csX10" fmla="*/ 51556 w 206024"/>
                <a:gd name="csY10" fmla="*/ 17018 h 2114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06024" h="211482">
                  <a:moveTo>
                    <a:pt x="51556" y="17018"/>
                  </a:moveTo>
                  <a:cubicBezTo>
                    <a:pt x="51556" y="17018"/>
                    <a:pt x="149572" y="-3483"/>
                    <a:pt x="154554" y="511"/>
                  </a:cubicBezTo>
                  <a:cubicBezTo>
                    <a:pt x="159618" y="4513"/>
                    <a:pt x="151042" y="16022"/>
                    <a:pt x="150061" y="44030"/>
                  </a:cubicBezTo>
                  <a:cubicBezTo>
                    <a:pt x="149082" y="72046"/>
                    <a:pt x="155616" y="125571"/>
                    <a:pt x="171625" y="145076"/>
                  </a:cubicBezTo>
                  <a:cubicBezTo>
                    <a:pt x="187634" y="164581"/>
                    <a:pt x="208135" y="180092"/>
                    <a:pt x="205604" y="186095"/>
                  </a:cubicBezTo>
                  <a:cubicBezTo>
                    <a:pt x="203071" y="192098"/>
                    <a:pt x="172605" y="197595"/>
                    <a:pt x="172605" y="197595"/>
                  </a:cubicBezTo>
                  <a:cubicBezTo>
                    <a:pt x="172605" y="197595"/>
                    <a:pt x="59560" y="215606"/>
                    <a:pt x="51556" y="210599"/>
                  </a:cubicBezTo>
                  <a:cubicBezTo>
                    <a:pt x="43551" y="205600"/>
                    <a:pt x="20518" y="183588"/>
                    <a:pt x="15045" y="166582"/>
                  </a:cubicBezTo>
                  <a:cubicBezTo>
                    <a:pt x="9492" y="149576"/>
                    <a:pt x="-1943" y="111562"/>
                    <a:pt x="16" y="91053"/>
                  </a:cubicBezTo>
                  <a:cubicBezTo>
                    <a:pt x="2059" y="70543"/>
                    <a:pt x="20028" y="42535"/>
                    <a:pt x="29013" y="35527"/>
                  </a:cubicBezTo>
                  <a:cubicBezTo>
                    <a:pt x="37998" y="28527"/>
                    <a:pt x="51556" y="17018"/>
                    <a:pt x="51556" y="17018"/>
                  </a:cubicBezTo>
                  <a:close/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705234719">
                    <a:custGeom>
                      <a:avLst/>
                      <a:gdLst>
                        <a:gd name="csX0" fmla="*/ 51556 w 206024"/>
                        <a:gd name="csY0" fmla="*/ 17018 h 211482"/>
                        <a:gd name="csX1" fmla="*/ 154554 w 206024"/>
                        <a:gd name="csY1" fmla="*/ 511 h 211482"/>
                        <a:gd name="csX2" fmla="*/ 150061 w 206024"/>
                        <a:gd name="csY2" fmla="*/ 44030 h 211482"/>
                        <a:gd name="csX3" fmla="*/ 171625 w 206024"/>
                        <a:gd name="csY3" fmla="*/ 145076 h 211482"/>
                        <a:gd name="csX4" fmla="*/ 205604 w 206024"/>
                        <a:gd name="csY4" fmla="*/ 186095 h 211482"/>
                        <a:gd name="csX5" fmla="*/ 172605 w 206024"/>
                        <a:gd name="csY5" fmla="*/ 197595 h 211482"/>
                        <a:gd name="csX6" fmla="*/ 51556 w 206024"/>
                        <a:gd name="csY6" fmla="*/ 210599 h 211482"/>
                        <a:gd name="csX7" fmla="*/ 15045 w 206024"/>
                        <a:gd name="csY7" fmla="*/ 166582 h 211482"/>
                        <a:gd name="csX8" fmla="*/ 16 w 206024"/>
                        <a:gd name="csY8" fmla="*/ 91053 h 211482"/>
                        <a:gd name="csX9" fmla="*/ 29013 w 206024"/>
                        <a:gd name="csY9" fmla="*/ 35527 h 211482"/>
                        <a:gd name="csX10" fmla="*/ 51556 w 206024"/>
                        <a:gd name="csY10" fmla="*/ 17018 h 211482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</a:cxnLst>
                      <a:rect l="l" t="t" r="r" b="b"/>
                      <a:pathLst>
                        <a:path w="206024" h="211482" extrusionOk="0">
                          <a:moveTo>
                            <a:pt x="51556" y="17018"/>
                          </a:moveTo>
                          <a:cubicBezTo>
                            <a:pt x="50787" y="15898"/>
                            <a:pt x="149058" y="-3079"/>
                            <a:pt x="154554" y="511"/>
                          </a:cubicBezTo>
                          <a:cubicBezTo>
                            <a:pt x="156464" y="4230"/>
                            <a:pt x="150861" y="16796"/>
                            <a:pt x="150061" y="44030"/>
                          </a:cubicBezTo>
                          <a:cubicBezTo>
                            <a:pt x="149448" y="71618"/>
                            <a:pt x="155364" y="126280"/>
                            <a:pt x="171625" y="145076"/>
                          </a:cubicBezTo>
                          <a:cubicBezTo>
                            <a:pt x="188309" y="164838"/>
                            <a:pt x="209879" y="180086"/>
                            <a:pt x="205604" y="186095"/>
                          </a:cubicBezTo>
                          <a:cubicBezTo>
                            <a:pt x="203071" y="192098"/>
                            <a:pt x="172605" y="197594"/>
                            <a:pt x="172605" y="197595"/>
                          </a:cubicBezTo>
                          <a:cubicBezTo>
                            <a:pt x="172928" y="197492"/>
                            <a:pt x="58741" y="215810"/>
                            <a:pt x="51556" y="210599"/>
                          </a:cubicBezTo>
                          <a:cubicBezTo>
                            <a:pt x="46807" y="201389"/>
                            <a:pt x="16127" y="181421"/>
                            <a:pt x="15045" y="166582"/>
                          </a:cubicBezTo>
                          <a:cubicBezTo>
                            <a:pt x="8814" y="147705"/>
                            <a:pt x="2913" y="115288"/>
                            <a:pt x="16" y="91053"/>
                          </a:cubicBezTo>
                          <a:cubicBezTo>
                            <a:pt x="2816" y="69583"/>
                            <a:pt x="19433" y="39982"/>
                            <a:pt x="29013" y="35527"/>
                          </a:cubicBezTo>
                          <a:cubicBezTo>
                            <a:pt x="37998" y="28526"/>
                            <a:pt x="51556" y="17017"/>
                            <a:pt x="51556" y="17018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0" name="フリーフォーム: 図形 259">
              <a:extLst>
                <a:ext uri="{FF2B5EF4-FFF2-40B4-BE49-F238E27FC236}">
                  <a16:creationId xmlns:a16="http://schemas.microsoft.com/office/drawing/2014/main" id="{BCA242F0-CACD-49BF-39E2-48EC3A36BC03}"/>
                </a:ext>
              </a:extLst>
            </p:cNvPr>
            <p:cNvSpPr/>
            <p:nvPr/>
          </p:nvSpPr>
          <p:spPr>
            <a:xfrm>
              <a:off x="2986215" y="3600719"/>
              <a:ext cx="129028" cy="182061"/>
            </a:xfrm>
            <a:custGeom>
              <a:avLst/>
              <a:gdLst>
                <a:gd name="csX0" fmla="*/ 12173 w 129028"/>
                <a:gd name="csY0" fmla="*/ 4041 h 182061"/>
                <a:gd name="csX1" fmla="*/ 167 w 129028"/>
                <a:gd name="csY1" fmla="*/ 38558 h 182061"/>
                <a:gd name="csX2" fmla="*/ 7191 w 129028"/>
                <a:gd name="csY2" fmla="*/ 106581 h 182061"/>
                <a:gd name="csX3" fmla="*/ 27202 w 129028"/>
                <a:gd name="csY3" fmla="*/ 153604 h 182061"/>
                <a:gd name="csX4" fmla="*/ 57750 w 129028"/>
                <a:gd name="csY4" fmla="*/ 181113 h 182061"/>
                <a:gd name="csX5" fmla="*/ 96711 w 129028"/>
                <a:gd name="csY5" fmla="*/ 178116 h 182061"/>
                <a:gd name="csX6" fmla="*/ 101205 w 129028"/>
                <a:gd name="csY6" fmla="*/ 159607 h 182061"/>
                <a:gd name="csX7" fmla="*/ 110270 w 129028"/>
                <a:gd name="csY7" fmla="*/ 145599 h 182061"/>
                <a:gd name="csX8" fmla="*/ 125707 w 129028"/>
                <a:gd name="csY8" fmla="*/ 138092 h 182061"/>
                <a:gd name="csX9" fmla="*/ 128240 w 129028"/>
                <a:gd name="csY9" fmla="*/ 109080 h 182061"/>
                <a:gd name="csX10" fmla="*/ 118765 w 129028"/>
                <a:gd name="csY10" fmla="*/ 66566 h 182061"/>
                <a:gd name="csX11" fmla="*/ 99244 w 129028"/>
                <a:gd name="csY11" fmla="*/ 30235 h 182061"/>
                <a:gd name="csX12" fmla="*/ 78498 w 129028"/>
                <a:gd name="csY12" fmla="*/ 26241 h 182061"/>
                <a:gd name="csX13" fmla="*/ 53504 w 129028"/>
                <a:gd name="csY13" fmla="*/ 21781 h 182061"/>
                <a:gd name="csX14" fmla="*/ 34717 w 129028"/>
                <a:gd name="csY14" fmla="*/ 1043 h 182061"/>
                <a:gd name="csX15" fmla="*/ 12173 w 129028"/>
                <a:gd name="csY15" fmla="*/ 4041 h 1820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29028" h="182061">
                  <a:moveTo>
                    <a:pt x="12173" y="4041"/>
                  </a:moveTo>
                  <a:cubicBezTo>
                    <a:pt x="12173" y="4041"/>
                    <a:pt x="1719" y="23546"/>
                    <a:pt x="167" y="38558"/>
                  </a:cubicBezTo>
                  <a:cubicBezTo>
                    <a:pt x="-1304" y="53563"/>
                    <a:pt x="1719" y="93577"/>
                    <a:pt x="7191" y="106581"/>
                  </a:cubicBezTo>
                  <a:cubicBezTo>
                    <a:pt x="12664" y="119593"/>
                    <a:pt x="11193" y="141597"/>
                    <a:pt x="27202" y="153604"/>
                  </a:cubicBezTo>
                  <a:cubicBezTo>
                    <a:pt x="43212" y="165610"/>
                    <a:pt x="49174" y="181113"/>
                    <a:pt x="57750" y="181113"/>
                  </a:cubicBezTo>
                  <a:cubicBezTo>
                    <a:pt x="66245" y="181113"/>
                    <a:pt x="90749" y="184617"/>
                    <a:pt x="96711" y="178116"/>
                  </a:cubicBezTo>
                  <a:cubicBezTo>
                    <a:pt x="102756" y="171614"/>
                    <a:pt x="111251" y="168110"/>
                    <a:pt x="101205" y="159607"/>
                  </a:cubicBezTo>
                  <a:cubicBezTo>
                    <a:pt x="91239" y="151104"/>
                    <a:pt x="103246" y="145101"/>
                    <a:pt x="110270" y="145599"/>
                  </a:cubicBezTo>
                  <a:cubicBezTo>
                    <a:pt x="117214" y="146097"/>
                    <a:pt x="123257" y="145599"/>
                    <a:pt x="125707" y="138092"/>
                  </a:cubicBezTo>
                  <a:cubicBezTo>
                    <a:pt x="128240" y="130595"/>
                    <a:pt x="129711" y="115590"/>
                    <a:pt x="128240" y="109080"/>
                  </a:cubicBezTo>
                  <a:cubicBezTo>
                    <a:pt x="126769" y="102578"/>
                    <a:pt x="124728" y="69065"/>
                    <a:pt x="118765" y="66566"/>
                  </a:cubicBezTo>
                  <a:cubicBezTo>
                    <a:pt x="112721" y="64067"/>
                    <a:pt x="106268" y="31738"/>
                    <a:pt x="99244" y="30235"/>
                  </a:cubicBezTo>
                  <a:cubicBezTo>
                    <a:pt x="92301" y="28732"/>
                    <a:pt x="85685" y="40772"/>
                    <a:pt x="78498" y="26241"/>
                  </a:cubicBezTo>
                  <a:cubicBezTo>
                    <a:pt x="74168" y="17591"/>
                    <a:pt x="53258" y="24101"/>
                    <a:pt x="53504" y="21781"/>
                  </a:cubicBezTo>
                  <a:cubicBezTo>
                    <a:pt x="56770" y="-5091"/>
                    <a:pt x="40679" y="38"/>
                    <a:pt x="34717" y="1043"/>
                  </a:cubicBezTo>
                  <a:cubicBezTo>
                    <a:pt x="28673" y="2040"/>
                    <a:pt x="12173" y="4041"/>
                    <a:pt x="12173" y="4041"/>
                  </a:cubicBezTo>
                  <a:close/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3509200598">
                    <a:custGeom>
                      <a:avLst/>
                      <a:gdLst>
                        <a:gd name="csX0" fmla="*/ 12173 w 129028"/>
                        <a:gd name="csY0" fmla="*/ 4041 h 182061"/>
                        <a:gd name="csX1" fmla="*/ 167 w 129028"/>
                        <a:gd name="csY1" fmla="*/ 38558 h 182061"/>
                        <a:gd name="csX2" fmla="*/ 7191 w 129028"/>
                        <a:gd name="csY2" fmla="*/ 106581 h 182061"/>
                        <a:gd name="csX3" fmla="*/ 27202 w 129028"/>
                        <a:gd name="csY3" fmla="*/ 153604 h 182061"/>
                        <a:gd name="csX4" fmla="*/ 57750 w 129028"/>
                        <a:gd name="csY4" fmla="*/ 181113 h 182061"/>
                        <a:gd name="csX5" fmla="*/ 96711 w 129028"/>
                        <a:gd name="csY5" fmla="*/ 178116 h 182061"/>
                        <a:gd name="csX6" fmla="*/ 101205 w 129028"/>
                        <a:gd name="csY6" fmla="*/ 159607 h 182061"/>
                        <a:gd name="csX7" fmla="*/ 110270 w 129028"/>
                        <a:gd name="csY7" fmla="*/ 145599 h 182061"/>
                        <a:gd name="csX8" fmla="*/ 125707 w 129028"/>
                        <a:gd name="csY8" fmla="*/ 138092 h 182061"/>
                        <a:gd name="csX9" fmla="*/ 128240 w 129028"/>
                        <a:gd name="csY9" fmla="*/ 109080 h 182061"/>
                        <a:gd name="csX10" fmla="*/ 118765 w 129028"/>
                        <a:gd name="csY10" fmla="*/ 66566 h 182061"/>
                        <a:gd name="csX11" fmla="*/ 99244 w 129028"/>
                        <a:gd name="csY11" fmla="*/ 30235 h 182061"/>
                        <a:gd name="csX12" fmla="*/ 78498 w 129028"/>
                        <a:gd name="csY12" fmla="*/ 26241 h 182061"/>
                        <a:gd name="csX13" fmla="*/ 53504 w 129028"/>
                        <a:gd name="csY13" fmla="*/ 21781 h 182061"/>
                        <a:gd name="csX14" fmla="*/ 34717 w 129028"/>
                        <a:gd name="csY14" fmla="*/ 1043 h 182061"/>
                        <a:gd name="csX15" fmla="*/ 12173 w 129028"/>
                        <a:gd name="csY15" fmla="*/ 4041 h 182061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  <a:cxn ang="0">
                          <a:pos x="csX13" y="csY13"/>
                        </a:cxn>
                        <a:cxn ang="0">
                          <a:pos x="csX14" y="csY14"/>
                        </a:cxn>
                        <a:cxn ang="0">
                          <a:pos x="csX15" y="csY15"/>
                        </a:cxn>
                      </a:cxnLst>
                      <a:rect l="l" t="t" r="r" b="b"/>
                      <a:pathLst>
                        <a:path w="129028" h="182061" extrusionOk="0">
                          <a:moveTo>
                            <a:pt x="12173" y="4041"/>
                          </a:moveTo>
                          <a:cubicBezTo>
                            <a:pt x="10342" y="1336"/>
                            <a:pt x="-2541" y="23077"/>
                            <a:pt x="167" y="38558"/>
                          </a:cubicBezTo>
                          <a:cubicBezTo>
                            <a:pt x="-3238" y="55107"/>
                            <a:pt x="1143" y="93670"/>
                            <a:pt x="7191" y="106581"/>
                          </a:cubicBezTo>
                          <a:cubicBezTo>
                            <a:pt x="11597" y="121913"/>
                            <a:pt x="11029" y="147360"/>
                            <a:pt x="27202" y="153604"/>
                          </a:cubicBezTo>
                          <a:cubicBezTo>
                            <a:pt x="44763" y="164911"/>
                            <a:pt x="50364" y="180554"/>
                            <a:pt x="57750" y="181113"/>
                          </a:cubicBezTo>
                          <a:cubicBezTo>
                            <a:pt x="65347" y="179877"/>
                            <a:pt x="91043" y="184723"/>
                            <a:pt x="96711" y="178116"/>
                          </a:cubicBezTo>
                          <a:cubicBezTo>
                            <a:pt x="101572" y="172895"/>
                            <a:pt x="110674" y="167600"/>
                            <a:pt x="101205" y="159607"/>
                          </a:cubicBezTo>
                          <a:cubicBezTo>
                            <a:pt x="90133" y="151779"/>
                            <a:pt x="102093" y="143803"/>
                            <a:pt x="110270" y="145599"/>
                          </a:cubicBezTo>
                          <a:cubicBezTo>
                            <a:pt x="116031" y="147079"/>
                            <a:pt x="123044" y="145472"/>
                            <a:pt x="125707" y="138092"/>
                          </a:cubicBezTo>
                          <a:cubicBezTo>
                            <a:pt x="128321" y="132014"/>
                            <a:pt x="130330" y="114410"/>
                            <a:pt x="128240" y="109080"/>
                          </a:cubicBezTo>
                          <a:cubicBezTo>
                            <a:pt x="127067" y="104180"/>
                            <a:pt x="123897" y="68268"/>
                            <a:pt x="118765" y="66566"/>
                          </a:cubicBezTo>
                          <a:cubicBezTo>
                            <a:pt x="112885" y="64124"/>
                            <a:pt x="106288" y="33542"/>
                            <a:pt x="99244" y="30235"/>
                          </a:cubicBezTo>
                          <a:cubicBezTo>
                            <a:pt x="89471" y="27299"/>
                            <a:pt x="87968" y="41445"/>
                            <a:pt x="78498" y="26241"/>
                          </a:cubicBezTo>
                          <a:cubicBezTo>
                            <a:pt x="73962" y="17948"/>
                            <a:pt x="53312" y="23866"/>
                            <a:pt x="53504" y="21781"/>
                          </a:cubicBezTo>
                          <a:cubicBezTo>
                            <a:pt x="56364" y="-4465"/>
                            <a:pt x="40390" y="-356"/>
                            <a:pt x="34717" y="1043"/>
                          </a:cubicBezTo>
                          <a:cubicBezTo>
                            <a:pt x="28673" y="2040"/>
                            <a:pt x="12173" y="4040"/>
                            <a:pt x="12173" y="4041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1" name="フリーフォーム: 図形 260">
              <a:extLst>
                <a:ext uri="{FF2B5EF4-FFF2-40B4-BE49-F238E27FC236}">
                  <a16:creationId xmlns:a16="http://schemas.microsoft.com/office/drawing/2014/main" id="{73355306-6AEE-A933-5CAB-A64DE3B38DFF}"/>
                </a:ext>
              </a:extLst>
            </p:cNvPr>
            <p:cNvSpPr/>
            <p:nvPr/>
          </p:nvSpPr>
          <p:spPr>
            <a:xfrm>
              <a:off x="6071371" y="2431590"/>
              <a:ext cx="3061997" cy="579823"/>
            </a:xfrm>
            <a:custGeom>
              <a:avLst/>
              <a:gdLst>
                <a:gd name="csX0" fmla="*/ -49 w 3061997"/>
                <a:gd name="csY0" fmla="*/ 579786 h 579823"/>
                <a:gd name="csX1" fmla="*/ 2893526 w 3061997"/>
                <a:gd name="csY1" fmla="*/ 54743 h 579823"/>
                <a:gd name="csX2" fmla="*/ 3002405 w 3061997"/>
                <a:gd name="csY2" fmla="*/ 17489 h 579823"/>
                <a:gd name="csX3" fmla="*/ 3061950 w 3061997"/>
                <a:gd name="csY3" fmla="*/ 344 h 579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061997" h="579823">
                  <a:moveTo>
                    <a:pt x="-49" y="579786"/>
                  </a:moveTo>
                  <a:cubicBezTo>
                    <a:pt x="-49" y="579786"/>
                    <a:pt x="2868696" y="67158"/>
                    <a:pt x="2893526" y="54743"/>
                  </a:cubicBezTo>
                  <a:cubicBezTo>
                    <a:pt x="2918355" y="42327"/>
                    <a:pt x="2962301" y="39109"/>
                    <a:pt x="3002405" y="17489"/>
                  </a:cubicBezTo>
                  <a:cubicBezTo>
                    <a:pt x="3042427" y="-4124"/>
                    <a:pt x="3061950" y="344"/>
                    <a:pt x="3061950" y="344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8908861">
                    <a:custGeom>
                      <a:avLst/>
                      <a:gdLst>
                        <a:gd name="csX0" fmla="*/ -49 w 3061997"/>
                        <a:gd name="csY0" fmla="*/ 579786 h 579823"/>
                        <a:gd name="csX1" fmla="*/ 2893526 w 3061997"/>
                        <a:gd name="csY1" fmla="*/ 54743 h 579823"/>
                        <a:gd name="csX2" fmla="*/ 3002405 w 3061997"/>
                        <a:gd name="csY2" fmla="*/ 17489 h 579823"/>
                        <a:gd name="csX3" fmla="*/ 3061950 w 3061997"/>
                        <a:gd name="csY3" fmla="*/ 344 h 579823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</a:cxnLst>
                      <a:rect l="l" t="t" r="r" b="b"/>
                      <a:pathLst>
                        <a:path w="3061997" h="579823" extrusionOk="0">
                          <a:moveTo>
                            <a:pt x="-49" y="579786"/>
                          </a:moveTo>
                          <a:cubicBezTo>
                            <a:pt x="2627" y="580249"/>
                            <a:pt x="2870526" y="68544"/>
                            <a:pt x="2893526" y="54743"/>
                          </a:cubicBezTo>
                          <a:cubicBezTo>
                            <a:pt x="2914624" y="42545"/>
                            <a:pt x="2965052" y="38554"/>
                            <a:pt x="3002405" y="17489"/>
                          </a:cubicBezTo>
                          <a:cubicBezTo>
                            <a:pt x="3042427" y="-4124"/>
                            <a:pt x="3061950" y="344"/>
                            <a:pt x="3061950" y="344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2" name="フリーフォーム: 図形 261">
              <a:extLst>
                <a:ext uri="{FF2B5EF4-FFF2-40B4-BE49-F238E27FC236}">
                  <a16:creationId xmlns:a16="http://schemas.microsoft.com/office/drawing/2014/main" id="{5A0B9565-C1B5-B96F-44F8-B85070D8C515}"/>
                </a:ext>
              </a:extLst>
            </p:cNvPr>
            <p:cNvSpPr/>
            <p:nvPr/>
          </p:nvSpPr>
          <p:spPr>
            <a:xfrm>
              <a:off x="6177144" y="2701261"/>
              <a:ext cx="3770077" cy="1778847"/>
            </a:xfrm>
            <a:custGeom>
              <a:avLst/>
              <a:gdLst>
                <a:gd name="csX0" fmla="*/ -33 w 3770077"/>
                <a:gd name="csY0" fmla="*/ 551580 h 1778847"/>
                <a:gd name="csX1" fmla="*/ 2800184 w 3770077"/>
                <a:gd name="csY1" fmla="*/ 23866 h 1778847"/>
                <a:gd name="csX2" fmla="*/ 3021699 w 3770077"/>
                <a:gd name="csY2" fmla="*/ 16229 h 1778847"/>
                <a:gd name="csX3" fmla="*/ 3161205 w 3770077"/>
                <a:gd name="csY3" fmla="*/ -9 h 1778847"/>
                <a:gd name="csX4" fmla="*/ 3162105 w 3770077"/>
                <a:gd name="csY4" fmla="*/ 102188 h 1778847"/>
                <a:gd name="csX5" fmla="*/ 3136376 w 3770077"/>
                <a:gd name="csY5" fmla="*/ 117471 h 1778847"/>
                <a:gd name="csX6" fmla="*/ 3135396 w 3770077"/>
                <a:gd name="csY6" fmla="*/ 228261 h 1778847"/>
                <a:gd name="csX7" fmla="*/ 3126819 w 3770077"/>
                <a:gd name="csY7" fmla="*/ 247357 h 1778847"/>
                <a:gd name="csX8" fmla="*/ 3129678 w 3770077"/>
                <a:gd name="csY8" fmla="*/ 288425 h 1778847"/>
                <a:gd name="csX9" fmla="*/ 3147810 w 3770077"/>
                <a:gd name="csY9" fmla="*/ 299885 h 1778847"/>
                <a:gd name="csX10" fmla="*/ 3129678 w 3770077"/>
                <a:gd name="csY10" fmla="*/ 375340 h 1778847"/>
                <a:gd name="csX11" fmla="*/ 3082876 w 3770077"/>
                <a:gd name="csY11" fmla="*/ 492812 h 1778847"/>
                <a:gd name="csX12" fmla="*/ 3052329 w 3770077"/>
                <a:gd name="csY12" fmla="*/ 541525 h 1778847"/>
                <a:gd name="csX13" fmla="*/ 2979715 w 3770077"/>
                <a:gd name="csY13" fmla="*/ 718214 h 1778847"/>
                <a:gd name="csX14" fmla="*/ 2938631 w 3770077"/>
                <a:gd name="csY14" fmla="*/ 835685 h 1778847"/>
                <a:gd name="csX15" fmla="*/ 2926215 w 3770077"/>
                <a:gd name="csY15" fmla="*/ 846189 h 1778847"/>
                <a:gd name="csX16" fmla="*/ 2865118 w 3770077"/>
                <a:gd name="csY16" fmla="*/ 1218671 h 1778847"/>
                <a:gd name="csX17" fmla="*/ 2881372 w 3770077"/>
                <a:gd name="csY17" fmla="*/ 1272164 h 1778847"/>
                <a:gd name="csX18" fmla="*/ 2922376 w 3770077"/>
                <a:gd name="csY18" fmla="*/ 1470816 h 1778847"/>
                <a:gd name="csX19" fmla="*/ 3085735 w 3770077"/>
                <a:gd name="csY19" fmla="*/ 1688573 h 1778847"/>
                <a:gd name="csX20" fmla="*/ 3286257 w 3770077"/>
                <a:gd name="csY20" fmla="*/ 1773576 h 1778847"/>
                <a:gd name="csX21" fmla="*/ 3415230 w 3770077"/>
                <a:gd name="csY21" fmla="*/ 1771665 h 1778847"/>
                <a:gd name="csX22" fmla="*/ 3417107 w 3770077"/>
                <a:gd name="csY22" fmla="*/ 1691440 h 1778847"/>
                <a:gd name="csX23" fmla="*/ 3386559 w 3770077"/>
                <a:gd name="csY23" fmla="*/ 1643682 h 1778847"/>
                <a:gd name="csX24" fmla="*/ 3335918 w 3770077"/>
                <a:gd name="csY24" fmla="*/ 1647505 h 1778847"/>
                <a:gd name="csX25" fmla="*/ 3134414 w 3770077"/>
                <a:gd name="csY25" fmla="*/ 1451711 h 1778847"/>
                <a:gd name="csX26" fmla="*/ 3071360 w 3770077"/>
                <a:gd name="csY26" fmla="*/ 1286482 h 1778847"/>
                <a:gd name="csX27" fmla="*/ 3088594 w 3770077"/>
                <a:gd name="csY27" fmla="*/ 1238732 h 1778847"/>
                <a:gd name="csX28" fmla="*/ 3174521 w 3770077"/>
                <a:gd name="csY28" fmla="*/ 969394 h 1778847"/>
                <a:gd name="csX29" fmla="*/ 3207028 w 3770077"/>
                <a:gd name="csY29" fmla="*/ 956979 h 1778847"/>
                <a:gd name="csX30" fmla="*/ 3286257 w 3770077"/>
                <a:gd name="csY30" fmla="*/ 1407783 h 1778847"/>
                <a:gd name="csX31" fmla="*/ 3308230 w 3770077"/>
                <a:gd name="csY31" fmla="*/ 1486098 h 1778847"/>
                <a:gd name="csX32" fmla="*/ 3306350 w 3770077"/>
                <a:gd name="csY32" fmla="*/ 1548174 h 1778847"/>
                <a:gd name="csX33" fmla="*/ 3334039 w 3770077"/>
                <a:gd name="csY33" fmla="*/ 1556775 h 1778847"/>
                <a:gd name="csX34" fmla="*/ 3354132 w 3770077"/>
                <a:gd name="csY34" fmla="*/ 1595932 h 1778847"/>
                <a:gd name="csX35" fmla="*/ 3424786 w 3770077"/>
                <a:gd name="csY35" fmla="*/ 1702900 h 1778847"/>
                <a:gd name="csX36" fmla="*/ 3450595 w 3770077"/>
                <a:gd name="csY36" fmla="*/ 1723907 h 1778847"/>
                <a:gd name="csX37" fmla="*/ 3527948 w 3770077"/>
                <a:gd name="csY37" fmla="*/ 1731553 h 1778847"/>
                <a:gd name="csX38" fmla="*/ 3749542 w 3770077"/>
                <a:gd name="csY38" fmla="*/ 1742057 h 1778847"/>
                <a:gd name="csX39" fmla="*/ 3770044 w 3770077"/>
                <a:gd name="csY39" fmla="*/ 1722960 h 17788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</a:cxnLst>
              <a:rect l="l" t="t" r="r" b="b"/>
              <a:pathLst>
                <a:path w="3770077" h="1778847">
                  <a:moveTo>
                    <a:pt x="-33" y="551580"/>
                  </a:moveTo>
                  <a:cubicBezTo>
                    <a:pt x="-33" y="551580"/>
                    <a:pt x="2757138" y="24822"/>
                    <a:pt x="2800184" y="23866"/>
                  </a:cubicBezTo>
                  <a:cubicBezTo>
                    <a:pt x="2843147" y="22911"/>
                    <a:pt x="2937649" y="29600"/>
                    <a:pt x="3021699" y="16229"/>
                  </a:cubicBezTo>
                  <a:cubicBezTo>
                    <a:pt x="3105746" y="2858"/>
                    <a:pt x="3161205" y="-9"/>
                    <a:pt x="3161205" y="-9"/>
                  </a:cubicBezTo>
                  <a:lnTo>
                    <a:pt x="3162105" y="102188"/>
                  </a:lnTo>
                  <a:cubicBezTo>
                    <a:pt x="3162105" y="102188"/>
                    <a:pt x="3136376" y="105047"/>
                    <a:pt x="3136376" y="117471"/>
                  </a:cubicBezTo>
                  <a:cubicBezTo>
                    <a:pt x="3136376" y="129886"/>
                    <a:pt x="3138255" y="222527"/>
                    <a:pt x="3135396" y="228261"/>
                  </a:cubicBezTo>
                  <a:cubicBezTo>
                    <a:pt x="3132537" y="233986"/>
                    <a:pt x="3126819" y="236853"/>
                    <a:pt x="3126819" y="247357"/>
                  </a:cubicBezTo>
                  <a:cubicBezTo>
                    <a:pt x="3126819" y="257861"/>
                    <a:pt x="3126819" y="281744"/>
                    <a:pt x="3129678" y="288425"/>
                  </a:cubicBezTo>
                  <a:cubicBezTo>
                    <a:pt x="3132537" y="295115"/>
                    <a:pt x="3147810" y="294160"/>
                    <a:pt x="3147810" y="299885"/>
                  </a:cubicBezTo>
                  <a:cubicBezTo>
                    <a:pt x="3147810" y="305619"/>
                    <a:pt x="3133517" y="366739"/>
                    <a:pt x="3129678" y="375340"/>
                  </a:cubicBezTo>
                  <a:cubicBezTo>
                    <a:pt x="3125840" y="383933"/>
                    <a:pt x="3082876" y="492812"/>
                    <a:pt x="3082876" y="492812"/>
                  </a:cubicBezTo>
                  <a:cubicBezTo>
                    <a:pt x="3082876" y="492812"/>
                    <a:pt x="3060903" y="523376"/>
                    <a:pt x="3052329" y="541525"/>
                  </a:cubicBezTo>
                  <a:cubicBezTo>
                    <a:pt x="3043669" y="559666"/>
                    <a:pt x="3013122" y="613158"/>
                    <a:pt x="2979715" y="718214"/>
                  </a:cubicBezTo>
                  <a:cubicBezTo>
                    <a:pt x="2946308" y="823270"/>
                    <a:pt x="2943449" y="834729"/>
                    <a:pt x="2938631" y="835685"/>
                  </a:cubicBezTo>
                  <a:cubicBezTo>
                    <a:pt x="2933892" y="836641"/>
                    <a:pt x="2930054" y="835685"/>
                    <a:pt x="2926215" y="846189"/>
                  </a:cubicBezTo>
                  <a:cubicBezTo>
                    <a:pt x="2922376" y="856702"/>
                    <a:pt x="2866017" y="1193841"/>
                    <a:pt x="2865118" y="1218671"/>
                  </a:cubicBezTo>
                  <a:cubicBezTo>
                    <a:pt x="2864138" y="1243510"/>
                    <a:pt x="2883252" y="1246369"/>
                    <a:pt x="2881372" y="1272164"/>
                  </a:cubicBezTo>
                  <a:cubicBezTo>
                    <a:pt x="2879413" y="1297950"/>
                    <a:pt x="2900404" y="1424969"/>
                    <a:pt x="2922376" y="1470816"/>
                  </a:cubicBezTo>
                  <a:cubicBezTo>
                    <a:pt x="2944347" y="1516662"/>
                    <a:pt x="3035094" y="1655150"/>
                    <a:pt x="3085735" y="1688573"/>
                  </a:cubicBezTo>
                  <a:cubicBezTo>
                    <a:pt x="3136376" y="1722004"/>
                    <a:pt x="3187914" y="1764984"/>
                    <a:pt x="3286257" y="1773576"/>
                  </a:cubicBezTo>
                  <a:cubicBezTo>
                    <a:pt x="3384682" y="1782169"/>
                    <a:pt x="3416209" y="1779311"/>
                    <a:pt x="3415230" y="1771665"/>
                  </a:cubicBezTo>
                  <a:cubicBezTo>
                    <a:pt x="3414250" y="1764028"/>
                    <a:pt x="3419966" y="1700988"/>
                    <a:pt x="3417107" y="1691440"/>
                  </a:cubicBezTo>
                  <a:cubicBezTo>
                    <a:pt x="3414250" y="1681892"/>
                    <a:pt x="3395136" y="1646549"/>
                    <a:pt x="3386559" y="1643682"/>
                  </a:cubicBezTo>
                  <a:cubicBezTo>
                    <a:pt x="3377984" y="1640823"/>
                    <a:pt x="3351273" y="1654194"/>
                    <a:pt x="3335918" y="1647505"/>
                  </a:cubicBezTo>
                  <a:cubicBezTo>
                    <a:pt x="3320643" y="1640823"/>
                    <a:pt x="3175501" y="1539581"/>
                    <a:pt x="3134414" y="1451711"/>
                  </a:cubicBezTo>
                  <a:cubicBezTo>
                    <a:pt x="3093330" y="1363849"/>
                    <a:pt x="3074299" y="1323736"/>
                    <a:pt x="3071360" y="1286482"/>
                  </a:cubicBezTo>
                  <a:cubicBezTo>
                    <a:pt x="3068501" y="1249236"/>
                    <a:pt x="3088594" y="1238732"/>
                    <a:pt x="3088594" y="1238732"/>
                  </a:cubicBezTo>
                  <a:lnTo>
                    <a:pt x="3174521" y="969394"/>
                  </a:lnTo>
                  <a:lnTo>
                    <a:pt x="3207028" y="956979"/>
                  </a:lnTo>
                  <a:lnTo>
                    <a:pt x="3286257" y="1407783"/>
                  </a:lnTo>
                  <a:cubicBezTo>
                    <a:pt x="3286257" y="1407783"/>
                    <a:pt x="3307330" y="1476550"/>
                    <a:pt x="3308230" y="1486098"/>
                  </a:cubicBezTo>
                  <a:cubicBezTo>
                    <a:pt x="3309209" y="1495646"/>
                    <a:pt x="3298673" y="1550085"/>
                    <a:pt x="3306350" y="1548174"/>
                  </a:cubicBezTo>
                  <a:cubicBezTo>
                    <a:pt x="3313945" y="1546263"/>
                    <a:pt x="3334039" y="1556775"/>
                    <a:pt x="3334039" y="1556775"/>
                  </a:cubicBezTo>
                  <a:cubicBezTo>
                    <a:pt x="3334039" y="1556775"/>
                    <a:pt x="3341719" y="1585428"/>
                    <a:pt x="3354132" y="1595932"/>
                  </a:cubicBezTo>
                  <a:cubicBezTo>
                    <a:pt x="3366548" y="1606436"/>
                    <a:pt x="3419068" y="1698121"/>
                    <a:pt x="3424786" y="1702900"/>
                  </a:cubicBezTo>
                  <a:cubicBezTo>
                    <a:pt x="3430502" y="1707677"/>
                    <a:pt x="3431484" y="1723907"/>
                    <a:pt x="3450595" y="1723907"/>
                  </a:cubicBezTo>
                  <a:cubicBezTo>
                    <a:pt x="3469627" y="1723907"/>
                    <a:pt x="3517411" y="1720093"/>
                    <a:pt x="3527948" y="1731553"/>
                  </a:cubicBezTo>
                  <a:cubicBezTo>
                    <a:pt x="3538402" y="1743012"/>
                    <a:pt x="3749542" y="1742057"/>
                    <a:pt x="3749542" y="1742057"/>
                  </a:cubicBezTo>
                  <a:lnTo>
                    <a:pt x="3770044" y="1722960"/>
                  </a:ln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3012068128">
                    <a:custGeom>
                      <a:avLst/>
                      <a:gdLst>
                        <a:gd name="csX0" fmla="*/ -33 w 3770077"/>
                        <a:gd name="csY0" fmla="*/ 551580 h 1778847"/>
                        <a:gd name="csX1" fmla="*/ 2800184 w 3770077"/>
                        <a:gd name="csY1" fmla="*/ 23866 h 1778847"/>
                        <a:gd name="csX2" fmla="*/ 3021699 w 3770077"/>
                        <a:gd name="csY2" fmla="*/ 16229 h 1778847"/>
                        <a:gd name="csX3" fmla="*/ 3161205 w 3770077"/>
                        <a:gd name="csY3" fmla="*/ -9 h 1778847"/>
                        <a:gd name="csX4" fmla="*/ 3162105 w 3770077"/>
                        <a:gd name="csY4" fmla="*/ 102188 h 1778847"/>
                        <a:gd name="csX5" fmla="*/ 3136376 w 3770077"/>
                        <a:gd name="csY5" fmla="*/ 117471 h 1778847"/>
                        <a:gd name="csX6" fmla="*/ 3135396 w 3770077"/>
                        <a:gd name="csY6" fmla="*/ 228261 h 1778847"/>
                        <a:gd name="csX7" fmla="*/ 3126819 w 3770077"/>
                        <a:gd name="csY7" fmla="*/ 247357 h 1778847"/>
                        <a:gd name="csX8" fmla="*/ 3129678 w 3770077"/>
                        <a:gd name="csY8" fmla="*/ 288425 h 1778847"/>
                        <a:gd name="csX9" fmla="*/ 3147810 w 3770077"/>
                        <a:gd name="csY9" fmla="*/ 299885 h 1778847"/>
                        <a:gd name="csX10" fmla="*/ 3129678 w 3770077"/>
                        <a:gd name="csY10" fmla="*/ 375340 h 1778847"/>
                        <a:gd name="csX11" fmla="*/ 3082876 w 3770077"/>
                        <a:gd name="csY11" fmla="*/ 492812 h 1778847"/>
                        <a:gd name="csX12" fmla="*/ 3052329 w 3770077"/>
                        <a:gd name="csY12" fmla="*/ 541525 h 1778847"/>
                        <a:gd name="csX13" fmla="*/ 2979715 w 3770077"/>
                        <a:gd name="csY13" fmla="*/ 718214 h 1778847"/>
                        <a:gd name="csX14" fmla="*/ 2938631 w 3770077"/>
                        <a:gd name="csY14" fmla="*/ 835685 h 1778847"/>
                        <a:gd name="csX15" fmla="*/ 2926215 w 3770077"/>
                        <a:gd name="csY15" fmla="*/ 846189 h 1778847"/>
                        <a:gd name="csX16" fmla="*/ 2865118 w 3770077"/>
                        <a:gd name="csY16" fmla="*/ 1218671 h 1778847"/>
                        <a:gd name="csX17" fmla="*/ 2881372 w 3770077"/>
                        <a:gd name="csY17" fmla="*/ 1272164 h 1778847"/>
                        <a:gd name="csX18" fmla="*/ 2922376 w 3770077"/>
                        <a:gd name="csY18" fmla="*/ 1470816 h 1778847"/>
                        <a:gd name="csX19" fmla="*/ 3085735 w 3770077"/>
                        <a:gd name="csY19" fmla="*/ 1688573 h 1778847"/>
                        <a:gd name="csX20" fmla="*/ 3286257 w 3770077"/>
                        <a:gd name="csY20" fmla="*/ 1773576 h 1778847"/>
                        <a:gd name="csX21" fmla="*/ 3415230 w 3770077"/>
                        <a:gd name="csY21" fmla="*/ 1771665 h 1778847"/>
                        <a:gd name="csX22" fmla="*/ 3417107 w 3770077"/>
                        <a:gd name="csY22" fmla="*/ 1691440 h 1778847"/>
                        <a:gd name="csX23" fmla="*/ 3386559 w 3770077"/>
                        <a:gd name="csY23" fmla="*/ 1643682 h 1778847"/>
                        <a:gd name="csX24" fmla="*/ 3335918 w 3770077"/>
                        <a:gd name="csY24" fmla="*/ 1647505 h 1778847"/>
                        <a:gd name="csX25" fmla="*/ 3134414 w 3770077"/>
                        <a:gd name="csY25" fmla="*/ 1451711 h 1778847"/>
                        <a:gd name="csX26" fmla="*/ 3071360 w 3770077"/>
                        <a:gd name="csY26" fmla="*/ 1286482 h 1778847"/>
                        <a:gd name="csX27" fmla="*/ 3088594 w 3770077"/>
                        <a:gd name="csY27" fmla="*/ 1238732 h 1778847"/>
                        <a:gd name="csX28" fmla="*/ 3174521 w 3770077"/>
                        <a:gd name="csY28" fmla="*/ 969394 h 1778847"/>
                        <a:gd name="csX29" fmla="*/ 3207028 w 3770077"/>
                        <a:gd name="csY29" fmla="*/ 956979 h 1778847"/>
                        <a:gd name="csX30" fmla="*/ 3286257 w 3770077"/>
                        <a:gd name="csY30" fmla="*/ 1407783 h 1778847"/>
                        <a:gd name="csX31" fmla="*/ 3308230 w 3770077"/>
                        <a:gd name="csY31" fmla="*/ 1486098 h 1778847"/>
                        <a:gd name="csX32" fmla="*/ 3306350 w 3770077"/>
                        <a:gd name="csY32" fmla="*/ 1548174 h 1778847"/>
                        <a:gd name="csX33" fmla="*/ 3334039 w 3770077"/>
                        <a:gd name="csY33" fmla="*/ 1556775 h 1778847"/>
                        <a:gd name="csX34" fmla="*/ 3354132 w 3770077"/>
                        <a:gd name="csY34" fmla="*/ 1595932 h 1778847"/>
                        <a:gd name="csX35" fmla="*/ 3424786 w 3770077"/>
                        <a:gd name="csY35" fmla="*/ 1702900 h 1778847"/>
                        <a:gd name="csX36" fmla="*/ 3450595 w 3770077"/>
                        <a:gd name="csY36" fmla="*/ 1723907 h 1778847"/>
                        <a:gd name="csX37" fmla="*/ 3527948 w 3770077"/>
                        <a:gd name="csY37" fmla="*/ 1731553 h 1778847"/>
                        <a:gd name="csX38" fmla="*/ 3749542 w 3770077"/>
                        <a:gd name="csY38" fmla="*/ 1742057 h 1778847"/>
                        <a:gd name="csX39" fmla="*/ 3770044 w 3770077"/>
                        <a:gd name="csY39" fmla="*/ 1722960 h 1778847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  <a:cxn ang="0">
                          <a:pos x="csX13" y="csY13"/>
                        </a:cxn>
                        <a:cxn ang="0">
                          <a:pos x="csX14" y="csY14"/>
                        </a:cxn>
                        <a:cxn ang="0">
                          <a:pos x="csX15" y="csY15"/>
                        </a:cxn>
                        <a:cxn ang="0">
                          <a:pos x="csX16" y="csY16"/>
                        </a:cxn>
                        <a:cxn ang="0">
                          <a:pos x="csX17" y="csY17"/>
                        </a:cxn>
                        <a:cxn ang="0">
                          <a:pos x="csX18" y="csY18"/>
                        </a:cxn>
                        <a:cxn ang="0">
                          <a:pos x="csX19" y="csY19"/>
                        </a:cxn>
                        <a:cxn ang="0">
                          <a:pos x="csX20" y="csY20"/>
                        </a:cxn>
                        <a:cxn ang="0">
                          <a:pos x="csX21" y="csY21"/>
                        </a:cxn>
                        <a:cxn ang="0">
                          <a:pos x="csX22" y="csY22"/>
                        </a:cxn>
                        <a:cxn ang="0">
                          <a:pos x="csX23" y="csY23"/>
                        </a:cxn>
                        <a:cxn ang="0">
                          <a:pos x="csX24" y="csY24"/>
                        </a:cxn>
                        <a:cxn ang="0">
                          <a:pos x="csX25" y="csY25"/>
                        </a:cxn>
                        <a:cxn ang="0">
                          <a:pos x="csX26" y="csY26"/>
                        </a:cxn>
                        <a:cxn ang="0">
                          <a:pos x="csX27" y="csY27"/>
                        </a:cxn>
                        <a:cxn ang="0">
                          <a:pos x="csX28" y="csY28"/>
                        </a:cxn>
                        <a:cxn ang="0">
                          <a:pos x="csX29" y="csY29"/>
                        </a:cxn>
                        <a:cxn ang="0">
                          <a:pos x="csX30" y="csY30"/>
                        </a:cxn>
                        <a:cxn ang="0">
                          <a:pos x="csX31" y="csY31"/>
                        </a:cxn>
                        <a:cxn ang="0">
                          <a:pos x="csX32" y="csY32"/>
                        </a:cxn>
                        <a:cxn ang="0">
                          <a:pos x="csX33" y="csY33"/>
                        </a:cxn>
                        <a:cxn ang="0">
                          <a:pos x="csX34" y="csY34"/>
                        </a:cxn>
                        <a:cxn ang="0">
                          <a:pos x="csX35" y="csY35"/>
                        </a:cxn>
                        <a:cxn ang="0">
                          <a:pos x="csX36" y="csY36"/>
                        </a:cxn>
                        <a:cxn ang="0">
                          <a:pos x="csX37" y="csY37"/>
                        </a:cxn>
                        <a:cxn ang="0">
                          <a:pos x="csX38" y="csY38"/>
                        </a:cxn>
                        <a:cxn ang="0">
                          <a:pos x="csX39" y="csY39"/>
                        </a:cxn>
                      </a:cxnLst>
                      <a:rect l="l" t="t" r="r" b="b"/>
                      <a:pathLst>
                        <a:path w="3770077" h="1778847" extrusionOk="0">
                          <a:moveTo>
                            <a:pt x="-33" y="551580"/>
                          </a:moveTo>
                          <a:cubicBezTo>
                            <a:pt x="-5560" y="552562"/>
                            <a:pt x="2762275" y="24407"/>
                            <a:pt x="2800184" y="23866"/>
                          </a:cubicBezTo>
                          <a:cubicBezTo>
                            <a:pt x="2835164" y="28108"/>
                            <a:pt x="2939548" y="4962"/>
                            <a:pt x="3021699" y="16229"/>
                          </a:cubicBezTo>
                          <a:cubicBezTo>
                            <a:pt x="3105745" y="2858"/>
                            <a:pt x="3161205" y="-9"/>
                            <a:pt x="3161205" y="-9"/>
                          </a:cubicBezTo>
                          <a:cubicBezTo>
                            <a:pt x="3162538" y="40186"/>
                            <a:pt x="3153101" y="57630"/>
                            <a:pt x="3162105" y="102188"/>
                          </a:cubicBezTo>
                          <a:cubicBezTo>
                            <a:pt x="3163017" y="101890"/>
                            <a:pt x="3135754" y="106101"/>
                            <a:pt x="3136376" y="117471"/>
                          </a:cubicBezTo>
                          <a:cubicBezTo>
                            <a:pt x="3136765" y="130229"/>
                            <a:pt x="3137303" y="223450"/>
                            <a:pt x="3135396" y="228261"/>
                          </a:cubicBezTo>
                          <a:cubicBezTo>
                            <a:pt x="3132246" y="234549"/>
                            <a:pt x="3126385" y="236955"/>
                            <a:pt x="3126819" y="247357"/>
                          </a:cubicBezTo>
                          <a:cubicBezTo>
                            <a:pt x="3127983" y="256710"/>
                            <a:pt x="3125804" y="280859"/>
                            <a:pt x="3129678" y="288425"/>
                          </a:cubicBezTo>
                          <a:cubicBezTo>
                            <a:pt x="3131174" y="295125"/>
                            <a:pt x="3148626" y="293892"/>
                            <a:pt x="3147810" y="299885"/>
                          </a:cubicBezTo>
                          <a:cubicBezTo>
                            <a:pt x="3149472" y="307675"/>
                            <a:pt x="3131170" y="367574"/>
                            <a:pt x="3129678" y="375340"/>
                          </a:cubicBezTo>
                          <a:cubicBezTo>
                            <a:pt x="3125840" y="383932"/>
                            <a:pt x="3082877" y="492812"/>
                            <a:pt x="3082876" y="492812"/>
                          </a:cubicBezTo>
                          <a:cubicBezTo>
                            <a:pt x="3080868" y="493592"/>
                            <a:pt x="3061092" y="523879"/>
                            <a:pt x="3052329" y="541525"/>
                          </a:cubicBezTo>
                          <a:cubicBezTo>
                            <a:pt x="3046781" y="557374"/>
                            <a:pt x="3016944" y="622593"/>
                            <a:pt x="2979715" y="718214"/>
                          </a:cubicBezTo>
                          <a:cubicBezTo>
                            <a:pt x="2946641" y="823848"/>
                            <a:pt x="2943937" y="834296"/>
                            <a:pt x="2938631" y="835685"/>
                          </a:cubicBezTo>
                          <a:cubicBezTo>
                            <a:pt x="2933477" y="836253"/>
                            <a:pt x="2929896" y="835522"/>
                            <a:pt x="2926215" y="846189"/>
                          </a:cubicBezTo>
                          <a:cubicBezTo>
                            <a:pt x="2922820" y="858107"/>
                            <a:pt x="2866368" y="1188336"/>
                            <a:pt x="2865118" y="1218671"/>
                          </a:cubicBezTo>
                          <a:cubicBezTo>
                            <a:pt x="2866513" y="1238284"/>
                            <a:pt x="2879170" y="1244021"/>
                            <a:pt x="2881372" y="1272164"/>
                          </a:cubicBezTo>
                          <a:cubicBezTo>
                            <a:pt x="2889200" y="1289864"/>
                            <a:pt x="2889909" y="1415818"/>
                            <a:pt x="2922376" y="1470816"/>
                          </a:cubicBezTo>
                          <a:cubicBezTo>
                            <a:pt x="2940215" y="1515706"/>
                            <a:pt x="3034246" y="1648290"/>
                            <a:pt x="3085735" y="1688573"/>
                          </a:cubicBezTo>
                          <a:cubicBezTo>
                            <a:pt x="3140224" y="1726032"/>
                            <a:pt x="3170822" y="1763511"/>
                            <a:pt x="3286257" y="1773576"/>
                          </a:cubicBezTo>
                          <a:cubicBezTo>
                            <a:pt x="3383316" y="1781865"/>
                            <a:pt x="3416974" y="1780764"/>
                            <a:pt x="3415230" y="1771665"/>
                          </a:cubicBezTo>
                          <a:cubicBezTo>
                            <a:pt x="3414650" y="1761757"/>
                            <a:pt x="3418252" y="1698803"/>
                            <a:pt x="3417107" y="1691440"/>
                          </a:cubicBezTo>
                          <a:cubicBezTo>
                            <a:pt x="3416477" y="1682288"/>
                            <a:pt x="3395243" y="1647443"/>
                            <a:pt x="3386559" y="1643682"/>
                          </a:cubicBezTo>
                          <a:cubicBezTo>
                            <a:pt x="3379659" y="1641676"/>
                            <a:pt x="3354358" y="1650585"/>
                            <a:pt x="3335918" y="1647505"/>
                          </a:cubicBezTo>
                          <a:cubicBezTo>
                            <a:pt x="3319373" y="1613787"/>
                            <a:pt x="3195359" y="1530496"/>
                            <a:pt x="3134414" y="1451711"/>
                          </a:cubicBezTo>
                          <a:cubicBezTo>
                            <a:pt x="3090450" y="1364857"/>
                            <a:pt x="3078177" y="1324939"/>
                            <a:pt x="3071360" y="1286482"/>
                          </a:cubicBezTo>
                          <a:cubicBezTo>
                            <a:pt x="3068500" y="1249236"/>
                            <a:pt x="3088594" y="1238732"/>
                            <a:pt x="3088594" y="1238732"/>
                          </a:cubicBezTo>
                          <a:cubicBezTo>
                            <a:pt x="3121754" y="1112222"/>
                            <a:pt x="3163847" y="1073244"/>
                            <a:pt x="3174521" y="969394"/>
                          </a:cubicBezTo>
                          <a:cubicBezTo>
                            <a:pt x="3182283" y="963810"/>
                            <a:pt x="3199843" y="963062"/>
                            <a:pt x="3207028" y="956979"/>
                          </a:cubicBezTo>
                          <a:cubicBezTo>
                            <a:pt x="3232322" y="1088656"/>
                            <a:pt x="3222987" y="1295214"/>
                            <a:pt x="3286257" y="1407783"/>
                          </a:cubicBezTo>
                          <a:cubicBezTo>
                            <a:pt x="3286526" y="1407303"/>
                            <a:pt x="3306765" y="1476682"/>
                            <a:pt x="3308230" y="1486098"/>
                          </a:cubicBezTo>
                          <a:cubicBezTo>
                            <a:pt x="3309026" y="1495846"/>
                            <a:pt x="3299807" y="1548248"/>
                            <a:pt x="3306350" y="1548174"/>
                          </a:cubicBezTo>
                          <a:cubicBezTo>
                            <a:pt x="3313945" y="1546264"/>
                            <a:pt x="3334040" y="1556775"/>
                            <a:pt x="3334039" y="1556775"/>
                          </a:cubicBezTo>
                          <a:cubicBezTo>
                            <a:pt x="3331616" y="1560639"/>
                            <a:pt x="3342078" y="1585581"/>
                            <a:pt x="3354132" y="1595932"/>
                          </a:cubicBezTo>
                          <a:cubicBezTo>
                            <a:pt x="3368732" y="1605988"/>
                            <a:pt x="3419205" y="1697751"/>
                            <a:pt x="3424786" y="1702900"/>
                          </a:cubicBezTo>
                          <a:cubicBezTo>
                            <a:pt x="3428134" y="1705382"/>
                            <a:pt x="3430979" y="1725804"/>
                            <a:pt x="3450595" y="1723907"/>
                          </a:cubicBezTo>
                          <a:cubicBezTo>
                            <a:pt x="3473623" y="1721553"/>
                            <a:pt x="3516531" y="1720518"/>
                            <a:pt x="3527948" y="1731553"/>
                          </a:cubicBezTo>
                          <a:cubicBezTo>
                            <a:pt x="3538402" y="1743012"/>
                            <a:pt x="3749543" y="1742057"/>
                            <a:pt x="3749542" y="1742057"/>
                          </a:cubicBezTo>
                          <a:cubicBezTo>
                            <a:pt x="3756085" y="1733984"/>
                            <a:pt x="3763349" y="1729583"/>
                            <a:pt x="3770044" y="1722960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3" name="フリーフォーム: 図形 262">
              <a:extLst>
                <a:ext uri="{FF2B5EF4-FFF2-40B4-BE49-F238E27FC236}">
                  <a16:creationId xmlns:a16="http://schemas.microsoft.com/office/drawing/2014/main" id="{C6AB38F9-224F-FE30-343B-DCC5FE62588E}"/>
                </a:ext>
              </a:extLst>
            </p:cNvPr>
            <p:cNvSpPr/>
            <p:nvPr/>
          </p:nvSpPr>
          <p:spPr>
            <a:xfrm>
              <a:off x="7706578" y="2289483"/>
              <a:ext cx="1324969" cy="674940"/>
            </a:xfrm>
            <a:custGeom>
              <a:avLst/>
              <a:gdLst>
                <a:gd name="csX0" fmla="*/ 140236 w 1324969"/>
                <a:gd name="csY0" fmla="*/ -42 h 674940"/>
                <a:gd name="csX1" fmla="*/ 34868 w 1324969"/>
                <a:gd name="csY1" fmla="*/ 147177 h 674940"/>
                <a:gd name="csX2" fmla="*/ 13878 w 1324969"/>
                <a:gd name="csY2" fmla="*/ 380216 h 674940"/>
                <a:gd name="csX3" fmla="*/ 132311 w 1324969"/>
                <a:gd name="csY3" fmla="*/ 540675 h 674940"/>
                <a:gd name="csX4" fmla="*/ 411165 w 1324969"/>
                <a:gd name="csY4" fmla="*/ 670562 h 674940"/>
                <a:gd name="csX5" fmla="*/ 793180 w 1324969"/>
                <a:gd name="csY5" fmla="*/ 630449 h 674940"/>
                <a:gd name="csX6" fmla="*/ 951311 w 1324969"/>
                <a:gd name="csY6" fmla="*/ 565220 h 674940"/>
                <a:gd name="csX7" fmla="*/ 804207 w 1324969"/>
                <a:gd name="csY7" fmla="*/ 440390 h 674940"/>
                <a:gd name="csX8" fmla="*/ 809925 w 1324969"/>
                <a:gd name="csY8" fmla="*/ 363987 h 674940"/>
                <a:gd name="csX9" fmla="*/ 990436 w 1324969"/>
                <a:gd name="csY9" fmla="*/ 140969 h 674940"/>
                <a:gd name="csX10" fmla="*/ 1135090 w 1324969"/>
                <a:gd name="csY10" fmla="*/ 90353 h 674940"/>
                <a:gd name="csX11" fmla="*/ 1249279 w 1324969"/>
                <a:gd name="csY11" fmla="*/ 147659 h 674940"/>
                <a:gd name="csX12" fmla="*/ 1324096 w 1324969"/>
                <a:gd name="csY12" fmla="*/ 192762 h 674940"/>
                <a:gd name="csX13" fmla="*/ 1305229 w 1324969"/>
                <a:gd name="csY13" fmla="*/ 135358 h 674940"/>
                <a:gd name="csX14" fmla="*/ 1221426 w 1324969"/>
                <a:gd name="csY14" fmla="*/ 80322 h 674940"/>
                <a:gd name="csX15" fmla="*/ 1143750 w 1324969"/>
                <a:gd name="csY15" fmla="*/ 38788 h 674940"/>
                <a:gd name="csX16" fmla="*/ 1107484 w 1324969"/>
                <a:gd name="csY16" fmla="*/ 19504 h 6749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324969" h="674940">
                  <a:moveTo>
                    <a:pt x="140236" y="-42"/>
                  </a:moveTo>
                  <a:cubicBezTo>
                    <a:pt x="140236" y="-42"/>
                    <a:pt x="74973" y="70774"/>
                    <a:pt x="34868" y="147177"/>
                  </a:cubicBezTo>
                  <a:cubicBezTo>
                    <a:pt x="-5236" y="223588"/>
                    <a:pt x="-8666" y="338609"/>
                    <a:pt x="13878" y="380216"/>
                  </a:cubicBezTo>
                  <a:cubicBezTo>
                    <a:pt x="36339" y="421832"/>
                    <a:pt x="59700" y="496740"/>
                    <a:pt x="132311" y="540675"/>
                  </a:cubicBezTo>
                  <a:cubicBezTo>
                    <a:pt x="204843" y="584611"/>
                    <a:pt x="290852" y="653376"/>
                    <a:pt x="411165" y="670562"/>
                  </a:cubicBezTo>
                  <a:cubicBezTo>
                    <a:pt x="531481" y="687756"/>
                    <a:pt x="749237" y="649554"/>
                    <a:pt x="793180" y="630449"/>
                  </a:cubicBezTo>
                  <a:cubicBezTo>
                    <a:pt x="837123" y="611353"/>
                    <a:pt x="948617" y="576026"/>
                    <a:pt x="951311" y="565220"/>
                  </a:cubicBezTo>
                  <a:cubicBezTo>
                    <a:pt x="954006" y="554414"/>
                    <a:pt x="823239" y="482414"/>
                    <a:pt x="804207" y="440390"/>
                  </a:cubicBezTo>
                  <a:cubicBezTo>
                    <a:pt x="785094" y="398365"/>
                    <a:pt x="799878" y="380699"/>
                    <a:pt x="809925" y="363987"/>
                  </a:cubicBezTo>
                  <a:cubicBezTo>
                    <a:pt x="819971" y="347267"/>
                    <a:pt x="890623" y="203527"/>
                    <a:pt x="990436" y="140969"/>
                  </a:cubicBezTo>
                  <a:cubicBezTo>
                    <a:pt x="1090247" y="78411"/>
                    <a:pt x="1127495" y="89397"/>
                    <a:pt x="1135090" y="90353"/>
                  </a:cubicBezTo>
                  <a:cubicBezTo>
                    <a:pt x="1142768" y="91308"/>
                    <a:pt x="1234904" y="140014"/>
                    <a:pt x="1249279" y="147659"/>
                  </a:cubicBezTo>
                  <a:cubicBezTo>
                    <a:pt x="1263572" y="155296"/>
                    <a:pt x="1321075" y="201886"/>
                    <a:pt x="1324096" y="192762"/>
                  </a:cubicBezTo>
                  <a:cubicBezTo>
                    <a:pt x="1327120" y="183647"/>
                    <a:pt x="1322381" y="147855"/>
                    <a:pt x="1305229" y="135358"/>
                  </a:cubicBezTo>
                  <a:cubicBezTo>
                    <a:pt x="1287995" y="122869"/>
                    <a:pt x="1233595" y="87412"/>
                    <a:pt x="1221426" y="80322"/>
                  </a:cubicBezTo>
                  <a:cubicBezTo>
                    <a:pt x="1209336" y="73233"/>
                    <a:pt x="1155919" y="43518"/>
                    <a:pt x="1143750" y="38788"/>
                  </a:cubicBezTo>
                  <a:cubicBezTo>
                    <a:pt x="1131660" y="34059"/>
                    <a:pt x="1107484" y="19504"/>
                    <a:pt x="1107484" y="19504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3346799621">
                    <a:custGeom>
                      <a:avLst/>
                      <a:gdLst>
                        <a:gd name="csX0" fmla="*/ 140236 w 1324969"/>
                        <a:gd name="csY0" fmla="*/ -42 h 674940"/>
                        <a:gd name="csX1" fmla="*/ 34868 w 1324969"/>
                        <a:gd name="csY1" fmla="*/ 147177 h 674940"/>
                        <a:gd name="csX2" fmla="*/ 13878 w 1324969"/>
                        <a:gd name="csY2" fmla="*/ 380216 h 674940"/>
                        <a:gd name="csX3" fmla="*/ 132311 w 1324969"/>
                        <a:gd name="csY3" fmla="*/ 540675 h 674940"/>
                        <a:gd name="csX4" fmla="*/ 411165 w 1324969"/>
                        <a:gd name="csY4" fmla="*/ 670562 h 674940"/>
                        <a:gd name="csX5" fmla="*/ 793180 w 1324969"/>
                        <a:gd name="csY5" fmla="*/ 630449 h 674940"/>
                        <a:gd name="csX6" fmla="*/ 951311 w 1324969"/>
                        <a:gd name="csY6" fmla="*/ 565220 h 674940"/>
                        <a:gd name="csX7" fmla="*/ 804207 w 1324969"/>
                        <a:gd name="csY7" fmla="*/ 440390 h 674940"/>
                        <a:gd name="csX8" fmla="*/ 809925 w 1324969"/>
                        <a:gd name="csY8" fmla="*/ 363987 h 674940"/>
                        <a:gd name="csX9" fmla="*/ 990436 w 1324969"/>
                        <a:gd name="csY9" fmla="*/ 140969 h 674940"/>
                        <a:gd name="csX10" fmla="*/ 1135090 w 1324969"/>
                        <a:gd name="csY10" fmla="*/ 90353 h 674940"/>
                        <a:gd name="csX11" fmla="*/ 1249279 w 1324969"/>
                        <a:gd name="csY11" fmla="*/ 147659 h 674940"/>
                        <a:gd name="csX12" fmla="*/ 1324096 w 1324969"/>
                        <a:gd name="csY12" fmla="*/ 192762 h 674940"/>
                        <a:gd name="csX13" fmla="*/ 1305229 w 1324969"/>
                        <a:gd name="csY13" fmla="*/ 135358 h 674940"/>
                        <a:gd name="csX14" fmla="*/ 1221426 w 1324969"/>
                        <a:gd name="csY14" fmla="*/ 80322 h 674940"/>
                        <a:gd name="csX15" fmla="*/ 1143750 w 1324969"/>
                        <a:gd name="csY15" fmla="*/ 38788 h 674940"/>
                        <a:gd name="csX16" fmla="*/ 1107484 w 1324969"/>
                        <a:gd name="csY16" fmla="*/ 19504 h 67494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  <a:cxn ang="0">
                          <a:pos x="csX13" y="csY13"/>
                        </a:cxn>
                        <a:cxn ang="0">
                          <a:pos x="csX14" y="csY14"/>
                        </a:cxn>
                        <a:cxn ang="0">
                          <a:pos x="csX15" y="csY15"/>
                        </a:cxn>
                        <a:cxn ang="0">
                          <a:pos x="csX16" y="csY16"/>
                        </a:cxn>
                      </a:cxnLst>
                      <a:rect l="l" t="t" r="r" b="b"/>
                      <a:pathLst>
                        <a:path w="1324969" h="674940" extrusionOk="0">
                          <a:moveTo>
                            <a:pt x="140236" y="-42"/>
                          </a:moveTo>
                          <a:cubicBezTo>
                            <a:pt x="124204" y="2415"/>
                            <a:pt x="65941" y="70642"/>
                            <a:pt x="34868" y="147177"/>
                          </a:cubicBezTo>
                          <a:cubicBezTo>
                            <a:pt x="-55" y="227670"/>
                            <a:pt x="2894" y="345379"/>
                            <a:pt x="13878" y="380216"/>
                          </a:cubicBezTo>
                          <a:cubicBezTo>
                            <a:pt x="19362" y="426824"/>
                            <a:pt x="57597" y="496655"/>
                            <a:pt x="132311" y="540675"/>
                          </a:cubicBezTo>
                          <a:cubicBezTo>
                            <a:pt x="205551" y="594745"/>
                            <a:pt x="292651" y="647974"/>
                            <a:pt x="411165" y="670562"/>
                          </a:cubicBezTo>
                          <a:cubicBezTo>
                            <a:pt x="520188" y="687321"/>
                            <a:pt x="745976" y="640966"/>
                            <a:pt x="793180" y="630449"/>
                          </a:cubicBezTo>
                          <a:cubicBezTo>
                            <a:pt x="833984" y="611928"/>
                            <a:pt x="949178" y="576612"/>
                            <a:pt x="951311" y="565220"/>
                          </a:cubicBezTo>
                          <a:cubicBezTo>
                            <a:pt x="954061" y="559760"/>
                            <a:pt x="825467" y="482752"/>
                            <a:pt x="804207" y="440390"/>
                          </a:cubicBezTo>
                          <a:cubicBezTo>
                            <a:pt x="786150" y="398743"/>
                            <a:pt x="800923" y="385202"/>
                            <a:pt x="809925" y="363987"/>
                          </a:cubicBezTo>
                          <a:cubicBezTo>
                            <a:pt x="798945" y="370205"/>
                            <a:pt x="887698" y="197603"/>
                            <a:pt x="990436" y="140969"/>
                          </a:cubicBezTo>
                          <a:cubicBezTo>
                            <a:pt x="1089579" y="76921"/>
                            <a:pt x="1125912" y="88959"/>
                            <a:pt x="1135090" y="90353"/>
                          </a:cubicBezTo>
                          <a:cubicBezTo>
                            <a:pt x="1143321" y="91513"/>
                            <a:pt x="1231322" y="140275"/>
                            <a:pt x="1249279" y="147659"/>
                          </a:cubicBezTo>
                          <a:cubicBezTo>
                            <a:pt x="1261841" y="155363"/>
                            <a:pt x="1319628" y="202442"/>
                            <a:pt x="1324096" y="192762"/>
                          </a:cubicBezTo>
                          <a:cubicBezTo>
                            <a:pt x="1327839" y="184861"/>
                            <a:pt x="1327264" y="151718"/>
                            <a:pt x="1305229" y="135358"/>
                          </a:cubicBezTo>
                          <a:cubicBezTo>
                            <a:pt x="1292093" y="122135"/>
                            <a:pt x="1234268" y="85196"/>
                            <a:pt x="1221426" y="80322"/>
                          </a:cubicBezTo>
                          <a:cubicBezTo>
                            <a:pt x="1210062" y="73662"/>
                            <a:pt x="1156208" y="42390"/>
                            <a:pt x="1143750" y="38788"/>
                          </a:cubicBezTo>
                          <a:cubicBezTo>
                            <a:pt x="1131659" y="34059"/>
                            <a:pt x="1107484" y="19504"/>
                            <a:pt x="1107484" y="19504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4" name="フリーフォーム: 図形 263">
              <a:extLst>
                <a:ext uri="{FF2B5EF4-FFF2-40B4-BE49-F238E27FC236}">
                  <a16:creationId xmlns:a16="http://schemas.microsoft.com/office/drawing/2014/main" id="{44588809-A5B8-A794-1CA0-EDB63669A3EB}"/>
                </a:ext>
              </a:extLst>
            </p:cNvPr>
            <p:cNvSpPr/>
            <p:nvPr/>
          </p:nvSpPr>
          <p:spPr>
            <a:xfrm>
              <a:off x="7369806" y="2057064"/>
              <a:ext cx="1859699" cy="1687921"/>
            </a:xfrm>
            <a:custGeom>
              <a:avLst/>
              <a:gdLst>
                <a:gd name="csX0" fmla="*/ 106098 w 1859699"/>
                <a:gd name="csY0" fmla="*/ -32 h 1687921"/>
                <a:gd name="csX1" fmla="*/ 34466 w 1859699"/>
                <a:gd name="csY1" fmla="*/ 68252 h 1687921"/>
                <a:gd name="csX2" fmla="*/ 80 w 1859699"/>
                <a:gd name="csY2" fmla="*/ 234436 h 1687921"/>
                <a:gd name="csX3" fmla="*/ 31607 w 1859699"/>
                <a:gd name="csY3" fmla="*/ 430230 h 1687921"/>
                <a:gd name="csX4" fmla="*/ 82248 w 1859699"/>
                <a:gd name="csY4" fmla="*/ 488484 h 1687921"/>
                <a:gd name="csX5" fmla="*/ 153882 w 1859699"/>
                <a:gd name="csY5" fmla="*/ 544834 h 1687921"/>
                <a:gd name="csX6" fmla="*/ 209259 w 1859699"/>
                <a:gd name="csY6" fmla="*/ 623157 h 1687921"/>
                <a:gd name="csX7" fmla="*/ 306705 w 1859699"/>
                <a:gd name="csY7" fmla="*/ 714842 h 1687921"/>
                <a:gd name="csX8" fmla="*/ 320997 w 1859699"/>
                <a:gd name="csY8" fmla="*/ 823721 h 1687921"/>
                <a:gd name="csX9" fmla="*/ 341091 w 1859699"/>
                <a:gd name="csY9" fmla="*/ 843781 h 1687921"/>
                <a:gd name="csX10" fmla="*/ 347789 w 1859699"/>
                <a:gd name="csY10" fmla="*/ 940244 h 1687921"/>
                <a:gd name="csX11" fmla="*/ 520622 w 1859699"/>
                <a:gd name="csY11" fmla="*/ 1189513 h 1687921"/>
                <a:gd name="csX12" fmla="*/ 661028 w 1859699"/>
                <a:gd name="csY12" fmla="*/ 1314629 h 1687921"/>
                <a:gd name="csX13" fmla="*/ 784201 w 1859699"/>
                <a:gd name="csY13" fmla="*/ 1196203 h 1687921"/>
                <a:gd name="csX14" fmla="*/ 1011516 w 1859699"/>
                <a:gd name="csY14" fmla="*/ 1250642 h 1687921"/>
                <a:gd name="csX15" fmla="*/ 1278933 w 1859699"/>
                <a:gd name="csY15" fmla="*/ 1451206 h 1687921"/>
                <a:gd name="csX16" fmla="*/ 1362981 w 1859699"/>
                <a:gd name="csY16" fmla="*/ 1587781 h 1687921"/>
                <a:gd name="csX17" fmla="*/ 1386913 w 1859699"/>
                <a:gd name="csY17" fmla="*/ 1686157 h 1687921"/>
                <a:gd name="csX18" fmla="*/ 1524380 w 1859699"/>
                <a:gd name="csY18" fmla="*/ 1560084 h 1687921"/>
                <a:gd name="csX19" fmla="*/ 1852731 w 1859699"/>
                <a:gd name="csY19" fmla="*/ 1199494 h 1687921"/>
                <a:gd name="csX20" fmla="*/ 1859675 w 1859699"/>
                <a:gd name="csY20" fmla="*/ 1185699 h 16879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859699" h="1687921">
                  <a:moveTo>
                    <a:pt x="106098" y="-32"/>
                  </a:moveTo>
                  <a:cubicBezTo>
                    <a:pt x="106098" y="-32"/>
                    <a:pt x="47862" y="46288"/>
                    <a:pt x="34466" y="68252"/>
                  </a:cubicBezTo>
                  <a:cubicBezTo>
                    <a:pt x="21071" y="90216"/>
                    <a:pt x="2039" y="179997"/>
                    <a:pt x="80" y="234436"/>
                  </a:cubicBezTo>
                  <a:cubicBezTo>
                    <a:pt x="-1799" y="288876"/>
                    <a:pt x="22051" y="415904"/>
                    <a:pt x="31607" y="430230"/>
                  </a:cubicBezTo>
                  <a:cubicBezTo>
                    <a:pt x="41164" y="444557"/>
                    <a:pt x="61258" y="472254"/>
                    <a:pt x="82248" y="488484"/>
                  </a:cubicBezTo>
                  <a:cubicBezTo>
                    <a:pt x="103241" y="504722"/>
                    <a:pt x="146202" y="538153"/>
                    <a:pt x="153882" y="544834"/>
                  </a:cubicBezTo>
                  <a:cubicBezTo>
                    <a:pt x="161477" y="551524"/>
                    <a:pt x="199705" y="611689"/>
                    <a:pt x="209259" y="623157"/>
                  </a:cubicBezTo>
                  <a:cubicBezTo>
                    <a:pt x="218816" y="634617"/>
                    <a:pt x="300986" y="702427"/>
                    <a:pt x="306705" y="714842"/>
                  </a:cubicBezTo>
                  <a:cubicBezTo>
                    <a:pt x="312420" y="727257"/>
                    <a:pt x="310461" y="817986"/>
                    <a:pt x="320997" y="823721"/>
                  </a:cubicBezTo>
                  <a:cubicBezTo>
                    <a:pt x="331534" y="829455"/>
                    <a:pt x="341988" y="837091"/>
                    <a:pt x="341091" y="843781"/>
                  </a:cubicBezTo>
                  <a:cubicBezTo>
                    <a:pt x="340111" y="850462"/>
                    <a:pt x="342970" y="921139"/>
                    <a:pt x="347789" y="940244"/>
                  </a:cubicBezTo>
                  <a:cubicBezTo>
                    <a:pt x="352525" y="959341"/>
                    <a:pt x="439434" y="1115022"/>
                    <a:pt x="520622" y="1189513"/>
                  </a:cubicBezTo>
                  <a:cubicBezTo>
                    <a:pt x="601810" y="1264013"/>
                    <a:pt x="657190" y="1315585"/>
                    <a:pt x="661028" y="1314629"/>
                  </a:cubicBezTo>
                  <a:cubicBezTo>
                    <a:pt x="664867" y="1313674"/>
                    <a:pt x="699256" y="1207663"/>
                    <a:pt x="784201" y="1196203"/>
                  </a:cubicBezTo>
                  <a:cubicBezTo>
                    <a:pt x="869230" y="1184743"/>
                    <a:pt x="979986" y="1230581"/>
                    <a:pt x="1011516" y="1250642"/>
                  </a:cubicBezTo>
                  <a:cubicBezTo>
                    <a:pt x="1043043" y="1270694"/>
                    <a:pt x="1223554" y="1384351"/>
                    <a:pt x="1278933" y="1451206"/>
                  </a:cubicBezTo>
                  <a:cubicBezTo>
                    <a:pt x="1334313" y="1518060"/>
                    <a:pt x="1352526" y="1558181"/>
                    <a:pt x="1362981" y="1587781"/>
                  </a:cubicBezTo>
                  <a:cubicBezTo>
                    <a:pt x="1373517" y="1617391"/>
                    <a:pt x="1387813" y="1667060"/>
                    <a:pt x="1386913" y="1686157"/>
                  </a:cubicBezTo>
                  <a:cubicBezTo>
                    <a:pt x="1385933" y="1705261"/>
                    <a:pt x="1524380" y="1560084"/>
                    <a:pt x="1524380" y="1560084"/>
                  </a:cubicBezTo>
                  <a:cubicBezTo>
                    <a:pt x="1524380" y="1560084"/>
                    <a:pt x="1845871" y="1213290"/>
                    <a:pt x="1852731" y="1199494"/>
                  </a:cubicBezTo>
                  <a:cubicBezTo>
                    <a:pt x="1859675" y="1185699"/>
                    <a:pt x="1859675" y="1185699"/>
                    <a:pt x="1859675" y="1185699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368325405">
                    <a:custGeom>
                      <a:avLst/>
                      <a:gdLst>
                        <a:gd name="csX0" fmla="*/ 106098 w 1859699"/>
                        <a:gd name="csY0" fmla="*/ -32 h 1687921"/>
                        <a:gd name="csX1" fmla="*/ 34466 w 1859699"/>
                        <a:gd name="csY1" fmla="*/ 68252 h 1687921"/>
                        <a:gd name="csX2" fmla="*/ 80 w 1859699"/>
                        <a:gd name="csY2" fmla="*/ 234436 h 1687921"/>
                        <a:gd name="csX3" fmla="*/ 31607 w 1859699"/>
                        <a:gd name="csY3" fmla="*/ 430230 h 1687921"/>
                        <a:gd name="csX4" fmla="*/ 82248 w 1859699"/>
                        <a:gd name="csY4" fmla="*/ 488484 h 1687921"/>
                        <a:gd name="csX5" fmla="*/ 153882 w 1859699"/>
                        <a:gd name="csY5" fmla="*/ 544834 h 1687921"/>
                        <a:gd name="csX6" fmla="*/ 209259 w 1859699"/>
                        <a:gd name="csY6" fmla="*/ 623157 h 1687921"/>
                        <a:gd name="csX7" fmla="*/ 306705 w 1859699"/>
                        <a:gd name="csY7" fmla="*/ 714842 h 1687921"/>
                        <a:gd name="csX8" fmla="*/ 320997 w 1859699"/>
                        <a:gd name="csY8" fmla="*/ 823721 h 1687921"/>
                        <a:gd name="csX9" fmla="*/ 341091 w 1859699"/>
                        <a:gd name="csY9" fmla="*/ 843781 h 1687921"/>
                        <a:gd name="csX10" fmla="*/ 347789 w 1859699"/>
                        <a:gd name="csY10" fmla="*/ 940244 h 1687921"/>
                        <a:gd name="csX11" fmla="*/ 520622 w 1859699"/>
                        <a:gd name="csY11" fmla="*/ 1189513 h 1687921"/>
                        <a:gd name="csX12" fmla="*/ 661028 w 1859699"/>
                        <a:gd name="csY12" fmla="*/ 1314629 h 1687921"/>
                        <a:gd name="csX13" fmla="*/ 784201 w 1859699"/>
                        <a:gd name="csY13" fmla="*/ 1196203 h 1687921"/>
                        <a:gd name="csX14" fmla="*/ 1011516 w 1859699"/>
                        <a:gd name="csY14" fmla="*/ 1250642 h 1687921"/>
                        <a:gd name="csX15" fmla="*/ 1278933 w 1859699"/>
                        <a:gd name="csY15" fmla="*/ 1451206 h 1687921"/>
                        <a:gd name="csX16" fmla="*/ 1362981 w 1859699"/>
                        <a:gd name="csY16" fmla="*/ 1587781 h 1687921"/>
                        <a:gd name="csX17" fmla="*/ 1386913 w 1859699"/>
                        <a:gd name="csY17" fmla="*/ 1686157 h 1687921"/>
                        <a:gd name="csX18" fmla="*/ 1524380 w 1859699"/>
                        <a:gd name="csY18" fmla="*/ 1560084 h 1687921"/>
                        <a:gd name="csX19" fmla="*/ 1852731 w 1859699"/>
                        <a:gd name="csY19" fmla="*/ 1199494 h 1687921"/>
                        <a:gd name="csX20" fmla="*/ 1859675 w 1859699"/>
                        <a:gd name="csY20" fmla="*/ 1185699 h 1687921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  <a:cxn ang="0">
                          <a:pos x="csX13" y="csY13"/>
                        </a:cxn>
                        <a:cxn ang="0">
                          <a:pos x="csX14" y="csY14"/>
                        </a:cxn>
                        <a:cxn ang="0">
                          <a:pos x="csX15" y="csY15"/>
                        </a:cxn>
                        <a:cxn ang="0">
                          <a:pos x="csX16" y="csY16"/>
                        </a:cxn>
                        <a:cxn ang="0">
                          <a:pos x="csX17" y="csY17"/>
                        </a:cxn>
                        <a:cxn ang="0">
                          <a:pos x="csX18" y="csY18"/>
                        </a:cxn>
                        <a:cxn ang="0">
                          <a:pos x="csX19" y="csY19"/>
                        </a:cxn>
                        <a:cxn ang="0">
                          <a:pos x="csX20" y="csY20"/>
                        </a:cxn>
                      </a:cxnLst>
                      <a:rect l="l" t="t" r="r" b="b"/>
                      <a:pathLst>
                        <a:path w="1859699" h="1687921" extrusionOk="0">
                          <a:moveTo>
                            <a:pt x="106098" y="-32"/>
                          </a:moveTo>
                          <a:cubicBezTo>
                            <a:pt x="108623" y="1823"/>
                            <a:pt x="44887" y="41753"/>
                            <a:pt x="34466" y="68252"/>
                          </a:cubicBezTo>
                          <a:cubicBezTo>
                            <a:pt x="11110" y="90714"/>
                            <a:pt x="-2396" y="176894"/>
                            <a:pt x="80" y="234436"/>
                          </a:cubicBezTo>
                          <a:cubicBezTo>
                            <a:pt x="171" y="290823"/>
                            <a:pt x="22061" y="420917"/>
                            <a:pt x="31607" y="430230"/>
                          </a:cubicBezTo>
                          <a:cubicBezTo>
                            <a:pt x="37283" y="439210"/>
                            <a:pt x="59251" y="469454"/>
                            <a:pt x="82248" y="488484"/>
                          </a:cubicBezTo>
                          <a:cubicBezTo>
                            <a:pt x="103795" y="504555"/>
                            <a:pt x="146190" y="536715"/>
                            <a:pt x="153882" y="544834"/>
                          </a:cubicBezTo>
                          <a:cubicBezTo>
                            <a:pt x="165363" y="551998"/>
                            <a:pt x="199845" y="612705"/>
                            <a:pt x="209259" y="623157"/>
                          </a:cubicBezTo>
                          <a:cubicBezTo>
                            <a:pt x="218402" y="633981"/>
                            <a:pt x="298462" y="701399"/>
                            <a:pt x="306705" y="714842"/>
                          </a:cubicBezTo>
                          <a:cubicBezTo>
                            <a:pt x="311519" y="729917"/>
                            <a:pt x="310715" y="817922"/>
                            <a:pt x="320997" y="823721"/>
                          </a:cubicBezTo>
                          <a:cubicBezTo>
                            <a:pt x="331609" y="830334"/>
                            <a:pt x="341155" y="835999"/>
                            <a:pt x="341091" y="843781"/>
                          </a:cubicBezTo>
                          <a:cubicBezTo>
                            <a:pt x="335713" y="848955"/>
                            <a:pt x="339995" y="920504"/>
                            <a:pt x="347789" y="940244"/>
                          </a:cubicBezTo>
                          <a:cubicBezTo>
                            <a:pt x="350559" y="962226"/>
                            <a:pt x="448543" y="1127219"/>
                            <a:pt x="520622" y="1189513"/>
                          </a:cubicBezTo>
                          <a:cubicBezTo>
                            <a:pt x="601262" y="1263694"/>
                            <a:pt x="657061" y="1314942"/>
                            <a:pt x="661028" y="1314629"/>
                          </a:cubicBezTo>
                          <a:cubicBezTo>
                            <a:pt x="675779" y="1312310"/>
                            <a:pt x="718311" y="1213301"/>
                            <a:pt x="784201" y="1196203"/>
                          </a:cubicBezTo>
                          <a:cubicBezTo>
                            <a:pt x="865663" y="1188223"/>
                            <a:pt x="977594" y="1241143"/>
                            <a:pt x="1011516" y="1250642"/>
                          </a:cubicBezTo>
                          <a:cubicBezTo>
                            <a:pt x="1061549" y="1274169"/>
                            <a:pt x="1225683" y="1385113"/>
                            <a:pt x="1278933" y="1451206"/>
                          </a:cubicBezTo>
                          <a:cubicBezTo>
                            <a:pt x="1335232" y="1517975"/>
                            <a:pt x="1349433" y="1557532"/>
                            <a:pt x="1362981" y="1587781"/>
                          </a:cubicBezTo>
                          <a:cubicBezTo>
                            <a:pt x="1372030" y="1620839"/>
                            <a:pt x="1385313" y="1671393"/>
                            <a:pt x="1386913" y="1686157"/>
                          </a:cubicBezTo>
                          <a:cubicBezTo>
                            <a:pt x="1385932" y="1705261"/>
                            <a:pt x="1524380" y="1560085"/>
                            <a:pt x="1524380" y="1560084"/>
                          </a:cubicBezTo>
                          <a:cubicBezTo>
                            <a:pt x="1525850" y="1560664"/>
                            <a:pt x="1847022" y="1212486"/>
                            <a:pt x="1852731" y="1199494"/>
                          </a:cubicBezTo>
                          <a:cubicBezTo>
                            <a:pt x="1859675" y="1185699"/>
                            <a:pt x="1859675" y="1185699"/>
                            <a:pt x="1859675" y="1185699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5" name="フリーフォーム: 図形 264">
              <a:extLst>
                <a:ext uri="{FF2B5EF4-FFF2-40B4-BE49-F238E27FC236}">
                  <a16:creationId xmlns:a16="http://schemas.microsoft.com/office/drawing/2014/main" id="{D884D535-1A5C-2B3F-C07B-1D0C226053D2}"/>
                </a:ext>
              </a:extLst>
            </p:cNvPr>
            <p:cNvSpPr/>
            <p:nvPr/>
          </p:nvSpPr>
          <p:spPr>
            <a:xfrm>
              <a:off x="8027486" y="3279274"/>
              <a:ext cx="721603" cy="653187"/>
            </a:xfrm>
            <a:custGeom>
              <a:avLst/>
              <a:gdLst>
                <a:gd name="csX0" fmla="*/ 123664 w 721603"/>
                <a:gd name="csY0" fmla="*/ 3626 h 653187"/>
                <a:gd name="csX1" fmla="*/ 419752 w 721603"/>
                <a:gd name="csY1" fmla="*/ 87674 h 653187"/>
                <a:gd name="csX2" fmla="*/ 592588 w 721603"/>
                <a:gd name="csY2" fmla="*/ 226161 h 653187"/>
                <a:gd name="csX3" fmla="*/ 686192 w 721603"/>
                <a:gd name="csY3" fmla="*/ 364640 h 653187"/>
                <a:gd name="csX4" fmla="*/ 721558 w 721603"/>
                <a:gd name="csY4" fmla="*/ 490712 h 653187"/>
                <a:gd name="csX5" fmla="*/ 679494 w 721603"/>
                <a:gd name="csY5" fmla="*/ 598635 h 653187"/>
                <a:gd name="csX6" fmla="*/ 558199 w 721603"/>
                <a:gd name="csY6" fmla="*/ 653074 h 653187"/>
                <a:gd name="csX7" fmla="*/ 295600 w 721603"/>
                <a:gd name="csY7" fmla="*/ 565212 h 653187"/>
                <a:gd name="csX8" fmla="*/ 85439 w 721603"/>
                <a:gd name="csY8" fmla="*/ 365595 h 653187"/>
                <a:gd name="csX9" fmla="*/ 9069 w 721603"/>
                <a:gd name="csY9" fmla="*/ 205145 h 653187"/>
                <a:gd name="csX10" fmla="*/ 5230 w 721603"/>
                <a:gd name="csY10" fmla="*/ 108682 h 653187"/>
                <a:gd name="csX11" fmla="*/ 61589 w 721603"/>
                <a:gd name="csY11" fmla="*/ 20819 h 653187"/>
                <a:gd name="csX12" fmla="*/ 123664 w 721603"/>
                <a:gd name="csY12" fmla="*/ 3626 h 653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721603" h="653187">
                  <a:moveTo>
                    <a:pt x="123664" y="3626"/>
                  </a:moveTo>
                  <a:cubicBezTo>
                    <a:pt x="232870" y="-17864"/>
                    <a:pt x="380629" y="61887"/>
                    <a:pt x="419752" y="87674"/>
                  </a:cubicBezTo>
                  <a:cubicBezTo>
                    <a:pt x="458876" y="113460"/>
                    <a:pt x="561140" y="183181"/>
                    <a:pt x="592588" y="226161"/>
                  </a:cubicBezTo>
                  <a:cubicBezTo>
                    <a:pt x="624115" y="269132"/>
                    <a:pt x="679494" y="343632"/>
                    <a:pt x="686192" y="364640"/>
                  </a:cubicBezTo>
                  <a:cubicBezTo>
                    <a:pt x="692890" y="385656"/>
                    <a:pt x="722537" y="443918"/>
                    <a:pt x="721558" y="490712"/>
                  </a:cubicBezTo>
                  <a:cubicBezTo>
                    <a:pt x="720578" y="537515"/>
                    <a:pt x="698605" y="580494"/>
                    <a:pt x="679494" y="598635"/>
                  </a:cubicBezTo>
                  <a:cubicBezTo>
                    <a:pt x="660463" y="616784"/>
                    <a:pt x="613661" y="651171"/>
                    <a:pt x="558199" y="653074"/>
                  </a:cubicBezTo>
                  <a:cubicBezTo>
                    <a:pt x="502820" y="654986"/>
                    <a:pt x="390104" y="631111"/>
                    <a:pt x="295600" y="565212"/>
                  </a:cubicBezTo>
                  <a:cubicBezTo>
                    <a:pt x="201016" y="499313"/>
                    <a:pt x="114110" y="408576"/>
                    <a:pt x="85439" y="365595"/>
                  </a:cubicBezTo>
                  <a:cubicBezTo>
                    <a:pt x="56851" y="322624"/>
                    <a:pt x="17646" y="252902"/>
                    <a:pt x="9069" y="205145"/>
                  </a:cubicBezTo>
                  <a:cubicBezTo>
                    <a:pt x="492" y="157395"/>
                    <a:pt x="-4327" y="134468"/>
                    <a:pt x="5230" y="108682"/>
                  </a:cubicBezTo>
                  <a:cubicBezTo>
                    <a:pt x="14787" y="82895"/>
                    <a:pt x="32021" y="38004"/>
                    <a:pt x="61589" y="20819"/>
                  </a:cubicBezTo>
                  <a:cubicBezTo>
                    <a:pt x="91239" y="3626"/>
                    <a:pt x="123664" y="3626"/>
                    <a:pt x="123664" y="3626"/>
                  </a:cubicBezTo>
                  <a:close/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3909278839">
                    <a:custGeom>
                      <a:avLst/>
                      <a:gdLst>
                        <a:gd name="csX0" fmla="*/ 123664 w 721603"/>
                        <a:gd name="csY0" fmla="*/ 3626 h 653187"/>
                        <a:gd name="csX1" fmla="*/ 419752 w 721603"/>
                        <a:gd name="csY1" fmla="*/ 87674 h 653187"/>
                        <a:gd name="csX2" fmla="*/ 592588 w 721603"/>
                        <a:gd name="csY2" fmla="*/ 226161 h 653187"/>
                        <a:gd name="csX3" fmla="*/ 686192 w 721603"/>
                        <a:gd name="csY3" fmla="*/ 364640 h 653187"/>
                        <a:gd name="csX4" fmla="*/ 721558 w 721603"/>
                        <a:gd name="csY4" fmla="*/ 490712 h 653187"/>
                        <a:gd name="csX5" fmla="*/ 679494 w 721603"/>
                        <a:gd name="csY5" fmla="*/ 598635 h 653187"/>
                        <a:gd name="csX6" fmla="*/ 558199 w 721603"/>
                        <a:gd name="csY6" fmla="*/ 653074 h 653187"/>
                        <a:gd name="csX7" fmla="*/ 295600 w 721603"/>
                        <a:gd name="csY7" fmla="*/ 565212 h 653187"/>
                        <a:gd name="csX8" fmla="*/ 85439 w 721603"/>
                        <a:gd name="csY8" fmla="*/ 365595 h 653187"/>
                        <a:gd name="csX9" fmla="*/ 9069 w 721603"/>
                        <a:gd name="csY9" fmla="*/ 205145 h 653187"/>
                        <a:gd name="csX10" fmla="*/ 5230 w 721603"/>
                        <a:gd name="csY10" fmla="*/ 108682 h 653187"/>
                        <a:gd name="csX11" fmla="*/ 61589 w 721603"/>
                        <a:gd name="csY11" fmla="*/ 20819 h 653187"/>
                        <a:gd name="csX12" fmla="*/ 123664 w 721603"/>
                        <a:gd name="csY12" fmla="*/ 3626 h 653187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</a:cxnLst>
                      <a:rect l="l" t="t" r="r" b="b"/>
                      <a:pathLst>
                        <a:path w="721603" h="653187" extrusionOk="0">
                          <a:moveTo>
                            <a:pt x="123664" y="3626"/>
                          </a:moveTo>
                          <a:cubicBezTo>
                            <a:pt x="235797" y="-21288"/>
                            <a:pt x="380889" y="47984"/>
                            <a:pt x="419752" y="87674"/>
                          </a:cubicBezTo>
                          <a:cubicBezTo>
                            <a:pt x="456558" y="115562"/>
                            <a:pt x="563791" y="181599"/>
                            <a:pt x="592588" y="226161"/>
                          </a:cubicBezTo>
                          <a:cubicBezTo>
                            <a:pt x="625836" y="267857"/>
                            <a:pt x="676091" y="347003"/>
                            <a:pt x="686192" y="364640"/>
                          </a:cubicBezTo>
                          <a:cubicBezTo>
                            <a:pt x="684506" y="379684"/>
                            <a:pt x="729486" y="446310"/>
                            <a:pt x="721558" y="490712"/>
                          </a:cubicBezTo>
                          <a:cubicBezTo>
                            <a:pt x="721924" y="537971"/>
                            <a:pt x="699394" y="580887"/>
                            <a:pt x="679494" y="598635"/>
                          </a:cubicBezTo>
                          <a:cubicBezTo>
                            <a:pt x="663117" y="619592"/>
                            <a:pt x="615681" y="652431"/>
                            <a:pt x="558199" y="653074"/>
                          </a:cubicBezTo>
                          <a:cubicBezTo>
                            <a:pt x="514318" y="670781"/>
                            <a:pt x="366542" y="640691"/>
                            <a:pt x="295600" y="565212"/>
                          </a:cubicBezTo>
                          <a:cubicBezTo>
                            <a:pt x="202592" y="508712"/>
                            <a:pt x="105459" y="420758"/>
                            <a:pt x="85439" y="365595"/>
                          </a:cubicBezTo>
                          <a:cubicBezTo>
                            <a:pt x="47916" y="323667"/>
                            <a:pt x="8232" y="258402"/>
                            <a:pt x="9069" y="205145"/>
                          </a:cubicBezTo>
                          <a:cubicBezTo>
                            <a:pt x="-2194" y="158584"/>
                            <a:pt x="-4130" y="139790"/>
                            <a:pt x="5230" y="108682"/>
                          </a:cubicBezTo>
                          <a:cubicBezTo>
                            <a:pt x="8905" y="86463"/>
                            <a:pt x="27464" y="31686"/>
                            <a:pt x="61589" y="20819"/>
                          </a:cubicBezTo>
                          <a:cubicBezTo>
                            <a:pt x="91239" y="3626"/>
                            <a:pt x="123664" y="3626"/>
                            <a:pt x="123664" y="3626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6" name="フリーフォーム: 図形 265">
              <a:extLst>
                <a:ext uri="{FF2B5EF4-FFF2-40B4-BE49-F238E27FC236}">
                  <a16:creationId xmlns:a16="http://schemas.microsoft.com/office/drawing/2014/main" id="{DAE38C2F-EDC6-8F5F-D387-D9BF6558A561}"/>
                </a:ext>
              </a:extLst>
            </p:cNvPr>
            <p:cNvSpPr/>
            <p:nvPr/>
          </p:nvSpPr>
          <p:spPr>
            <a:xfrm>
              <a:off x="6313088" y="2144789"/>
              <a:ext cx="3314684" cy="2464834"/>
            </a:xfrm>
            <a:custGeom>
              <a:avLst/>
              <a:gdLst>
                <a:gd name="csX0" fmla="*/ 1069365 w 3314684"/>
                <a:gd name="csY0" fmla="*/ 265857 h 2464834"/>
                <a:gd name="csX1" fmla="*/ 976576 w 3314684"/>
                <a:gd name="csY1" fmla="*/ 187796 h 2464834"/>
                <a:gd name="csX2" fmla="*/ 961304 w 3314684"/>
                <a:gd name="csY2" fmla="*/ 187796 h 2464834"/>
                <a:gd name="csX3" fmla="*/ 933613 w 3314684"/>
                <a:gd name="csY3" fmla="*/ 162010 h 2464834"/>
                <a:gd name="csX4" fmla="*/ 929774 w 3314684"/>
                <a:gd name="csY4" fmla="*/ 138136 h 2464834"/>
                <a:gd name="csX5" fmla="*/ 869576 w 3314684"/>
                <a:gd name="csY5" fmla="*/ 95156 h 2464834"/>
                <a:gd name="csX6" fmla="*/ 828575 w 3314684"/>
                <a:gd name="csY6" fmla="*/ 100882 h 2464834"/>
                <a:gd name="csX7" fmla="*/ 797945 w 3314684"/>
                <a:gd name="csY7" fmla="*/ 72229 h 2464834"/>
                <a:gd name="csX8" fmla="*/ 797045 w 3314684"/>
                <a:gd name="csY8" fmla="*/ 55999 h 2464834"/>
                <a:gd name="csX9" fmla="*/ 796065 w 3314684"/>
                <a:gd name="csY9" fmla="*/ 43575 h 2464834"/>
                <a:gd name="csX10" fmla="*/ 579289 w 3314684"/>
                <a:gd name="csY10" fmla="*/ 604 h 2464834"/>
                <a:gd name="csX11" fmla="*/ 334739 w 3314684"/>
                <a:gd name="csY11" fmla="*/ 64591 h 2464834"/>
                <a:gd name="csX12" fmla="*/ 86436 w 3314684"/>
                <a:gd name="csY12" fmla="*/ 259429 h 2464834"/>
                <a:gd name="csX13" fmla="*/ 509 w 3314684"/>
                <a:gd name="csY13" fmla="*/ 518255 h 2464834"/>
                <a:gd name="csX14" fmla="*/ 73040 w 3314684"/>
                <a:gd name="csY14" fmla="*/ 890737 h 2464834"/>
                <a:gd name="csX15" fmla="*/ 605998 w 3314684"/>
                <a:gd name="csY15" fmla="*/ 1453279 h 2464834"/>
                <a:gd name="csX16" fmla="*/ 1439782 w 3314684"/>
                <a:gd name="csY16" fmla="*/ 2025370 h 2464834"/>
                <a:gd name="csX17" fmla="*/ 2740525 w 3314684"/>
                <a:gd name="csY17" fmla="*/ 2464518 h 2464834"/>
                <a:gd name="csX18" fmla="*/ 3314649 w 3314684"/>
                <a:gd name="csY18" fmla="*/ 2280381 h 24648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3314684" h="2464834">
                  <a:moveTo>
                    <a:pt x="1069365" y="265857"/>
                  </a:moveTo>
                  <a:cubicBezTo>
                    <a:pt x="982294" y="198300"/>
                    <a:pt x="976576" y="187796"/>
                    <a:pt x="976576" y="187796"/>
                  </a:cubicBezTo>
                  <a:cubicBezTo>
                    <a:pt x="976576" y="187796"/>
                    <a:pt x="971840" y="196389"/>
                    <a:pt x="961304" y="187796"/>
                  </a:cubicBezTo>
                  <a:cubicBezTo>
                    <a:pt x="950767" y="179204"/>
                    <a:pt x="936472" y="169647"/>
                    <a:pt x="933613" y="162010"/>
                  </a:cubicBezTo>
                  <a:cubicBezTo>
                    <a:pt x="930754" y="154365"/>
                    <a:pt x="929774" y="138136"/>
                    <a:pt x="929774" y="138136"/>
                  </a:cubicBezTo>
                  <a:cubicBezTo>
                    <a:pt x="929774" y="138136"/>
                    <a:pt x="873415" y="92289"/>
                    <a:pt x="869576" y="95156"/>
                  </a:cubicBezTo>
                  <a:cubicBezTo>
                    <a:pt x="865820" y="98023"/>
                    <a:pt x="839029" y="108527"/>
                    <a:pt x="828575" y="100882"/>
                  </a:cubicBezTo>
                  <a:cubicBezTo>
                    <a:pt x="818038" y="93245"/>
                    <a:pt x="798924" y="78918"/>
                    <a:pt x="797945" y="72229"/>
                  </a:cubicBezTo>
                  <a:cubicBezTo>
                    <a:pt x="797045" y="65547"/>
                    <a:pt x="797045" y="55999"/>
                    <a:pt x="797045" y="55999"/>
                  </a:cubicBezTo>
                  <a:lnTo>
                    <a:pt x="796065" y="43575"/>
                  </a:lnTo>
                  <a:cubicBezTo>
                    <a:pt x="796065" y="43575"/>
                    <a:pt x="656639" y="-6086"/>
                    <a:pt x="579289" y="604"/>
                  </a:cubicBezTo>
                  <a:cubicBezTo>
                    <a:pt x="501937" y="7285"/>
                    <a:pt x="404494" y="24479"/>
                    <a:pt x="334739" y="64591"/>
                  </a:cubicBezTo>
                  <a:cubicBezTo>
                    <a:pt x="265067" y="104704"/>
                    <a:pt x="123681" y="195434"/>
                    <a:pt x="86436" y="259429"/>
                  </a:cubicBezTo>
                  <a:cubicBezTo>
                    <a:pt x="49188" y="323417"/>
                    <a:pt x="1406" y="384546"/>
                    <a:pt x="509" y="518255"/>
                  </a:cubicBezTo>
                  <a:cubicBezTo>
                    <a:pt x="-471" y="651964"/>
                    <a:pt x="-7169" y="753205"/>
                    <a:pt x="73040" y="890737"/>
                  </a:cubicBezTo>
                  <a:cubicBezTo>
                    <a:pt x="153331" y="1028269"/>
                    <a:pt x="377703" y="1282316"/>
                    <a:pt x="605998" y="1453279"/>
                  </a:cubicBezTo>
                  <a:cubicBezTo>
                    <a:pt x="834290" y="1624234"/>
                    <a:pt x="1134137" y="1869688"/>
                    <a:pt x="1439782" y="2025370"/>
                  </a:cubicBezTo>
                  <a:cubicBezTo>
                    <a:pt x="1745426" y="2181050"/>
                    <a:pt x="2370435" y="2445569"/>
                    <a:pt x="2740525" y="2464518"/>
                  </a:cubicBezTo>
                  <a:cubicBezTo>
                    <a:pt x="3163215" y="2469746"/>
                    <a:pt x="3212797" y="2406657"/>
                    <a:pt x="3314649" y="2280381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582632840">
                    <a:custGeom>
                      <a:avLst/>
                      <a:gdLst>
                        <a:gd name="csX0" fmla="*/ 1069365 w 3314684"/>
                        <a:gd name="csY0" fmla="*/ 265857 h 2464834"/>
                        <a:gd name="csX1" fmla="*/ 976576 w 3314684"/>
                        <a:gd name="csY1" fmla="*/ 187796 h 2464834"/>
                        <a:gd name="csX2" fmla="*/ 961304 w 3314684"/>
                        <a:gd name="csY2" fmla="*/ 187796 h 2464834"/>
                        <a:gd name="csX3" fmla="*/ 933613 w 3314684"/>
                        <a:gd name="csY3" fmla="*/ 162010 h 2464834"/>
                        <a:gd name="csX4" fmla="*/ 929774 w 3314684"/>
                        <a:gd name="csY4" fmla="*/ 138136 h 2464834"/>
                        <a:gd name="csX5" fmla="*/ 869576 w 3314684"/>
                        <a:gd name="csY5" fmla="*/ 95156 h 2464834"/>
                        <a:gd name="csX6" fmla="*/ 828575 w 3314684"/>
                        <a:gd name="csY6" fmla="*/ 100882 h 2464834"/>
                        <a:gd name="csX7" fmla="*/ 797945 w 3314684"/>
                        <a:gd name="csY7" fmla="*/ 72229 h 2464834"/>
                        <a:gd name="csX8" fmla="*/ 797045 w 3314684"/>
                        <a:gd name="csY8" fmla="*/ 55999 h 2464834"/>
                        <a:gd name="csX9" fmla="*/ 796065 w 3314684"/>
                        <a:gd name="csY9" fmla="*/ 43575 h 2464834"/>
                        <a:gd name="csX10" fmla="*/ 579289 w 3314684"/>
                        <a:gd name="csY10" fmla="*/ 604 h 2464834"/>
                        <a:gd name="csX11" fmla="*/ 334739 w 3314684"/>
                        <a:gd name="csY11" fmla="*/ 64591 h 2464834"/>
                        <a:gd name="csX12" fmla="*/ 86436 w 3314684"/>
                        <a:gd name="csY12" fmla="*/ 259429 h 2464834"/>
                        <a:gd name="csX13" fmla="*/ 509 w 3314684"/>
                        <a:gd name="csY13" fmla="*/ 518255 h 2464834"/>
                        <a:gd name="csX14" fmla="*/ 73040 w 3314684"/>
                        <a:gd name="csY14" fmla="*/ 890737 h 2464834"/>
                        <a:gd name="csX15" fmla="*/ 605998 w 3314684"/>
                        <a:gd name="csY15" fmla="*/ 1453279 h 2464834"/>
                        <a:gd name="csX16" fmla="*/ 1439782 w 3314684"/>
                        <a:gd name="csY16" fmla="*/ 2025370 h 2464834"/>
                        <a:gd name="csX17" fmla="*/ 2740525 w 3314684"/>
                        <a:gd name="csY17" fmla="*/ 2464518 h 2464834"/>
                        <a:gd name="csX18" fmla="*/ 3314649 w 3314684"/>
                        <a:gd name="csY18" fmla="*/ 2280381 h 2464834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  <a:cxn ang="0">
                          <a:pos x="csX13" y="csY13"/>
                        </a:cxn>
                        <a:cxn ang="0">
                          <a:pos x="csX14" y="csY14"/>
                        </a:cxn>
                        <a:cxn ang="0">
                          <a:pos x="csX15" y="csY15"/>
                        </a:cxn>
                        <a:cxn ang="0">
                          <a:pos x="csX16" y="csY16"/>
                        </a:cxn>
                        <a:cxn ang="0">
                          <a:pos x="csX17" y="csY17"/>
                        </a:cxn>
                        <a:cxn ang="0">
                          <a:pos x="csX18" y="csY18"/>
                        </a:cxn>
                      </a:cxnLst>
                      <a:rect l="l" t="t" r="r" b="b"/>
                      <a:pathLst>
                        <a:path w="3314684" h="2464834" extrusionOk="0">
                          <a:moveTo>
                            <a:pt x="1069365" y="265857"/>
                          </a:moveTo>
                          <a:cubicBezTo>
                            <a:pt x="982294" y="198300"/>
                            <a:pt x="976575" y="187796"/>
                            <a:pt x="976576" y="187796"/>
                          </a:cubicBezTo>
                          <a:cubicBezTo>
                            <a:pt x="974916" y="189801"/>
                            <a:pt x="971578" y="196923"/>
                            <a:pt x="961304" y="187796"/>
                          </a:cubicBezTo>
                          <a:cubicBezTo>
                            <a:pt x="950183" y="177055"/>
                            <a:pt x="936176" y="169463"/>
                            <a:pt x="933613" y="162010"/>
                          </a:cubicBezTo>
                          <a:cubicBezTo>
                            <a:pt x="930753" y="154365"/>
                            <a:pt x="929774" y="138136"/>
                            <a:pt x="929774" y="138136"/>
                          </a:cubicBezTo>
                          <a:cubicBezTo>
                            <a:pt x="930139" y="138087"/>
                            <a:pt x="873161" y="92798"/>
                            <a:pt x="869576" y="95156"/>
                          </a:cubicBezTo>
                          <a:cubicBezTo>
                            <a:pt x="863778" y="98266"/>
                            <a:pt x="837921" y="106058"/>
                            <a:pt x="828575" y="100882"/>
                          </a:cubicBezTo>
                          <a:cubicBezTo>
                            <a:pt x="818325" y="93795"/>
                            <a:pt x="798413" y="78636"/>
                            <a:pt x="797945" y="72229"/>
                          </a:cubicBezTo>
                          <a:cubicBezTo>
                            <a:pt x="797044" y="65547"/>
                            <a:pt x="797045" y="56000"/>
                            <a:pt x="797045" y="55999"/>
                          </a:cubicBezTo>
                          <a:cubicBezTo>
                            <a:pt x="796282" y="50088"/>
                            <a:pt x="797160" y="47098"/>
                            <a:pt x="796065" y="43575"/>
                          </a:cubicBezTo>
                          <a:cubicBezTo>
                            <a:pt x="815532" y="40390"/>
                            <a:pt x="672215" y="-18668"/>
                            <a:pt x="579289" y="604"/>
                          </a:cubicBezTo>
                          <a:cubicBezTo>
                            <a:pt x="507039" y="26771"/>
                            <a:pt x="413519" y="23557"/>
                            <a:pt x="334739" y="64591"/>
                          </a:cubicBezTo>
                          <a:cubicBezTo>
                            <a:pt x="262919" y="102696"/>
                            <a:pt x="137622" y="190484"/>
                            <a:pt x="86436" y="259429"/>
                          </a:cubicBezTo>
                          <a:cubicBezTo>
                            <a:pt x="36964" y="332014"/>
                            <a:pt x="-2644" y="392338"/>
                            <a:pt x="509" y="518255"/>
                          </a:cubicBezTo>
                          <a:cubicBezTo>
                            <a:pt x="-131" y="668627"/>
                            <a:pt x="-18679" y="746456"/>
                            <a:pt x="73040" y="890737"/>
                          </a:cubicBezTo>
                          <a:cubicBezTo>
                            <a:pt x="168362" y="1049575"/>
                            <a:pt x="384433" y="1278094"/>
                            <a:pt x="605998" y="1453279"/>
                          </a:cubicBezTo>
                          <a:cubicBezTo>
                            <a:pt x="794061" y="1575955"/>
                            <a:pt x="1122435" y="1869349"/>
                            <a:pt x="1439782" y="2025370"/>
                          </a:cubicBezTo>
                          <a:cubicBezTo>
                            <a:pt x="1740644" y="2148950"/>
                            <a:pt x="2474866" y="2455726"/>
                            <a:pt x="2740525" y="2464518"/>
                          </a:cubicBezTo>
                          <a:cubicBezTo>
                            <a:pt x="3157922" y="2471441"/>
                            <a:pt x="3207223" y="2412809"/>
                            <a:pt x="3314649" y="2280381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7" name="フリーフォーム: 図形 266">
              <a:extLst>
                <a:ext uri="{FF2B5EF4-FFF2-40B4-BE49-F238E27FC236}">
                  <a16:creationId xmlns:a16="http://schemas.microsoft.com/office/drawing/2014/main" id="{9E9B017E-EC1B-EF0C-7BE5-F72625C30901}"/>
                </a:ext>
              </a:extLst>
            </p:cNvPr>
            <p:cNvSpPr/>
            <p:nvPr/>
          </p:nvSpPr>
          <p:spPr>
            <a:xfrm>
              <a:off x="7458175" y="1997365"/>
              <a:ext cx="277575" cy="637041"/>
            </a:xfrm>
            <a:custGeom>
              <a:avLst/>
              <a:gdLst>
                <a:gd name="csX0" fmla="*/ 197236 w 277575"/>
                <a:gd name="csY0" fmla="*/ 636989 h 637041"/>
                <a:gd name="csX1" fmla="*/ 118989 w 277575"/>
                <a:gd name="csY1" fmla="*/ 625530 h 637041"/>
                <a:gd name="csX2" fmla="*/ 115150 w 277575"/>
                <a:gd name="csY2" fmla="*/ 616929 h 637041"/>
                <a:gd name="csX3" fmla="*/ 47355 w 277575"/>
                <a:gd name="csY3" fmla="*/ 551986 h 637041"/>
                <a:gd name="csX4" fmla="*/ 3412 w 277575"/>
                <a:gd name="csY4" fmla="*/ 308442 h 637041"/>
                <a:gd name="csX5" fmla="*/ 34939 w 277575"/>
                <a:gd name="csY5" fmla="*/ 193830 h 637041"/>
                <a:gd name="csX6" fmla="*/ 137121 w 277575"/>
                <a:gd name="csY6" fmla="*/ 100234 h 637041"/>
                <a:gd name="csX7" fmla="*/ 277527 w 277575"/>
                <a:gd name="csY7" fmla="*/ -52 h 6370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77575" h="637041">
                  <a:moveTo>
                    <a:pt x="197236" y="636989"/>
                  </a:moveTo>
                  <a:cubicBezTo>
                    <a:pt x="125604" y="632211"/>
                    <a:pt x="118989" y="625530"/>
                    <a:pt x="118989" y="625530"/>
                  </a:cubicBezTo>
                  <a:lnTo>
                    <a:pt x="115150" y="616929"/>
                  </a:lnTo>
                  <a:cubicBezTo>
                    <a:pt x="115150" y="616929"/>
                    <a:pt x="72187" y="603558"/>
                    <a:pt x="47355" y="551986"/>
                  </a:cubicBezTo>
                  <a:cubicBezTo>
                    <a:pt x="22526" y="500413"/>
                    <a:pt x="-10963" y="396305"/>
                    <a:pt x="3412" y="308442"/>
                  </a:cubicBezTo>
                  <a:cubicBezTo>
                    <a:pt x="17705" y="220572"/>
                    <a:pt x="24403" y="203387"/>
                    <a:pt x="34939" y="193830"/>
                  </a:cubicBezTo>
                  <a:cubicBezTo>
                    <a:pt x="45396" y="184282"/>
                    <a:pt x="75943" y="151806"/>
                    <a:pt x="137121" y="100234"/>
                  </a:cubicBezTo>
                  <a:cubicBezTo>
                    <a:pt x="198218" y="48661"/>
                    <a:pt x="277527" y="-52"/>
                    <a:pt x="277527" y="-52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132287786">
                    <a:custGeom>
                      <a:avLst/>
                      <a:gdLst>
                        <a:gd name="csX0" fmla="*/ 197236 w 277575"/>
                        <a:gd name="csY0" fmla="*/ 636989 h 637041"/>
                        <a:gd name="csX1" fmla="*/ 118989 w 277575"/>
                        <a:gd name="csY1" fmla="*/ 625530 h 637041"/>
                        <a:gd name="csX2" fmla="*/ 115150 w 277575"/>
                        <a:gd name="csY2" fmla="*/ 616929 h 637041"/>
                        <a:gd name="csX3" fmla="*/ 47355 w 277575"/>
                        <a:gd name="csY3" fmla="*/ 551986 h 637041"/>
                        <a:gd name="csX4" fmla="*/ 3412 w 277575"/>
                        <a:gd name="csY4" fmla="*/ 308442 h 637041"/>
                        <a:gd name="csX5" fmla="*/ 34939 w 277575"/>
                        <a:gd name="csY5" fmla="*/ 193830 h 637041"/>
                        <a:gd name="csX6" fmla="*/ 137121 w 277575"/>
                        <a:gd name="csY6" fmla="*/ 100234 h 637041"/>
                        <a:gd name="csX7" fmla="*/ 277527 w 277575"/>
                        <a:gd name="csY7" fmla="*/ -52 h 637041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</a:cxnLst>
                      <a:rect l="l" t="t" r="r" b="b"/>
                      <a:pathLst>
                        <a:path w="277575" h="637041" extrusionOk="0">
                          <a:moveTo>
                            <a:pt x="197236" y="636989"/>
                          </a:moveTo>
                          <a:cubicBezTo>
                            <a:pt x="125604" y="632211"/>
                            <a:pt x="118989" y="625530"/>
                            <a:pt x="118989" y="625530"/>
                          </a:cubicBezTo>
                          <a:cubicBezTo>
                            <a:pt x="117161" y="621832"/>
                            <a:pt x="116632" y="619268"/>
                            <a:pt x="115150" y="616929"/>
                          </a:cubicBezTo>
                          <a:cubicBezTo>
                            <a:pt x="119892" y="618628"/>
                            <a:pt x="73777" y="596405"/>
                            <a:pt x="47355" y="551986"/>
                          </a:cubicBezTo>
                          <a:cubicBezTo>
                            <a:pt x="8628" y="510431"/>
                            <a:pt x="1046" y="380252"/>
                            <a:pt x="3412" y="308442"/>
                          </a:cubicBezTo>
                          <a:cubicBezTo>
                            <a:pt x="17656" y="218952"/>
                            <a:pt x="28295" y="201932"/>
                            <a:pt x="34939" y="193830"/>
                          </a:cubicBezTo>
                          <a:cubicBezTo>
                            <a:pt x="41009" y="187564"/>
                            <a:pt x="85222" y="160684"/>
                            <a:pt x="137121" y="100234"/>
                          </a:cubicBezTo>
                          <a:cubicBezTo>
                            <a:pt x="198218" y="48661"/>
                            <a:pt x="277527" y="-52"/>
                            <a:pt x="277527" y="-52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8" name="フリーフォーム: 図形 267">
              <a:extLst>
                <a:ext uri="{FF2B5EF4-FFF2-40B4-BE49-F238E27FC236}">
                  <a16:creationId xmlns:a16="http://schemas.microsoft.com/office/drawing/2014/main" id="{55CFD52D-8229-C20F-E6C0-0E85E2691890}"/>
                </a:ext>
              </a:extLst>
            </p:cNvPr>
            <p:cNvSpPr/>
            <p:nvPr/>
          </p:nvSpPr>
          <p:spPr>
            <a:xfrm>
              <a:off x="7484045" y="2209396"/>
              <a:ext cx="73727" cy="135877"/>
            </a:xfrm>
            <a:custGeom>
              <a:avLst/>
              <a:gdLst>
                <a:gd name="csX0" fmla="*/ 19524 w 73727"/>
                <a:gd name="csY0" fmla="*/ -53 h 135877"/>
                <a:gd name="csX1" fmla="*/ 410 w 73727"/>
                <a:gd name="csY1" fmla="*/ 75394 h 135877"/>
                <a:gd name="csX2" fmla="*/ 29081 w 73727"/>
                <a:gd name="csY2" fmla="*/ 132700 h 135877"/>
                <a:gd name="csX3" fmla="*/ 73677 w 73727"/>
                <a:gd name="csY3" fmla="*/ 90161 h 1358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3727" h="135877">
                  <a:moveTo>
                    <a:pt x="19524" y="-53"/>
                  </a:moveTo>
                  <a:cubicBezTo>
                    <a:pt x="19524" y="-53"/>
                    <a:pt x="3269" y="36237"/>
                    <a:pt x="410" y="75394"/>
                  </a:cubicBezTo>
                  <a:cubicBezTo>
                    <a:pt x="-2449" y="114560"/>
                    <a:pt x="8087" y="146071"/>
                    <a:pt x="29081" y="132700"/>
                  </a:cubicBezTo>
                  <a:cubicBezTo>
                    <a:pt x="50071" y="119329"/>
                    <a:pt x="73677" y="90161"/>
                    <a:pt x="73677" y="90161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626829284">
                    <a:custGeom>
                      <a:avLst/>
                      <a:gdLst>
                        <a:gd name="csX0" fmla="*/ 19524 w 73727"/>
                        <a:gd name="csY0" fmla="*/ -53 h 135877"/>
                        <a:gd name="csX1" fmla="*/ 410 w 73727"/>
                        <a:gd name="csY1" fmla="*/ 75394 h 135877"/>
                        <a:gd name="csX2" fmla="*/ 29081 w 73727"/>
                        <a:gd name="csY2" fmla="*/ 132700 h 135877"/>
                        <a:gd name="csX3" fmla="*/ 73677 w 73727"/>
                        <a:gd name="csY3" fmla="*/ 90161 h 135877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</a:cxnLst>
                      <a:rect l="l" t="t" r="r" b="b"/>
                      <a:pathLst>
                        <a:path w="73727" h="135877" extrusionOk="0">
                          <a:moveTo>
                            <a:pt x="19524" y="-53"/>
                          </a:moveTo>
                          <a:cubicBezTo>
                            <a:pt x="23855" y="5802"/>
                            <a:pt x="4459" y="41560"/>
                            <a:pt x="410" y="75394"/>
                          </a:cubicBezTo>
                          <a:cubicBezTo>
                            <a:pt x="1870" y="118927"/>
                            <a:pt x="14857" y="146171"/>
                            <a:pt x="29081" y="132700"/>
                          </a:cubicBezTo>
                          <a:cubicBezTo>
                            <a:pt x="50071" y="119328"/>
                            <a:pt x="73677" y="90161"/>
                            <a:pt x="73677" y="90161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9" name="フリーフォーム: 図形 268">
              <a:extLst>
                <a:ext uri="{FF2B5EF4-FFF2-40B4-BE49-F238E27FC236}">
                  <a16:creationId xmlns:a16="http://schemas.microsoft.com/office/drawing/2014/main" id="{CC8E8B03-6FD5-1D6C-5F6C-644EC7ACD64F}"/>
                </a:ext>
              </a:extLst>
            </p:cNvPr>
            <p:cNvSpPr/>
            <p:nvPr/>
          </p:nvSpPr>
          <p:spPr>
            <a:xfrm>
              <a:off x="7468958" y="1988922"/>
              <a:ext cx="343973" cy="384041"/>
            </a:xfrm>
            <a:custGeom>
              <a:avLst/>
              <a:gdLst>
                <a:gd name="csX0" fmla="*/ 24158 w 343973"/>
                <a:gd name="csY0" fmla="*/ 202268 h 384041"/>
                <a:gd name="csX1" fmla="*/ 7088 w 343973"/>
                <a:gd name="csY1" fmla="*/ 361282 h 384041"/>
                <a:gd name="csX2" fmla="*/ 47602 w 343973"/>
                <a:gd name="csY2" fmla="*/ 381538 h 384041"/>
                <a:gd name="csX3" fmla="*/ 112373 w 343973"/>
                <a:gd name="csY3" fmla="*/ 318735 h 384041"/>
                <a:gd name="csX4" fmla="*/ 192747 w 343973"/>
                <a:gd name="csY4" fmla="*/ 235668 h 384041"/>
                <a:gd name="csX5" fmla="*/ 294110 w 343973"/>
                <a:gd name="csY5" fmla="*/ 182992 h 384041"/>
                <a:gd name="csX6" fmla="*/ 333235 w 343973"/>
                <a:gd name="csY6" fmla="*/ 132343 h 384041"/>
                <a:gd name="csX7" fmla="*/ 342054 w 343973"/>
                <a:gd name="csY7" fmla="*/ 57378 h 384041"/>
                <a:gd name="csX8" fmla="*/ 323758 w 343973"/>
                <a:gd name="csY8" fmla="*/ -27 h 384041"/>
                <a:gd name="csX9" fmla="*/ 234648 w 343973"/>
                <a:gd name="csY9" fmla="*/ 51971 h 384041"/>
                <a:gd name="csX10" fmla="*/ 203610 w 343973"/>
                <a:gd name="csY10" fmla="*/ 87093 h 384041"/>
                <a:gd name="csX11" fmla="*/ 85418 w 343973"/>
                <a:gd name="csY11" fmla="*/ 174212 h 384041"/>
                <a:gd name="csX12" fmla="*/ 34615 w 343973"/>
                <a:gd name="csY12" fmla="*/ 220417 h 3840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343973" h="384041">
                  <a:moveTo>
                    <a:pt x="24158" y="202268"/>
                  </a:moveTo>
                  <a:cubicBezTo>
                    <a:pt x="24158" y="202268"/>
                    <a:pt x="-15946" y="339670"/>
                    <a:pt x="7088" y="361282"/>
                  </a:cubicBezTo>
                  <a:cubicBezTo>
                    <a:pt x="30041" y="382894"/>
                    <a:pt x="32082" y="387624"/>
                    <a:pt x="47602" y="381538"/>
                  </a:cubicBezTo>
                  <a:cubicBezTo>
                    <a:pt x="63121" y="375461"/>
                    <a:pt x="90809" y="348450"/>
                    <a:pt x="112373" y="318735"/>
                  </a:cubicBezTo>
                  <a:cubicBezTo>
                    <a:pt x="134017" y="289020"/>
                    <a:pt x="154928" y="259305"/>
                    <a:pt x="192747" y="235668"/>
                  </a:cubicBezTo>
                  <a:cubicBezTo>
                    <a:pt x="230563" y="212029"/>
                    <a:pt x="284636" y="190417"/>
                    <a:pt x="294110" y="182992"/>
                  </a:cubicBezTo>
                  <a:cubicBezTo>
                    <a:pt x="303503" y="175560"/>
                    <a:pt x="324493" y="152599"/>
                    <a:pt x="333235" y="132343"/>
                  </a:cubicBezTo>
                  <a:cubicBezTo>
                    <a:pt x="342054" y="112079"/>
                    <a:pt x="346793" y="76287"/>
                    <a:pt x="342054" y="57378"/>
                  </a:cubicBezTo>
                  <a:cubicBezTo>
                    <a:pt x="337318" y="38469"/>
                    <a:pt x="328497" y="1321"/>
                    <a:pt x="323758" y="-27"/>
                  </a:cubicBezTo>
                  <a:cubicBezTo>
                    <a:pt x="319022" y="-1374"/>
                    <a:pt x="244776" y="43198"/>
                    <a:pt x="234648" y="51971"/>
                  </a:cubicBezTo>
                  <a:cubicBezTo>
                    <a:pt x="224518" y="60751"/>
                    <a:pt x="211043" y="81016"/>
                    <a:pt x="203610" y="87093"/>
                  </a:cubicBezTo>
                  <a:cubicBezTo>
                    <a:pt x="196176" y="93169"/>
                    <a:pt x="105675" y="153277"/>
                    <a:pt x="85418" y="174212"/>
                  </a:cubicBezTo>
                  <a:cubicBezTo>
                    <a:pt x="65162" y="195146"/>
                    <a:pt x="34615" y="220417"/>
                    <a:pt x="34615" y="220417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08362749">
                    <a:custGeom>
                      <a:avLst/>
                      <a:gdLst>
                        <a:gd name="csX0" fmla="*/ 24158 w 343973"/>
                        <a:gd name="csY0" fmla="*/ 202268 h 384041"/>
                        <a:gd name="csX1" fmla="*/ 7088 w 343973"/>
                        <a:gd name="csY1" fmla="*/ 361282 h 384041"/>
                        <a:gd name="csX2" fmla="*/ 47602 w 343973"/>
                        <a:gd name="csY2" fmla="*/ 381538 h 384041"/>
                        <a:gd name="csX3" fmla="*/ 112373 w 343973"/>
                        <a:gd name="csY3" fmla="*/ 318735 h 384041"/>
                        <a:gd name="csX4" fmla="*/ 192747 w 343973"/>
                        <a:gd name="csY4" fmla="*/ 235668 h 384041"/>
                        <a:gd name="csX5" fmla="*/ 294110 w 343973"/>
                        <a:gd name="csY5" fmla="*/ 182992 h 384041"/>
                        <a:gd name="csX6" fmla="*/ 333235 w 343973"/>
                        <a:gd name="csY6" fmla="*/ 132343 h 384041"/>
                        <a:gd name="csX7" fmla="*/ 342054 w 343973"/>
                        <a:gd name="csY7" fmla="*/ 57378 h 384041"/>
                        <a:gd name="csX8" fmla="*/ 323758 w 343973"/>
                        <a:gd name="csY8" fmla="*/ -27 h 384041"/>
                        <a:gd name="csX9" fmla="*/ 234648 w 343973"/>
                        <a:gd name="csY9" fmla="*/ 51971 h 384041"/>
                        <a:gd name="csX10" fmla="*/ 203610 w 343973"/>
                        <a:gd name="csY10" fmla="*/ 87093 h 384041"/>
                        <a:gd name="csX11" fmla="*/ 85418 w 343973"/>
                        <a:gd name="csY11" fmla="*/ 174212 h 384041"/>
                        <a:gd name="csX12" fmla="*/ 34615 w 343973"/>
                        <a:gd name="csY12" fmla="*/ 220417 h 384041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</a:cxnLst>
                      <a:rect l="l" t="t" r="r" b="b"/>
                      <a:pathLst>
                        <a:path w="343973" h="384041" extrusionOk="0">
                          <a:moveTo>
                            <a:pt x="24158" y="202268"/>
                          </a:moveTo>
                          <a:cubicBezTo>
                            <a:pt x="25227" y="203334"/>
                            <a:pt x="-9225" y="339416"/>
                            <a:pt x="7088" y="361282"/>
                          </a:cubicBezTo>
                          <a:cubicBezTo>
                            <a:pt x="29700" y="383229"/>
                            <a:pt x="31851" y="387713"/>
                            <a:pt x="47602" y="381538"/>
                          </a:cubicBezTo>
                          <a:cubicBezTo>
                            <a:pt x="59130" y="369979"/>
                            <a:pt x="85068" y="342558"/>
                            <a:pt x="112373" y="318735"/>
                          </a:cubicBezTo>
                          <a:cubicBezTo>
                            <a:pt x="133631" y="285204"/>
                            <a:pt x="155461" y="260421"/>
                            <a:pt x="192747" y="235668"/>
                          </a:cubicBezTo>
                          <a:cubicBezTo>
                            <a:pt x="229658" y="209018"/>
                            <a:pt x="285590" y="190505"/>
                            <a:pt x="294110" y="182992"/>
                          </a:cubicBezTo>
                          <a:cubicBezTo>
                            <a:pt x="304470" y="175176"/>
                            <a:pt x="329744" y="149912"/>
                            <a:pt x="333235" y="132343"/>
                          </a:cubicBezTo>
                          <a:cubicBezTo>
                            <a:pt x="339574" y="115198"/>
                            <a:pt x="351326" y="74205"/>
                            <a:pt x="342054" y="57378"/>
                          </a:cubicBezTo>
                          <a:cubicBezTo>
                            <a:pt x="337408" y="39661"/>
                            <a:pt x="328371" y="1755"/>
                            <a:pt x="323758" y="-27"/>
                          </a:cubicBezTo>
                          <a:cubicBezTo>
                            <a:pt x="322442" y="-1008"/>
                            <a:pt x="244036" y="39832"/>
                            <a:pt x="234648" y="51971"/>
                          </a:cubicBezTo>
                          <a:cubicBezTo>
                            <a:pt x="222190" y="60007"/>
                            <a:pt x="211707" y="81288"/>
                            <a:pt x="203610" y="87093"/>
                          </a:cubicBezTo>
                          <a:cubicBezTo>
                            <a:pt x="199439" y="90647"/>
                            <a:pt x="105634" y="150711"/>
                            <a:pt x="85418" y="174212"/>
                          </a:cubicBezTo>
                          <a:cubicBezTo>
                            <a:pt x="65161" y="195146"/>
                            <a:pt x="34615" y="220417"/>
                            <a:pt x="34615" y="220417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0" name="フリーフォーム: 図形 269">
              <a:extLst>
                <a:ext uri="{FF2B5EF4-FFF2-40B4-BE49-F238E27FC236}">
                  <a16:creationId xmlns:a16="http://schemas.microsoft.com/office/drawing/2014/main" id="{25779F80-4D50-BF29-EECD-E22939529AC5}"/>
                </a:ext>
              </a:extLst>
            </p:cNvPr>
            <p:cNvSpPr/>
            <p:nvPr/>
          </p:nvSpPr>
          <p:spPr>
            <a:xfrm>
              <a:off x="7747514" y="2205059"/>
              <a:ext cx="99322" cy="84423"/>
            </a:xfrm>
            <a:custGeom>
              <a:avLst/>
              <a:gdLst>
                <a:gd name="csX0" fmla="*/ -42 w 99322"/>
                <a:gd name="csY0" fmla="*/ 8726 h 84423"/>
                <a:gd name="csX1" fmla="*/ 10821 w 99322"/>
                <a:gd name="csY1" fmla="*/ -54 h 84423"/>
                <a:gd name="csX2" fmla="*/ 43901 w 99322"/>
                <a:gd name="csY2" fmla="*/ 27635 h 84423"/>
                <a:gd name="csX3" fmla="*/ 75593 w 99322"/>
                <a:gd name="csY3" fmla="*/ 56002 h 84423"/>
                <a:gd name="csX4" fmla="*/ 63503 w 99322"/>
                <a:gd name="csY4" fmla="*/ 66808 h 84423"/>
                <a:gd name="csX5" fmla="*/ 99281 w 99322"/>
                <a:gd name="csY5" fmla="*/ 84369 h 844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99322" h="84423">
                  <a:moveTo>
                    <a:pt x="-42" y="8726"/>
                  </a:moveTo>
                  <a:cubicBezTo>
                    <a:pt x="-42" y="8726"/>
                    <a:pt x="6738" y="-54"/>
                    <a:pt x="10821" y="-54"/>
                  </a:cubicBezTo>
                  <a:cubicBezTo>
                    <a:pt x="14824" y="-54"/>
                    <a:pt x="17519" y="10073"/>
                    <a:pt x="43901" y="27635"/>
                  </a:cubicBezTo>
                  <a:cubicBezTo>
                    <a:pt x="70201" y="45195"/>
                    <a:pt x="79023" y="51272"/>
                    <a:pt x="75593" y="56002"/>
                  </a:cubicBezTo>
                  <a:cubicBezTo>
                    <a:pt x="72245" y="60731"/>
                    <a:pt x="63503" y="66808"/>
                    <a:pt x="63503" y="66808"/>
                  </a:cubicBezTo>
                  <a:lnTo>
                    <a:pt x="99281" y="84369"/>
                  </a:ln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169438765">
                    <a:custGeom>
                      <a:avLst/>
                      <a:gdLst>
                        <a:gd name="csX0" fmla="*/ -42 w 99322"/>
                        <a:gd name="csY0" fmla="*/ 8726 h 84423"/>
                        <a:gd name="csX1" fmla="*/ 10821 w 99322"/>
                        <a:gd name="csY1" fmla="*/ -54 h 84423"/>
                        <a:gd name="csX2" fmla="*/ 43901 w 99322"/>
                        <a:gd name="csY2" fmla="*/ 27635 h 84423"/>
                        <a:gd name="csX3" fmla="*/ 75593 w 99322"/>
                        <a:gd name="csY3" fmla="*/ 56002 h 84423"/>
                        <a:gd name="csX4" fmla="*/ 63503 w 99322"/>
                        <a:gd name="csY4" fmla="*/ 66808 h 84423"/>
                        <a:gd name="csX5" fmla="*/ 99281 w 99322"/>
                        <a:gd name="csY5" fmla="*/ 84369 h 84423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</a:cxnLst>
                      <a:rect l="l" t="t" r="r" b="b"/>
                      <a:pathLst>
                        <a:path w="99322" h="84423" extrusionOk="0">
                          <a:moveTo>
                            <a:pt x="-42" y="8726"/>
                          </a:moveTo>
                          <a:cubicBezTo>
                            <a:pt x="-126" y="8527"/>
                            <a:pt x="7276" y="-605"/>
                            <a:pt x="10821" y="-54"/>
                          </a:cubicBezTo>
                          <a:cubicBezTo>
                            <a:pt x="13942" y="2832"/>
                            <a:pt x="16650" y="9091"/>
                            <a:pt x="43901" y="27635"/>
                          </a:cubicBezTo>
                          <a:cubicBezTo>
                            <a:pt x="69594" y="46006"/>
                            <a:pt x="79517" y="51809"/>
                            <a:pt x="75593" y="56002"/>
                          </a:cubicBezTo>
                          <a:cubicBezTo>
                            <a:pt x="72245" y="60730"/>
                            <a:pt x="63503" y="66808"/>
                            <a:pt x="63503" y="66808"/>
                          </a:cubicBezTo>
                          <a:cubicBezTo>
                            <a:pt x="78867" y="70170"/>
                            <a:pt x="81611" y="78126"/>
                            <a:pt x="99281" y="84369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1" name="フリーフォーム: 図形 270">
              <a:extLst>
                <a:ext uri="{FF2B5EF4-FFF2-40B4-BE49-F238E27FC236}">
                  <a16:creationId xmlns:a16="http://schemas.microsoft.com/office/drawing/2014/main" id="{25C3578C-59DB-F97C-060F-FBBD53C3A547}"/>
                </a:ext>
              </a:extLst>
            </p:cNvPr>
            <p:cNvSpPr/>
            <p:nvPr/>
          </p:nvSpPr>
          <p:spPr>
            <a:xfrm>
              <a:off x="7694993" y="2206072"/>
              <a:ext cx="52520" cy="7767"/>
            </a:xfrm>
            <a:custGeom>
              <a:avLst/>
              <a:gdLst>
                <a:gd name="csX0" fmla="*/ -44 w 52520"/>
                <a:gd name="csY0" fmla="*/ -56 h 7767"/>
                <a:gd name="csX1" fmla="*/ 52476 w 52520"/>
                <a:gd name="csY1" fmla="*/ 7712 h 77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2520" h="7767">
                  <a:moveTo>
                    <a:pt x="-44" y="-56"/>
                  </a:moveTo>
                  <a:cubicBezTo>
                    <a:pt x="33609" y="2983"/>
                    <a:pt x="52476" y="7712"/>
                    <a:pt x="52476" y="7712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3488654279">
                    <a:custGeom>
                      <a:avLst/>
                      <a:gdLst>
                        <a:gd name="csX0" fmla="*/ -44 w 52520"/>
                        <a:gd name="csY0" fmla="*/ -56 h 7767"/>
                        <a:gd name="csX1" fmla="*/ 52476 w 52520"/>
                        <a:gd name="csY1" fmla="*/ 7712 h 7767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52520" h="7767" extrusionOk="0">
                          <a:moveTo>
                            <a:pt x="-44" y="-56"/>
                          </a:moveTo>
                          <a:cubicBezTo>
                            <a:pt x="33610" y="2984"/>
                            <a:pt x="52476" y="7712"/>
                            <a:pt x="52476" y="7712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2" name="フリーフォーム: 図形 271">
              <a:extLst>
                <a:ext uri="{FF2B5EF4-FFF2-40B4-BE49-F238E27FC236}">
                  <a16:creationId xmlns:a16="http://schemas.microsoft.com/office/drawing/2014/main" id="{945E51ED-E952-F7F3-9785-F85AC5486B23}"/>
                </a:ext>
              </a:extLst>
            </p:cNvPr>
            <p:cNvSpPr/>
            <p:nvPr/>
          </p:nvSpPr>
          <p:spPr>
            <a:xfrm>
              <a:off x="7495731" y="2336383"/>
              <a:ext cx="311653" cy="162650"/>
            </a:xfrm>
            <a:custGeom>
              <a:avLst/>
              <a:gdLst>
                <a:gd name="csX0" fmla="*/ 15028 w 311653"/>
                <a:gd name="csY0" fmla="*/ 76395 h 162650"/>
                <a:gd name="csX1" fmla="*/ 1144 w 311653"/>
                <a:gd name="csY1" fmla="*/ 92632 h 162650"/>
                <a:gd name="csX2" fmla="*/ 47046 w 311653"/>
                <a:gd name="csY2" fmla="*/ 124153 h 162650"/>
                <a:gd name="csX3" fmla="*/ 73758 w 311653"/>
                <a:gd name="csY3" fmla="*/ 145161 h 162650"/>
                <a:gd name="csX4" fmla="*/ 91889 w 311653"/>
                <a:gd name="csY4" fmla="*/ 135613 h 162650"/>
                <a:gd name="csX5" fmla="*/ 111491 w 311653"/>
                <a:gd name="csY5" fmla="*/ 151368 h 162650"/>
                <a:gd name="csX6" fmla="*/ 145880 w 311653"/>
                <a:gd name="csY6" fmla="*/ 162354 h 162650"/>
                <a:gd name="csX7" fmla="*/ 172098 w 311653"/>
                <a:gd name="csY7" fmla="*/ 147546 h 162650"/>
                <a:gd name="csX8" fmla="*/ 200769 w 311653"/>
                <a:gd name="csY8" fmla="*/ 96929 h 162650"/>
                <a:gd name="csX9" fmla="*/ 255248 w 311653"/>
                <a:gd name="csY9" fmla="*/ 31030 h 162650"/>
                <a:gd name="csX10" fmla="*/ 298703 w 311653"/>
                <a:gd name="csY10" fmla="*/ -8 h 162650"/>
                <a:gd name="csX11" fmla="*/ 311607 w 311653"/>
                <a:gd name="csY11" fmla="*/ 294 h 1626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311653" h="162650">
                  <a:moveTo>
                    <a:pt x="15028" y="76395"/>
                  </a:moveTo>
                  <a:cubicBezTo>
                    <a:pt x="15028" y="76395"/>
                    <a:pt x="-5065" y="86899"/>
                    <a:pt x="1144" y="92632"/>
                  </a:cubicBezTo>
                  <a:cubicBezTo>
                    <a:pt x="7351" y="98367"/>
                    <a:pt x="36021" y="114596"/>
                    <a:pt x="47046" y="124153"/>
                  </a:cubicBezTo>
                  <a:cubicBezTo>
                    <a:pt x="57992" y="133701"/>
                    <a:pt x="69428" y="147072"/>
                    <a:pt x="73758" y="145161"/>
                  </a:cubicBezTo>
                  <a:cubicBezTo>
                    <a:pt x="78085" y="143249"/>
                    <a:pt x="90010" y="139427"/>
                    <a:pt x="91889" y="135613"/>
                  </a:cubicBezTo>
                  <a:cubicBezTo>
                    <a:pt x="93848" y="131789"/>
                    <a:pt x="93848" y="140864"/>
                    <a:pt x="111491" y="151368"/>
                  </a:cubicBezTo>
                  <a:cubicBezTo>
                    <a:pt x="129135" y="161872"/>
                    <a:pt x="141550" y="163310"/>
                    <a:pt x="145880" y="162354"/>
                  </a:cubicBezTo>
                  <a:cubicBezTo>
                    <a:pt x="150207" y="161398"/>
                    <a:pt x="169239" y="148983"/>
                    <a:pt x="172098" y="147546"/>
                  </a:cubicBezTo>
                  <a:cubicBezTo>
                    <a:pt x="175039" y="146116"/>
                    <a:pt x="190721" y="111256"/>
                    <a:pt x="200769" y="96929"/>
                  </a:cubicBezTo>
                  <a:cubicBezTo>
                    <a:pt x="210814" y="82602"/>
                    <a:pt x="238993" y="44401"/>
                    <a:pt x="255248" y="31030"/>
                  </a:cubicBezTo>
                  <a:cubicBezTo>
                    <a:pt x="271503" y="17659"/>
                    <a:pt x="286287" y="-1037"/>
                    <a:pt x="298703" y="-8"/>
                  </a:cubicBezTo>
                  <a:cubicBezTo>
                    <a:pt x="311036" y="1013"/>
                    <a:pt x="311607" y="294"/>
                    <a:pt x="311607" y="294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222698">
                    <a:custGeom>
                      <a:avLst/>
                      <a:gdLst>
                        <a:gd name="csX0" fmla="*/ 15028 w 311653"/>
                        <a:gd name="csY0" fmla="*/ 76395 h 162650"/>
                        <a:gd name="csX1" fmla="*/ 1144 w 311653"/>
                        <a:gd name="csY1" fmla="*/ 92632 h 162650"/>
                        <a:gd name="csX2" fmla="*/ 47046 w 311653"/>
                        <a:gd name="csY2" fmla="*/ 124153 h 162650"/>
                        <a:gd name="csX3" fmla="*/ 73758 w 311653"/>
                        <a:gd name="csY3" fmla="*/ 145161 h 162650"/>
                        <a:gd name="csX4" fmla="*/ 91889 w 311653"/>
                        <a:gd name="csY4" fmla="*/ 135613 h 162650"/>
                        <a:gd name="csX5" fmla="*/ 111491 w 311653"/>
                        <a:gd name="csY5" fmla="*/ 151368 h 162650"/>
                        <a:gd name="csX6" fmla="*/ 145880 w 311653"/>
                        <a:gd name="csY6" fmla="*/ 162354 h 162650"/>
                        <a:gd name="csX7" fmla="*/ 172098 w 311653"/>
                        <a:gd name="csY7" fmla="*/ 147546 h 162650"/>
                        <a:gd name="csX8" fmla="*/ 200769 w 311653"/>
                        <a:gd name="csY8" fmla="*/ 96929 h 162650"/>
                        <a:gd name="csX9" fmla="*/ 255248 w 311653"/>
                        <a:gd name="csY9" fmla="*/ 31030 h 162650"/>
                        <a:gd name="csX10" fmla="*/ 298703 w 311653"/>
                        <a:gd name="csY10" fmla="*/ -8 h 162650"/>
                        <a:gd name="csX11" fmla="*/ 311607 w 311653"/>
                        <a:gd name="csY11" fmla="*/ 294 h 16265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</a:cxnLst>
                      <a:rect l="l" t="t" r="r" b="b"/>
                      <a:pathLst>
                        <a:path w="311653" h="162650" extrusionOk="0">
                          <a:moveTo>
                            <a:pt x="15028" y="76395"/>
                          </a:moveTo>
                          <a:cubicBezTo>
                            <a:pt x="15227" y="76308"/>
                            <a:pt x="-6412" y="86808"/>
                            <a:pt x="1144" y="92632"/>
                          </a:cubicBezTo>
                          <a:cubicBezTo>
                            <a:pt x="7693" y="95209"/>
                            <a:pt x="34671" y="111844"/>
                            <a:pt x="47046" y="124153"/>
                          </a:cubicBezTo>
                          <a:cubicBezTo>
                            <a:pt x="58086" y="133773"/>
                            <a:pt x="69395" y="147224"/>
                            <a:pt x="73758" y="145161"/>
                          </a:cubicBezTo>
                          <a:cubicBezTo>
                            <a:pt x="77357" y="143543"/>
                            <a:pt x="89918" y="139367"/>
                            <a:pt x="91889" y="135613"/>
                          </a:cubicBezTo>
                          <a:cubicBezTo>
                            <a:pt x="93671" y="131716"/>
                            <a:pt x="93631" y="139811"/>
                            <a:pt x="111491" y="151368"/>
                          </a:cubicBezTo>
                          <a:cubicBezTo>
                            <a:pt x="129234" y="162196"/>
                            <a:pt x="141664" y="163028"/>
                            <a:pt x="145880" y="162354"/>
                          </a:cubicBezTo>
                          <a:cubicBezTo>
                            <a:pt x="149816" y="161078"/>
                            <a:pt x="169847" y="148858"/>
                            <a:pt x="172098" y="147546"/>
                          </a:cubicBezTo>
                          <a:cubicBezTo>
                            <a:pt x="178530" y="147424"/>
                            <a:pt x="187703" y="107039"/>
                            <a:pt x="200769" y="96929"/>
                          </a:cubicBezTo>
                          <a:cubicBezTo>
                            <a:pt x="212033" y="82058"/>
                            <a:pt x="233101" y="43750"/>
                            <a:pt x="255248" y="31030"/>
                          </a:cubicBezTo>
                          <a:cubicBezTo>
                            <a:pt x="274385" y="18512"/>
                            <a:pt x="289821" y="-999"/>
                            <a:pt x="298703" y="-8"/>
                          </a:cubicBezTo>
                          <a:cubicBezTo>
                            <a:pt x="311036" y="1014"/>
                            <a:pt x="311607" y="295"/>
                            <a:pt x="311607" y="294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3" name="フリーフォーム: 図形 272">
              <a:extLst>
                <a:ext uri="{FF2B5EF4-FFF2-40B4-BE49-F238E27FC236}">
                  <a16:creationId xmlns:a16="http://schemas.microsoft.com/office/drawing/2014/main" id="{02DECEBB-4711-6D73-20EF-C243B295F3AD}"/>
                </a:ext>
              </a:extLst>
            </p:cNvPr>
            <p:cNvSpPr/>
            <p:nvPr/>
          </p:nvSpPr>
          <p:spPr>
            <a:xfrm>
              <a:off x="7635702" y="2297646"/>
              <a:ext cx="203782" cy="201140"/>
            </a:xfrm>
            <a:custGeom>
              <a:avLst/>
              <a:gdLst>
                <a:gd name="csX0" fmla="*/ 5912 w 203782"/>
                <a:gd name="csY0" fmla="*/ 201091 h 201140"/>
                <a:gd name="csX1" fmla="*/ 23064 w 203782"/>
                <a:gd name="csY1" fmla="*/ 139007 h 201140"/>
                <a:gd name="csX2" fmla="*/ 132431 w 203782"/>
                <a:gd name="csY2" fmla="*/ 24403 h 201140"/>
                <a:gd name="csX3" fmla="*/ 185443 w 203782"/>
                <a:gd name="csY3" fmla="*/ 46 h 201140"/>
                <a:gd name="csX4" fmla="*/ 203739 w 203782"/>
                <a:gd name="csY4" fmla="*/ -4 h 2011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03782" h="201140">
                  <a:moveTo>
                    <a:pt x="5912" y="201091"/>
                  </a:moveTo>
                  <a:cubicBezTo>
                    <a:pt x="5912" y="201091"/>
                    <a:pt x="-15570" y="193928"/>
                    <a:pt x="23064" y="139007"/>
                  </a:cubicBezTo>
                  <a:cubicBezTo>
                    <a:pt x="61780" y="84094"/>
                    <a:pt x="115279" y="33477"/>
                    <a:pt x="132431" y="24403"/>
                  </a:cubicBezTo>
                  <a:cubicBezTo>
                    <a:pt x="149666" y="15327"/>
                    <a:pt x="167064" y="225"/>
                    <a:pt x="185443" y="46"/>
                  </a:cubicBezTo>
                  <a:cubicBezTo>
                    <a:pt x="203901" y="-134"/>
                    <a:pt x="203739" y="-4"/>
                    <a:pt x="203739" y="-4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35410287">
                    <a:custGeom>
                      <a:avLst/>
                      <a:gdLst>
                        <a:gd name="csX0" fmla="*/ 5912 w 203782"/>
                        <a:gd name="csY0" fmla="*/ 201091 h 201140"/>
                        <a:gd name="csX1" fmla="*/ 23064 w 203782"/>
                        <a:gd name="csY1" fmla="*/ 139007 h 201140"/>
                        <a:gd name="csX2" fmla="*/ 132431 w 203782"/>
                        <a:gd name="csY2" fmla="*/ 24403 h 201140"/>
                        <a:gd name="csX3" fmla="*/ 185443 w 203782"/>
                        <a:gd name="csY3" fmla="*/ 46 h 201140"/>
                        <a:gd name="csX4" fmla="*/ 203739 w 203782"/>
                        <a:gd name="csY4" fmla="*/ -4 h 20114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</a:cxnLst>
                      <a:rect l="l" t="t" r="r" b="b"/>
                      <a:pathLst>
                        <a:path w="203782" h="201140" extrusionOk="0">
                          <a:moveTo>
                            <a:pt x="5912" y="201091"/>
                          </a:moveTo>
                          <a:cubicBezTo>
                            <a:pt x="7172" y="199567"/>
                            <a:pt x="-21358" y="194459"/>
                            <a:pt x="23064" y="139007"/>
                          </a:cubicBezTo>
                          <a:cubicBezTo>
                            <a:pt x="65379" y="81840"/>
                            <a:pt x="118738" y="31221"/>
                            <a:pt x="132431" y="24403"/>
                          </a:cubicBezTo>
                          <a:cubicBezTo>
                            <a:pt x="149538" y="16341"/>
                            <a:pt x="168310" y="-466"/>
                            <a:pt x="185443" y="46"/>
                          </a:cubicBezTo>
                          <a:cubicBezTo>
                            <a:pt x="203901" y="-135"/>
                            <a:pt x="203740" y="-4"/>
                            <a:pt x="203739" y="-4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4" name="フリーフォーム: 図形 273">
              <a:extLst>
                <a:ext uri="{FF2B5EF4-FFF2-40B4-BE49-F238E27FC236}">
                  <a16:creationId xmlns:a16="http://schemas.microsoft.com/office/drawing/2014/main" id="{307BBE89-C493-88A9-7423-8F3FE649C5A2}"/>
                </a:ext>
              </a:extLst>
            </p:cNvPr>
            <p:cNvSpPr/>
            <p:nvPr/>
          </p:nvSpPr>
          <p:spPr>
            <a:xfrm>
              <a:off x="7493898" y="2468801"/>
              <a:ext cx="78679" cy="100682"/>
            </a:xfrm>
            <a:custGeom>
              <a:avLst/>
              <a:gdLst>
                <a:gd name="csX0" fmla="*/ 57697 w 78679"/>
                <a:gd name="csY0" fmla="*/ -45 h 100682"/>
                <a:gd name="csX1" fmla="*/ 55573 w 78679"/>
                <a:gd name="csY1" fmla="*/ 50947 h 100682"/>
                <a:gd name="csX2" fmla="*/ 77055 w 78679"/>
                <a:gd name="csY2" fmla="*/ 94409 h 100682"/>
                <a:gd name="csX3" fmla="*/ 68398 w 78679"/>
                <a:gd name="csY3" fmla="*/ 100616 h 100682"/>
                <a:gd name="csX4" fmla="*/ 46916 w 78679"/>
                <a:gd name="csY4" fmla="*/ 87246 h 100682"/>
                <a:gd name="csX5" fmla="*/ -51 w 78679"/>
                <a:gd name="csY5" fmla="*/ 53888 h 1006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78679" h="100682">
                  <a:moveTo>
                    <a:pt x="57697" y="-45"/>
                  </a:moveTo>
                  <a:cubicBezTo>
                    <a:pt x="57697" y="-45"/>
                    <a:pt x="48386" y="29940"/>
                    <a:pt x="55573" y="50947"/>
                  </a:cubicBezTo>
                  <a:cubicBezTo>
                    <a:pt x="62679" y="71963"/>
                    <a:pt x="71745" y="95364"/>
                    <a:pt x="77055" y="94409"/>
                  </a:cubicBezTo>
                  <a:cubicBezTo>
                    <a:pt x="82282" y="93453"/>
                    <a:pt x="73216" y="101090"/>
                    <a:pt x="68398" y="100616"/>
                  </a:cubicBezTo>
                  <a:cubicBezTo>
                    <a:pt x="63659" y="100143"/>
                    <a:pt x="53123" y="91542"/>
                    <a:pt x="46916" y="87246"/>
                  </a:cubicBezTo>
                  <a:cubicBezTo>
                    <a:pt x="40709" y="82941"/>
                    <a:pt x="-51" y="53888"/>
                    <a:pt x="-51" y="53888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934812587">
                    <a:custGeom>
                      <a:avLst/>
                      <a:gdLst>
                        <a:gd name="csX0" fmla="*/ 57697 w 78679"/>
                        <a:gd name="csY0" fmla="*/ -45 h 100682"/>
                        <a:gd name="csX1" fmla="*/ 55573 w 78679"/>
                        <a:gd name="csY1" fmla="*/ 50947 h 100682"/>
                        <a:gd name="csX2" fmla="*/ 77055 w 78679"/>
                        <a:gd name="csY2" fmla="*/ 94409 h 100682"/>
                        <a:gd name="csX3" fmla="*/ 68398 w 78679"/>
                        <a:gd name="csY3" fmla="*/ 100616 h 100682"/>
                        <a:gd name="csX4" fmla="*/ 46916 w 78679"/>
                        <a:gd name="csY4" fmla="*/ 87246 h 100682"/>
                        <a:gd name="csX5" fmla="*/ -51 w 78679"/>
                        <a:gd name="csY5" fmla="*/ 53888 h 100682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</a:cxnLst>
                      <a:rect l="l" t="t" r="r" b="b"/>
                      <a:pathLst>
                        <a:path w="78679" h="100682" extrusionOk="0">
                          <a:moveTo>
                            <a:pt x="57697" y="-45"/>
                          </a:moveTo>
                          <a:cubicBezTo>
                            <a:pt x="59861" y="-788"/>
                            <a:pt x="47847" y="31094"/>
                            <a:pt x="55573" y="50947"/>
                          </a:cubicBezTo>
                          <a:cubicBezTo>
                            <a:pt x="62298" y="72656"/>
                            <a:pt x="72401" y="95120"/>
                            <a:pt x="77055" y="94409"/>
                          </a:cubicBezTo>
                          <a:cubicBezTo>
                            <a:pt x="82390" y="92789"/>
                            <a:pt x="74072" y="101805"/>
                            <a:pt x="68398" y="100616"/>
                          </a:cubicBezTo>
                          <a:cubicBezTo>
                            <a:pt x="63289" y="101783"/>
                            <a:pt x="53257" y="93439"/>
                            <a:pt x="46916" y="87246"/>
                          </a:cubicBezTo>
                          <a:cubicBezTo>
                            <a:pt x="40709" y="82941"/>
                            <a:pt x="-51" y="53888"/>
                            <a:pt x="-51" y="53888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5" name="フリーフォーム: 図形 274">
              <a:extLst>
                <a:ext uri="{FF2B5EF4-FFF2-40B4-BE49-F238E27FC236}">
                  <a16:creationId xmlns:a16="http://schemas.microsoft.com/office/drawing/2014/main" id="{C021C674-5140-05C8-F7F7-623B56DE9980}"/>
                </a:ext>
              </a:extLst>
            </p:cNvPr>
            <p:cNvSpPr/>
            <p:nvPr/>
          </p:nvSpPr>
          <p:spPr>
            <a:xfrm>
              <a:off x="7571004" y="2563256"/>
              <a:ext cx="84456" cy="71150"/>
            </a:xfrm>
            <a:custGeom>
              <a:avLst/>
              <a:gdLst>
                <a:gd name="csX0" fmla="*/ 84408 w 84456"/>
                <a:gd name="csY0" fmla="*/ 71108 h 71150"/>
                <a:gd name="csX1" fmla="*/ 43406 w 84456"/>
                <a:gd name="csY1" fmla="*/ 21447 h 71150"/>
                <a:gd name="csX2" fmla="*/ 13268 w 84456"/>
                <a:gd name="csY2" fmla="*/ 431 h 71150"/>
                <a:gd name="csX3" fmla="*/ -48 w 84456"/>
                <a:gd name="csY3" fmla="*/ -42 h 7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4456" h="71150">
                  <a:moveTo>
                    <a:pt x="84408" y="71108"/>
                  </a:moveTo>
                  <a:cubicBezTo>
                    <a:pt x="71995" y="51048"/>
                    <a:pt x="54352" y="29566"/>
                    <a:pt x="43406" y="21447"/>
                  </a:cubicBezTo>
                  <a:cubicBezTo>
                    <a:pt x="32379" y="13328"/>
                    <a:pt x="26661" y="913"/>
                    <a:pt x="13268" y="431"/>
                  </a:cubicBezTo>
                  <a:cubicBezTo>
                    <a:pt x="-48" y="-42"/>
                    <a:pt x="-48" y="-42"/>
                    <a:pt x="-48" y="-42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246796001">
                    <a:custGeom>
                      <a:avLst/>
                      <a:gdLst>
                        <a:gd name="csX0" fmla="*/ 84408 w 84456"/>
                        <a:gd name="csY0" fmla="*/ 71108 h 71150"/>
                        <a:gd name="csX1" fmla="*/ 43406 w 84456"/>
                        <a:gd name="csY1" fmla="*/ 21447 h 71150"/>
                        <a:gd name="csX2" fmla="*/ 13268 w 84456"/>
                        <a:gd name="csY2" fmla="*/ 431 h 71150"/>
                        <a:gd name="csX3" fmla="*/ -48 w 84456"/>
                        <a:gd name="csY3" fmla="*/ -42 h 7115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</a:cxnLst>
                      <a:rect l="l" t="t" r="r" b="b"/>
                      <a:pathLst>
                        <a:path w="84456" h="71150" extrusionOk="0">
                          <a:moveTo>
                            <a:pt x="84408" y="71108"/>
                          </a:moveTo>
                          <a:cubicBezTo>
                            <a:pt x="69858" y="47562"/>
                            <a:pt x="57322" y="28002"/>
                            <a:pt x="43406" y="21447"/>
                          </a:cubicBezTo>
                          <a:cubicBezTo>
                            <a:pt x="33785" y="17032"/>
                            <a:pt x="26598" y="-1448"/>
                            <a:pt x="13268" y="431"/>
                          </a:cubicBezTo>
                          <a:cubicBezTo>
                            <a:pt x="-48" y="-42"/>
                            <a:pt x="-47" y="-42"/>
                            <a:pt x="-48" y="-42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6" name="フリーフォーム: 図形 275">
              <a:extLst>
                <a:ext uri="{FF2B5EF4-FFF2-40B4-BE49-F238E27FC236}">
                  <a16:creationId xmlns:a16="http://schemas.microsoft.com/office/drawing/2014/main" id="{64FDD428-5C5C-5154-7ACB-76D40332EB8B}"/>
                </a:ext>
              </a:extLst>
            </p:cNvPr>
            <p:cNvSpPr/>
            <p:nvPr/>
          </p:nvSpPr>
          <p:spPr>
            <a:xfrm>
              <a:off x="7769731" y="2166000"/>
              <a:ext cx="53417" cy="35759"/>
            </a:xfrm>
            <a:custGeom>
              <a:avLst/>
              <a:gdLst>
                <a:gd name="csX0" fmla="*/ -42 w 53417"/>
                <a:gd name="csY0" fmla="*/ -57 h 35759"/>
                <a:gd name="csX1" fmla="*/ 53376 w 53417"/>
                <a:gd name="csY1" fmla="*/ 35702 h 357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417" h="35759">
                  <a:moveTo>
                    <a:pt x="-42" y="-57"/>
                  </a:moveTo>
                  <a:lnTo>
                    <a:pt x="53376" y="35702"/>
                  </a:ln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832890157">
                    <a:custGeom>
                      <a:avLst/>
                      <a:gdLst>
                        <a:gd name="csX0" fmla="*/ -42 w 53417"/>
                        <a:gd name="csY0" fmla="*/ -57 h 35759"/>
                        <a:gd name="csX1" fmla="*/ 53376 w 53417"/>
                        <a:gd name="csY1" fmla="*/ 35702 h 35759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53417" h="35759" extrusionOk="0">
                          <a:moveTo>
                            <a:pt x="-42" y="-57"/>
                          </a:moveTo>
                          <a:cubicBezTo>
                            <a:pt x="26212" y="10330"/>
                            <a:pt x="31776" y="28260"/>
                            <a:pt x="53376" y="35702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7" name="フリーフォーム: 図形 276">
              <a:extLst>
                <a:ext uri="{FF2B5EF4-FFF2-40B4-BE49-F238E27FC236}">
                  <a16:creationId xmlns:a16="http://schemas.microsoft.com/office/drawing/2014/main" id="{118F1CE9-DD48-8314-5C73-360501BB6840}"/>
                </a:ext>
              </a:extLst>
            </p:cNvPr>
            <p:cNvSpPr/>
            <p:nvPr/>
          </p:nvSpPr>
          <p:spPr>
            <a:xfrm>
              <a:off x="7109189" y="1955341"/>
              <a:ext cx="156661" cy="233039"/>
            </a:xfrm>
            <a:custGeom>
              <a:avLst/>
              <a:gdLst>
                <a:gd name="csX0" fmla="*/ -63 w 156661"/>
                <a:gd name="csY0" fmla="*/ 232979 h 233039"/>
                <a:gd name="csX1" fmla="*/ 46004 w 156661"/>
                <a:gd name="csY1" fmla="*/ 119322 h 233039"/>
                <a:gd name="csX2" fmla="*/ 128419 w 156661"/>
                <a:gd name="csY2" fmla="*/ 24770 h 233039"/>
                <a:gd name="csX3" fmla="*/ 156598 w 156661"/>
                <a:gd name="csY3" fmla="*/ -60 h 2330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6661" h="233039">
                  <a:moveTo>
                    <a:pt x="-63" y="232979"/>
                  </a:moveTo>
                  <a:cubicBezTo>
                    <a:pt x="-63" y="232979"/>
                    <a:pt x="10230" y="172667"/>
                    <a:pt x="46004" y="119322"/>
                  </a:cubicBezTo>
                  <a:cubicBezTo>
                    <a:pt x="81781" y="65969"/>
                    <a:pt x="100239" y="49601"/>
                    <a:pt x="128419" y="24770"/>
                  </a:cubicBezTo>
                  <a:cubicBezTo>
                    <a:pt x="156598" y="-60"/>
                    <a:pt x="156598" y="-60"/>
                    <a:pt x="156598" y="-60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3669695960">
                    <a:custGeom>
                      <a:avLst/>
                      <a:gdLst>
                        <a:gd name="csX0" fmla="*/ -63 w 156661"/>
                        <a:gd name="csY0" fmla="*/ 232979 h 233039"/>
                        <a:gd name="csX1" fmla="*/ 46004 w 156661"/>
                        <a:gd name="csY1" fmla="*/ 119322 h 233039"/>
                        <a:gd name="csX2" fmla="*/ 128419 w 156661"/>
                        <a:gd name="csY2" fmla="*/ 24770 h 233039"/>
                        <a:gd name="csX3" fmla="*/ 156598 w 156661"/>
                        <a:gd name="csY3" fmla="*/ -60 h 233039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</a:cxnLst>
                      <a:rect l="l" t="t" r="r" b="b"/>
                      <a:pathLst>
                        <a:path w="156661" h="233039" extrusionOk="0">
                          <a:moveTo>
                            <a:pt x="-63" y="232979"/>
                          </a:moveTo>
                          <a:cubicBezTo>
                            <a:pt x="-11717" y="236725"/>
                            <a:pt x="8106" y="165568"/>
                            <a:pt x="46004" y="119322"/>
                          </a:cubicBezTo>
                          <a:cubicBezTo>
                            <a:pt x="77470" y="68855"/>
                            <a:pt x="96088" y="48536"/>
                            <a:pt x="128419" y="24770"/>
                          </a:cubicBezTo>
                          <a:cubicBezTo>
                            <a:pt x="156598" y="-60"/>
                            <a:pt x="156598" y="-60"/>
                            <a:pt x="156598" y="-60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8" name="フリーフォーム: 図形 277">
              <a:extLst>
                <a:ext uri="{FF2B5EF4-FFF2-40B4-BE49-F238E27FC236}">
                  <a16:creationId xmlns:a16="http://schemas.microsoft.com/office/drawing/2014/main" id="{65B654B7-6DF1-3324-5683-F2535728913D}"/>
                </a:ext>
              </a:extLst>
            </p:cNvPr>
            <p:cNvSpPr/>
            <p:nvPr/>
          </p:nvSpPr>
          <p:spPr>
            <a:xfrm>
              <a:off x="7138926" y="2049059"/>
              <a:ext cx="183311" cy="233881"/>
            </a:xfrm>
            <a:custGeom>
              <a:avLst/>
              <a:gdLst>
                <a:gd name="csX0" fmla="*/ 2711 w 183311"/>
                <a:gd name="csY0" fmla="*/ 196571 h 233881"/>
                <a:gd name="csX1" fmla="*/ 7529 w 183311"/>
                <a:gd name="csY1" fmla="*/ 122177 h 233881"/>
                <a:gd name="csX2" fmla="*/ 59476 w 183311"/>
                <a:gd name="csY2" fmla="*/ 22226 h 233881"/>
                <a:gd name="csX3" fmla="*/ 91250 w 183311"/>
                <a:gd name="csY3" fmla="*/ 1292 h 233881"/>
                <a:gd name="csX4" fmla="*/ 182404 w 183311"/>
                <a:gd name="csY4" fmla="*/ 62747 h 233881"/>
                <a:gd name="csX5" fmla="*/ 168928 w 183311"/>
                <a:gd name="csY5" fmla="*/ 91114 h 233881"/>
                <a:gd name="csX6" fmla="*/ 126371 w 183311"/>
                <a:gd name="csY6" fmla="*/ 155943 h 233881"/>
                <a:gd name="csX7" fmla="*/ 103910 w 183311"/>
                <a:gd name="csY7" fmla="*/ 233825 h 233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83311" h="233881">
                  <a:moveTo>
                    <a:pt x="2711" y="196571"/>
                  </a:moveTo>
                  <a:cubicBezTo>
                    <a:pt x="2711" y="196571"/>
                    <a:pt x="-6029" y="160673"/>
                    <a:pt x="7529" y="122177"/>
                  </a:cubicBezTo>
                  <a:cubicBezTo>
                    <a:pt x="21007" y="83681"/>
                    <a:pt x="37179" y="48567"/>
                    <a:pt x="59476" y="22226"/>
                  </a:cubicBezTo>
                  <a:cubicBezTo>
                    <a:pt x="81775" y="-4108"/>
                    <a:pt x="83164" y="-734"/>
                    <a:pt x="91250" y="1292"/>
                  </a:cubicBezTo>
                  <a:cubicBezTo>
                    <a:pt x="99336" y="3317"/>
                    <a:pt x="180362" y="56670"/>
                    <a:pt x="182404" y="62747"/>
                  </a:cubicBezTo>
                  <a:cubicBezTo>
                    <a:pt x="184448" y="68824"/>
                    <a:pt x="183792" y="72875"/>
                    <a:pt x="168928" y="91114"/>
                  </a:cubicBezTo>
                  <a:cubicBezTo>
                    <a:pt x="154062" y="109345"/>
                    <a:pt x="142546" y="121499"/>
                    <a:pt x="126371" y="155943"/>
                  </a:cubicBezTo>
                  <a:cubicBezTo>
                    <a:pt x="110119" y="190388"/>
                    <a:pt x="103910" y="233825"/>
                    <a:pt x="103910" y="233825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417274175">
                    <a:custGeom>
                      <a:avLst/>
                      <a:gdLst>
                        <a:gd name="csX0" fmla="*/ 2711 w 183311"/>
                        <a:gd name="csY0" fmla="*/ 196571 h 233881"/>
                        <a:gd name="csX1" fmla="*/ 7529 w 183311"/>
                        <a:gd name="csY1" fmla="*/ 122177 h 233881"/>
                        <a:gd name="csX2" fmla="*/ 59476 w 183311"/>
                        <a:gd name="csY2" fmla="*/ 22226 h 233881"/>
                        <a:gd name="csX3" fmla="*/ 91250 w 183311"/>
                        <a:gd name="csY3" fmla="*/ 1292 h 233881"/>
                        <a:gd name="csX4" fmla="*/ 182404 w 183311"/>
                        <a:gd name="csY4" fmla="*/ 62747 h 233881"/>
                        <a:gd name="csX5" fmla="*/ 168928 w 183311"/>
                        <a:gd name="csY5" fmla="*/ 91114 h 233881"/>
                        <a:gd name="csX6" fmla="*/ 126371 w 183311"/>
                        <a:gd name="csY6" fmla="*/ 155943 h 233881"/>
                        <a:gd name="csX7" fmla="*/ 103910 w 183311"/>
                        <a:gd name="csY7" fmla="*/ 233825 h 233881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</a:cxnLst>
                      <a:rect l="l" t="t" r="r" b="b"/>
                      <a:pathLst>
                        <a:path w="183311" h="233881" extrusionOk="0">
                          <a:moveTo>
                            <a:pt x="2711" y="196571"/>
                          </a:moveTo>
                          <a:cubicBezTo>
                            <a:pt x="1376" y="202222"/>
                            <a:pt x="-2096" y="153670"/>
                            <a:pt x="7529" y="122177"/>
                          </a:cubicBezTo>
                          <a:cubicBezTo>
                            <a:pt x="19213" y="77463"/>
                            <a:pt x="46887" y="48509"/>
                            <a:pt x="59476" y="22226"/>
                          </a:cubicBezTo>
                          <a:cubicBezTo>
                            <a:pt x="81945" y="-3664"/>
                            <a:pt x="83127" y="-1629"/>
                            <a:pt x="91250" y="1292"/>
                          </a:cubicBezTo>
                          <a:cubicBezTo>
                            <a:pt x="99821" y="4098"/>
                            <a:pt x="179307" y="57737"/>
                            <a:pt x="182404" y="62747"/>
                          </a:cubicBezTo>
                          <a:cubicBezTo>
                            <a:pt x="183950" y="68630"/>
                            <a:pt x="183766" y="73183"/>
                            <a:pt x="168928" y="91114"/>
                          </a:cubicBezTo>
                          <a:cubicBezTo>
                            <a:pt x="153010" y="105063"/>
                            <a:pt x="143618" y="120932"/>
                            <a:pt x="126371" y="155943"/>
                          </a:cubicBezTo>
                          <a:cubicBezTo>
                            <a:pt x="110119" y="190388"/>
                            <a:pt x="103910" y="233825"/>
                            <a:pt x="103910" y="233825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9" name="フリーフォーム: 図形 278">
              <a:extLst>
                <a:ext uri="{FF2B5EF4-FFF2-40B4-BE49-F238E27FC236}">
                  <a16:creationId xmlns:a16="http://schemas.microsoft.com/office/drawing/2014/main" id="{D376F326-2EE1-0EF8-F547-B8BA329A5628}"/>
                </a:ext>
              </a:extLst>
            </p:cNvPr>
            <p:cNvSpPr/>
            <p:nvPr/>
          </p:nvSpPr>
          <p:spPr>
            <a:xfrm>
              <a:off x="7289322" y="1971075"/>
              <a:ext cx="132209" cy="89345"/>
            </a:xfrm>
            <a:custGeom>
              <a:avLst/>
              <a:gdLst>
                <a:gd name="csX0" fmla="*/ 132152 w 132209"/>
                <a:gd name="csY0" fmla="*/ 67296 h 89345"/>
                <a:gd name="csX1" fmla="*/ 101605 w 132209"/>
                <a:gd name="csY1" fmla="*/ 88051 h 89345"/>
                <a:gd name="csX2" fmla="*/ 66481 w 132209"/>
                <a:gd name="csY2" fmla="*/ 71845 h 89345"/>
                <a:gd name="csX3" fmla="*/ 2282 w 132209"/>
                <a:gd name="csY3" fmla="*/ 21188 h 89345"/>
                <a:gd name="csX4" fmla="*/ 3671 w 132209"/>
                <a:gd name="csY4" fmla="*/ 5661 h 89345"/>
                <a:gd name="csX5" fmla="*/ 38792 w 132209"/>
                <a:gd name="csY5" fmla="*/ 3635 h 89345"/>
                <a:gd name="csX6" fmla="*/ 51617 w 132209"/>
                <a:gd name="csY6" fmla="*/ 11060 h 89345"/>
                <a:gd name="csX7" fmla="*/ 67216 w 132209"/>
                <a:gd name="csY7" fmla="*/ 26710 h 893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32209" h="89345">
                  <a:moveTo>
                    <a:pt x="132152" y="67296"/>
                  </a:moveTo>
                  <a:cubicBezTo>
                    <a:pt x="132152" y="67296"/>
                    <a:pt x="104952" y="84000"/>
                    <a:pt x="101605" y="88051"/>
                  </a:cubicBezTo>
                  <a:cubicBezTo>
                    <a:pt x="98172" y="92102"/>
                    <a:pt x="81347" y="86025"/>
                    <a:pt x="66481" y="71845"/>
                  </a:cubicBezTo>
                  <a:cubicBezTo>
                    <a:pt x="51617" y="57658"/>
                    <a:pt x="4977" y="27943"/>
                    <a:pt x="2282" y="21188"/>
                  </a:cubicBezTo>
                  <a:cubicBezTo>
                    <a:pt x="-415" y="14441"/>
                    <a:pt x="-1721" y="9712"/>
                    <a:pt x="3671" y="5661"/>
                  </a:cubicBezTo>
                  <a:cubicBezTo>
                    <a:pt x="9062" y="1610"/>
                    <a:pt x="25967" y="-3797"/>
                    <a:pt x="38792" y="3635"/>
                  </a:cubicBezTo>
                  <a:cubicBezTo>
                    <a:pt x="51617" y="11060"/>
                    <a:pt x="51617" y="11060"/>
                    <a:pt x="51617" y="11060"/>
                  </a:cubicBezTo>
                  <a:lnTo>
                    <a:pt x="67216" y="26710"/>
                  </a:ln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119512497">
                    <a:custGeom>
                      <a:avLst/>
                      <a:gdLst>
                        <a:gd name="csX0" fmla="*/ 132152 w 132209"/>
                        <a:gd name="csY0" fmla="*/ 67296 h 89345"/>
                        <a:gd name="csX1" fmla="*/ 101605 w 132209"/>
                        <a:gd name="csY1" fmla="*/ 88051 h 89345"/>
                        <a:gd name="csX2" fmla="*/ 66481 w 132209"/>
                        <a:gd name="csY2" fmla="*/ 71845 h 89345"/>
                        <a:gd name="csX3" fmla="*/ 2282 w 132209"/>
                        <a:gd name="csY3" fmla="*/ 21188 h 89345"/>
                        <a:gd name="csX4" fmla="*/ 3671 w 132209"/>
                        <a:gd name="csY4" fmla="*/ 5661 h 89345"/>
                        <a:gd name="csX5" fmla="*/ 38792 w 132209"/>
                        <a:gd name="csY5" fmla="*/ 3635 h 89345"/>
                        <a:gd name="csX6" fmla="*/ 51617 w 132209"/>
                        <a:gd name="csY6" fmla="*/ 11060 h 89345"/>
                        <a:gd name="csX7" fmla="*/ 67216 w 132209"/>
                        <a:gd name="csY7" fmla="*/ 26710 h 89345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</a:cxnLst>
                      <a:rect l="l" t="t" r="r" b="b"/>
                      <a:pathLst>
                        <a:path w="132209" h="89345" extrusionOk="0">
                          <a:moveTo>
                            <a:pt x="132152" y="67296"/>
                          </a:moveTo>
                          <a:cubicBezTo>
                            <a:pt x="131849" y="66158"/>
                            <a:pt x="103619" y="84173"/>
                            <a:pt x="101605" y="88051"/>
                          </a:cubicBezTo>
                          <a:cubicBezTo>
                            <a:pt x="100885" y="88205"/>
                            <a:pt x="78996" y="88487"/>
                            <a:pt x="66481" y="71845"/>
                          </a:cubicBezTo>
                          <a:cubicBezTo>
                            <a:pt x="51893" y="55963"/>
                            <a:pt x="5136" y="28350"/>
                            <a:pt x="2282" y="21188"/>
                          </a:cubicBezTo>
                          <a:cubicBezTo>
                            <a:pt x="-1" y="14364"/>
                            <a:pt x="-1225" y="9591"/>
                            <a:pt x="3671" y="5661"/>
                          </a:cubicBezTo>
                          <a:cubicBezTo>
                            <a:pt x="7432" y="-714"/>
                            <a:pt x="23045" y="-446"/>
                            <a:pt x="38792" y="3635"/>
                          </a:cubicBezTo>
                          <a:cubicBezTo>
                            <a:pt x="51618" y="11060"/>
                            <a:pt x="51618" y="11060"/>
                            <a:pt x="51617" y="11060"/>
                          </a:cubicBezTo>
                          <a:cubicBezTo>
                            <a:pt x="58871" y="15940"/>
                            <a:pt x="60205" y="21406"/>
                            <a:pt x="67216" y="26710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0" name="フリーフォーム: 図形 279">
              <a:extLst>
                <a:ext uri="{FF2B5EF4-FFF2-40B4-BE49-F238E27FC236}">
                  <a16:creationId xmlns:a16="http://schemas.microsoft.com/office/drawing/2014/main" id="{70A5F48C-4EDC-771D-5354-04400E1B6325}"/>
                </a:ext>
              </a:extLst>
            </p:cNvPr>
            <p:cNvSpPr/>
            <p:nvPr/>
          </p:nvSpPr>
          <p:spPr>
            <a:xfrm>
              <a:off x="7569535" y="2436702"/>
              <a:ext cx="171933" cy="124271"/>
            </a:xfrm>
            <a:custGeom>
              <a:avLst/>
              <a:gdLst>
                <a:gd name="csX0" fmla="*/ -47 w 171933"/>
                <a:gd name="csY0" fmla="*/ 44845 h 124271"/>
                <a:gd name="csX1" fmla="*/ 105727 w 171933"/>
                <a:gd name="csY1" fmla="*/ 124221 h 124271"/>
                <a:gd name="csX2" fmla="*/ 125985 w 171933"/>
                <a:gd name="csY2" fmla="*/ 85048 h 124271"/>
                <a:gd name="csX3" fmla="*/ 171887 w 171933"/>
                <a:gd name="csY3" fmla="*/ -46 h 1242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1933" h="124271">
                  <a:moveTo>
                    <a:pt x="-47" y="44845"/>
                  </a:moveTo>
                  <a:cubicBezTo>
                    <a:pt x="-47" y="44845"/>
                    <a:pt x="96905" y="124890"/>
                    <a:pt x="105727" y="124221"/>
                  </a:cubicBezTo>
                  <a:cubicBezTo>
                    <a:pt x="114466" y="123543"/>
                    <a:pt x="120593" y="112067"/>
                    <a:pt x="125985" y="85048"/>
                  </a:cubicBezTo>
                  <a:cubicBezTo>
                    <a:pt x="131374" y="58036"/>
                    <a:pt x="171887" y="-46"/>
                    <a:pt x="171887" y="-46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024911584">
                    <a:custGeom>
                      <a:avLst/>
                      <a:gdLst>
                        <a:gd name="csX0" fmla="*/ -47 w 171933"/>
                        <a:gd name="csY0" fmla="*/ 44845 h 124271"/>
                        <a:gd name="csX1" fmla="*/ 105727 w 171933"/>
                        <a:gd name="csY1" fmla="*/ 124221 h 124271"/>
                        <a:gd name="csX2" fmla="*/ 125985 w 171933"/>
                        <a:gd name="csY2" fmla="*/ 85048 h 124271"/>
                        <a:gd name="csX3" fmla="*/ 171887 w 171933"/>
                        <a:gd name="csY3" fmla="*/ -46 h 124271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</a:cxnLst>
                      <a:rect l="l" t="t" r="r" b="b"/>
                      <a:pathLst>
                        <a:path w="171933" h="124271" extrusionOk="0">
                          <a:moveTo>
                            <a:pt x="-47" y="44845"/>
                          </a:moveTo>
                          <a:cubicBezTo>
                            <a:pt x="-1915" y="46496"/>
                            <a:pt x="96890" y="127340"/>
                            <a:pt x="105727" y="124221"/>
                          </a:cubicBezTo>
                          <a:cubicBezTo>
                            <a:pt x="112234" y="124446"/>
                            <a:pt x="120580" y="109936"/>
                            <a:pt x="125985" y="85048"/>
                          </a:cubicBezTo>
                          <a:cubicBezTo>
                            <a:pt x="131373" y="58036"/>
                            <a:pt x="171887" y="-47"/>
                            <a:pt x="171887" y="-46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1" name="フリーフォーム: 図形 280">
              <a:extLst>
                <a:ext uri="{FF2B5EF4-FFF2-40B4-BE49-F238E27FC236}">
                  <a16:creationId xmlns:a16="http://schemas.microsoft.com/office/drawing/2014/main" id="{E16597BD-B131-4CA6-9192-4F92408B919B}"/>
                </a:ext>
              </a:extLst>
            </p:cNvPr>
            <p:cNvSpPr/>
            <p:nvPr/>
          </p:nvSpPr>
          <p:spPr>
            <a:xfrm>
              <a:off x="7687969" y="2548659"/>
              <a:ext cx="585560" cy="716034"/>
            </a:xfrm>
            <a:custGeom>
              <a:avLst/>
              <a:gdLst>
                <a:gd name="csX0" fmla="*/ -36 w 585560"/>
                <a:gd name="csY0" fmla="*/ -32 h 716034"/>
                <a:gd name="csX1" fmla="*/ 3477 w 585560"/>
                <a:gd name="csY1" fmla="*/ 72385 h 716034"/>
                <a:gd name="csX2" fmla="*/ 23079 w 585560"/>
                <a:gd name="csY2" fmla="*/ 210154 h 716034"/>
                <a:gd name="csX3" fmla="*/ 91283 w 585560"/>
                <a:gd name="csY3" fmla="*/ 399298 h 716034"/>
                <a:gd name="csX4" fmla="*/ 367522 w 585560"/>
                <a:gd name="csY4" fmla="*/ 631562 h 716034"/>
                <a:gd name="csX5" fmla="*/ 544032 w 585560"/>
                <a:gd name="csY5" fmla="*/ 707083 h 716034"/>
                <a:gd name="csX6" fmla="*/ 585525 w 585560"/>
                <a:gd name="csY6" fmla="*/ 716002 h 7160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85560" h="716034">
                  <a:moveTo>
                    <a:pt x="-36" y="-32"/>
                  </a:moveTo>
                  <a:cubicBezTo>
                    <a:pt x="-36" y="-32"/>
                    <a:pt x="782" y="57528"/>
                    <a:pt x="3477" y="72385"/>
                  </a:cubicBezTo>
                  <a:cubicBezTo>
                    <a:pt x="6171" y="87243"/>
                    <a:pt x="14993" y="160174"/>
                    <a:pt x="23079" y="210154"/>
                  </a:cubicBezTo>
                  <a:cubicBezTo>
                    <a:pt x="31165" y="260125"/>
                    <a:pt x="54117" y="364234"/>
                    <a:pt x="91283" y="399298"/>
                  </a:cubicBezTo>
                  <a:cubicBezTo>
                    <a:pt x="128446" y="434363"/>
                    <a:pt x="279718" y="592396"/>
                    <a:pt x="367522" y="631562"/>
                  </a:cubicBezTo>
                  <a:cubicBezTo>
                    <a:pt x="455328" y="670735"/>
                    <a:pt x="502539" y="698155"/>
                    <a:pt x="544032" y="707083"/>
                  </a:cubicBezTo>
                  <a:cubicBezTo>
                    <a:pt x="585525" y="716002"/>
                    <a:pt x="585525" y="716002"/>
                    <a:pt x="585525" y="716002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42706774">
                    <a:custGeom>
                      <a:avLst/>
                      <a:gdLst>
                        <a:gd name="csX0" fmla="*/ -36 w 585560"/>
                        <a:gd name="csY0" fmla="*/ -32 h 716034"/>
                        <a:gd name="csX1" fmla="*/ 3477 w 585560"/>
                        <a:gd name="csY1" fmla="*/ 72385 h 716034"/>
                        <a:gd name="csX2" fmla="*/ 23079 w 585560"/>
                        <a:gd name="csY2" fmla="*/ 210154 h 716034"/>
                        <a:gd name="csX3" fmla="*/ 91283 w 585560"/>
                        <a:gd name="csY3" fmla="*/ 399298 h 716034"/>
                        <a:gd name="csX4" fmla="*/ 367522 w 585560"/>
                        <a:gd name="csY4" fmla="*/ 631562 h 716034"/>
                        <a:gd name="csX5" fmla="*/ 544032 w 585560"/>
                        <a:gd name="csY5" fmla="*/ 707083 h 716034"/>
                        <a:gd name="csX6" fmla="*/ 585525 w 585560"/>
                        <a:gd name="csY6" fmla="*/ 716002 h 716034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</a:cxnLst>
                      <a:rect l="l" t="t" r="r" b="b"/>
                      <a:pathLst>
                        <a:path w="585560" h="716034" extrusionOk="0">
                          <a:moveTo>
                            <a:pt x="-36" y="-32"/>
                          </a:moveTo>
                          <a:cubicBezTo>
                            <a:pt x="2315" y="125"/>
                            <a:pt x="806" y="56718"/>
                            <a:pt x="3477" y="72385"/>
                          </a:cubicBezTo>
                          <a:cubicBezTo>
                            <a:pt x="5420" y="83775"/>
                            <a:pt x="3239" y="167323"/>
                            <a:pt x="23079" y="210154"/>
                          </a:cubicBezTo>
                          <a:cubicBezTo>
                            <a:pt x="17396" y="263136"/>
                            <a:pt x="54111" y="366780"/>
                            <a:pt x="91283" y="399298"/>
                          </a:cubicBezTo>
                          <a:cubicBezTo>
                            <a:pt x="113374" y="436685"/>
                            <a:pt x="288623" y="574792"/>
                            <a:pt x="367522" y="631562"/>
                          </a:cubicBezTo>
                          <a:cubicBezTo>
                            <a:pt x="454310" y="679474"/>
                            <a:pt x="494885" y="689589"/>
                            <a:pt x="544032" y="707083"/>
                          </a:cubicBezTo>
                          <a:cubicBezTo>
                            <a:pt x="585525" y="716002"/>
                            <a:pt x="585525" y="716003"/>
                            <a:pt x="585525" y="716002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2" name="フリーフォーム: 図形 281">
              <a:extLst>
                <a:ext uri="{FF2B5EF4-FFF2-40B4-BE49-F238E27FC236}">
                  <a16:creationId xmlns:a16="http://schemas.microsoft.com/office/drawing/2014/main" id="{0C13EB75-73DF-19BE-E243-DA3EB9CCD9C8}"/>
                </a:ext>
              </a:extLst>
            </p:cNvPr>
            <p:cNvSpPr/>
            <p:nvPr/>
          </p:nvSpPr>
          <p:spPr>
            <a:xfrm>
              <a:off x="8817214" y="3094953"/>
              <a:ext cx="328747" cy="205822"/>
            </a:xfrm>
            <a:custGeom>
              <a:avLst/>
              <a:gdLst>
                <a:gd name="csX0" fmla="*/ 7486 w 328747"/>
                <a:gd name="csY0" fmla="*/ 194009 h 205822"/>
                <a:gd name="csX1" fmla="*/ 1443 w 328747"/>
                <a:gd name="csY1" fmla="*/ 148767 h 205822"/>
                <a:gd name="csX2" fmla="*/ 39259 w 328747"/>
                <a:gd name="csY2" fmla="*/ 90007 h 205822"/>
                <a:gd name="csX3" fmla="*/ 125024 w 328747"/>
                <a:gd name="csY3" fmla="*/ 28551 h 205822"/>
                <a:gd name="csX4" fmla="*/ 128372 w 328747"/>
                <a:gd name="csY4" fmla="*/ 13694 h 205822"/>
                <a:gd name="csX5" fmla="*/ 152060 w 328747"/>
                <a:gd name="csY5" fmla="*/ 11668 h 205822"/>
                <a:gd name="csX6" fmla="*/ 180401 w 328747"/>
                <a:gd name="csY6" fmla="*/ 1540 h 205822"/>
                <a:gd name="csX7" fmla="*/ 220261 w 328747"/>
                <a:gd name="csY7" fmla="*/ 1540 h 205822"/>
                <a:gd name="csX8" fmla="*/ 251300 w 328747"/>
                <a:gd name="csY8" fmla="*/ 20449 h 205822"/>
                <a:gd name="csX9" fmla="*/ 253994 w 328747"/>
                <a:gd name="csY9" fmla="*/ 51511 h 205822"/>
                <a:gd name="csX10" fmla="*/ 326935 w 328747"/>
                <a:gd name="csY10" fmla="*/ 103517 h 205822"/>
                <a:gd name="csX11" fmla="*/ 326281 w 328747"/>
                <a:gd name="csY11" fmla="*/ 114992 h 205822"/>
                <a:gd name="csX12" fmla="*/ 241907 w 328747"/>
                <a:gd name="csY12" fmla="*/ 71098 h 205822"/>
                <a:gd name="csX13" fmla="*/ 242561 w 328747"/>
                <a:gd name="csY13" fmla="*/ 114992 h 205822"/>
                <a:gd name="csX14" fmla="*/ 233086 w 328747"/>
                <a:gd name="csY14" fmla="*/ 142682 h 205822"/>
                <a:gd name="csX15" fmla="*/ 282338 w 328747"/>
                <a:gd name="csY15" fmla="*/ 175778 h 205822"/>
                <a:gd name="csX16" fmla="*/ 284380 w 328747"/>
                <a:gd name="csY16" fmla="*/ 187933 h 205822"/>
                <a:gd name="csX17" fmla="*/ 271555 w 328747"/>
                <a:gd name="csY17" fmla="*/ 187933 h 205822"/>
                <a:gd name="csX18" fmla="*/ 221567 w 328747"/>
                <a:gd name="csY18" fmla="*/ 157540 h 205822"/>
                <a:gd name="csX19" fmla="*/ 189876 w 328747"/>
                <a:gd name="csY19" fmla="*/ 177126 h 205822"/>
                <a:gd name="csX20" fmla="*/ 95945 w 328747"/>
                <a:gd name="csY20" fmla="*/ 198061 h 205822"/>
                <a:gd name="csX21" fmla="*/ 7486 w 328747"/>
                <a:gd name="csY21" fmla="*/ 194009 h 2058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328747" h="205822">
                  <a:moveTo>
                    <a:pt x="7486" y="194009"/>
                  </a:moveTo>
                  <a:cubicBezTo>
                    <a:pt x="7486" y="194009"/>
                    <a:pt x="-3948" y="175100"/>
                    <a:pt x="1443" y="148767"/>
                  </a:cubicBezTo>
                  <a:cubicBezTo>
                    <a:pt x="6832" y="122426"/>
                    <a:pt x="19657" y="103517"/>
                    <a:pt x="39259" y="90007"/>
                  </a:cubicBezTo>
                  <a:cubicBezTo>
                    <a:pt x="58862" y="76505"/>
                    <a:pt x="120939" y="35307"/>
                    <a:pt x="125024" y="28551"/>
                  </a:cubicBezTo>
                  <a:cubicBezTo>
                    <a:pt x="129107" y="21796"/>
                    <a:pt x="117591" y="15720"/>
                    <a:pt x="128372" y="13694"/>
                  </a:cubicBezTo>
                  <a:cubicBezTo>
                    <a:pt x="139235" y="11668"/>
                    <a:pt x="144627" y="15050"/>
                    <a:pt x="152060" y="11668"/>
                  </a:cubicBezTo>
                  <a:cubicBezTo>
                    <a:pt x="159493" y="8295"/>
                    <a:pt x="161452" y="4244"/>
                    <a:pt x="180401" y="1540"/>
                  </a:cubicBezTo>
                  <a:cubicBezTo>
                    <a:pt x="199271" y="-1163"/>
                    <a:pt x="217567" y="184"/>
                    <a:pt x="220261" y="1540"/>
                  </a:cubicBezTo>
                  <a:cubicBezTo>
                    <a:pt x="222956" y="2888"/>
                    <a:pt x="249258" y="16397"/>
                    <a:pt x="251300" y="20449"/>
                  </a:cubicBezTo>
                  <a:cubicBezTo>
                    <a:pt x="253341" y="24500"/>
                    <a:pt x="253994" y="51511"/>
                    <a:pt x="253994" y="51511"/>
                  </a:cubicBezTo>
                  <a:cubicBezTo>
                    <a:pt x="253994" y="51511"/>
                    <a:pt x="326281" y="99466"/>
                    <a:pt x="326935" y="103517"/>
                  </a:cubicBezTo>
                  <a:cubicBezTo>
                    <a:pt x="327588" y="107568"/>
                    <a:pt x="331018" y="112967"/>
                    <a:pt x="326281" y="114992"/>
                  </a:cubicBezTo>
                  <a:cubicBezTo>
                    <a:pt x="321543" y="117026"/>
                    <a:pt x="241907" y="71098"/>
                    <a:pt x="241907" y="71098"/>
                  </a:cubicBezTo>
                  <a:cubicBezTo>
                    <a:pt x="241907" y="71098"/>
                    <a:pt x="245255" y="98788"/>
                    <a:pt x="242561" y="114992"/>
                  </a:cubicBezTo>
                  <a:cubicBezTo>
                    <a:pt x="239864" y="131206"/>
                    <a:pt x="233086" y="142682"/>
                    <a:pt x="233086" y="142682"/>
                  </a:cubicBezTo>
                  <a:cubicBezTo>
                    <a:pt x="233086" y="142682"/>
                    <a:pt x="278988" y="171727"/>
                    <a:pt x="282338" y="175778"/>
                  </a:cubicBezTo>
                  <a:cubicBezTo>
                    <a:pt x="285768" y="179830"/>
                    <a:pt x="284380" y="187933"/>
                    <a:pt x="284380" y="187933"/>
                  </a:cubicBezTo>
                  <a:cubicBezTo>
                    <a:pt x="284380" y="187933"/>
                    <a:pt x="285033" y="196713"/>
                    <a:pt x="271555" y="187933"/>
                  </a:cubicBezTo>
                  <a:cubicBezTo>
                    <a:pt x="258080" y="179152"/>
                    <a:pt x="221567" y="157540"/>
                    <a:pt x="221567" y="157540"/>
                  </a:cubicBezTo>
                  <a:cubicBezTo>
                    <a:pt x="221567" y="157540"/>
                    <a:pt x="208092" y="173753"/>
                    <a:pt x="189876" y="177126"/>
                  </a:cubicBezTo>
                  <a:cubicBezTo>
                    <a:pt x="171580" y="180508"/>
                    <a:pt x="110158" y="198739"/>
                    <a:pt x="95945" y="198061"/>
                  </a:cubicBezTo>
                  <a:cubicBezTo>
                    <a:pt x="81814" y="197383"/>
                    <a:pt x="25046" y="218325"/>
                    <a:pt x="7486" y="194009"/>
                  </a:cubicBezTo>
                  <a:close/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3050013788">
                    <a:custGeom>
                      <a:avLst/>
                      <a:gdLst>
                        <a:gd name="csX0" fmla="*/ 7486 w 328747"/>
                        <a:gd name="csY0" fmla="*/ 194009 h 205822"/>
                        <a:gd name="csX1" fmla="*/ 1443 w 328747"/>
                        <a:gd name="csY1" fmla="*/ 148767 h 205822"/>
                        <a:gd name="csX2" fmla="*/ 39259 w 328747"/>
                        <a:gd name="csY2" fmla="*/ 90007 h 205822"/>
                        <a:gd name="csX3" fmla="*/ 125024 w 328747"/>
                        <a:gd name="csY3" fmla="*/ 28551 h 205822"/>
                        <a:gd name="csX4" fmla="*/ 128372 w 328747"/>
                        <a:gd name="csY4" fmla="*/ 13694 h 205822"/>
                        <a:gd name="csX5" fmla="*/ 152060 w 328747"/>
                        <a:gd name="csY5" fmla="*/ 11668 h 205822"/>
                        <a:gd name="csX6" fmla="*/ 180401 w 328747"/>
                        <a:gd name="csY6" fmla="*/ 1540 h 205822"/>
                        <a:gd name="csX7" fmla="*/ 220261 w 328747"/>
                        <a:gd name="csY7" fmla="*/ 1540 h 205822"/>
                        <a:gd name="csX8" fmla="*/ 251300 w 328747"/>
                        <a:gd name="csY8" fmla="*/ 20449 h 205822"/>
                        <a:gd name="csX9" fmla="*/ 253994 w 328747"/>
                        <a:gd name="csY9" fmla="*/ 51511 h 205822"/>
                        <a:gd name="csX10" fmla="*/ 326935 w 328747"/>
                        <a:gd name="csY10" fmla="*/ 103517 h 205822"/>
                        <a:gd name="csX11" fmla="*/ 326281 w 328747"/>
                        <a:gd name="csY11" fmla="*/ 114992 h 205822"/>
                        <a:gd name="csX12" fmla="*/ 241907 w 328747"/>
                        <a:gd name="csY12" fmla="*/ 71098 h 205822"/>
                        <a:gd name="csX13" fmla="*/ 242561 w 328747"/>
                        <a:gd name="csY13" fmla="*/ 114992 h 205822"/>
                        <a:gd name="csX14" fmla="*/ 233086 w 328747"/>
                        <a:gd name="csY14" fmla="*/ 142682 h 205822"/>
                        <a:gd name="csX15" fmla="*/ 282338 w 328747"/>
                        <a:gd name="csY15" fmla="*/ 175778 h 205822"/>
                        <a:gd name="csX16" fmla="*/ 284380 w 328747"/>
                        <a:gd name="csY16" fmla="*/ 187933 h 205822"/>
                        <a:gd name="csX17" fmla="*/ 271555 w 328747"/>
                        <a:gd name="csY17" fmla="*/ 187933 h 205822"/>
                        <a:gd name="csX18" fmla="*/ 221567 w 328747"/>
                        <a:gd name="csY18" fmla="*/ 157540 h 205822"/>
                        <a:gd name="csX19" fmla="*/ 189876 w 328747"/>
                        <a:gd name="csY19" fmla="*/ 177126 h 205822"/>
                        <a:gd name="csX20" fmla="*/ 95945 w 328747"/>
                        <a:gd name="csY20" fmla="*/ 198061 h 205822"/>
                        <a:gd name="csX21" fmla="*/ 7486 w 328747"/>
                        <a:gd name="csY21" fmla="*/ 194009 h 205822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  <a:cxn ang="0">
                          <a:pos x="csX13" y="csY13"/>
                        </a:cxn>
                        <a:cxn ang="0">
                          <a:pos x="csX14" y="csY14"/>
                        </a:cxn>
                        <a:cxn ang="0">
                          <a:pos x="csX15" y="csY15"/>
                        </a:cxn>
                        <a:cxn ang="0">
                          <a:pos x="csX16" y="csY16"/>
                        </a:cxn>
                        <a:cxn ang="0">
                          <a:pos x="csX17" y="csY17"/>
                        </a:cxn>
                        <a:cxn ang="0">
                          <a:pos x="csX18" y="csY18"/>
                        </a:cxn>
                        <a:cxn ang="0">
                          <a:pos x="csX19" y="csY19"/>
                        </a:cxn>
                        <a:cxn ang="0">
                          <a:pos x="csX20" y="csY20"/>
                        </a:cxn>
                        <a:cxn ang="0">
                          <a:pos x="csX21" y="csY21"/>
                        </a:cxn>
                      </a:cxnLst>
                      <a:rect l="l" t="t" r="r" b="b"/>
                      <a:pathLst>
                        <a:path w="328747" h="205822" extrusionOk="0">
                          <a:moveTo>
                            <a:pt x="7486" y="194009"/>
                          </a:moveTo>
                          <a:cubicBezTo>
                            <a:pt x="4800" y="192387"/>
                            <a:pt x="-6303" y="175341"/>
                            <a:pt x="1443" y="148767"/>
                          </a:cubicBezTo>
                          <a:cubicBezTo>
                            <a:pt x="6496" y="118722"/>
                            <a:pt x="20233" y="103825"/>
                            <a:pt x="39259" y="90007"/>
                          </a:cubicBezTo>
                          <a:cubicBezTo>
                            <a:pt x="59984" y="76018"/>
                            <a:pt x="118843" y="35028"/>
                            <a:pt x="125024" y="28551"/>
                          </a:cubicBezTo>
                          <a:cubicBezTo>
                            <a:pt x="130961" y="22807"/>
                            <a:pt x="118305" y="17060"/>
                            <a:pt x="128372" y="13694"/>
                          </a:cubicBezTo>
                          <a:cubicBezTo>
                            <a:pt x="138918" y="11647"/>
                            <a:pt x="144675" y="16297"/>
                            <a:pt x="152060" y="11668"/>
                          </a:cubicBezTo>
                          <a:cubicBezTo>
                            <a:pt x="159179" y="7189"/>
                            <a:pt x="161086" y="2950"/>
                            <a:pt x="180401" y="1540"/>
                          </a:cubicBezTo>
                          <a:cubicBezTo>
                            <a:pt x="199108" y="-1101"/>
                            <a:pt x="217946" y="358"/>
                            <a:pt x="220261" y="1540"/>
                          </a:cubicBezTo>
                          <a:cubicBezTo>
                            <a:pt x="223188" y="2067"/>
                            <a:pt x="249369" y="16496"/>
                            <a:pt x="251300" y="20449"/>
                          </a:cubicBezTo>
                          <a:cubicBezTo>
                            <a:pt x="253341" y="24500"/>
                            <a:pt x="253995" y="51511"/>
                            <a:pt x="253994" y="51511"/>
                          </a:cubicBezTo>
                          <a:cubicBezTo>
                            <a:pt x="253044" y="51502"/>
                            <a:pt x="326800" y="100173"/>
                            <a:pt x="326935" y="103517"/>
                          </a:cubicBezTo>
                          <a:cubicBezTo>
                            <a:pt x="327606" y="107692"/>
                            <a:pt x="330803" y="112835"/>
                            <a:pt x="326281" y="114992"/>
                          </a:cubicBezTo>
                          <a:cubicBezTo>
                            <a:pt x="321543" y="117026"/>
                            <a:pt x="241907" y="71097"/>
                            <a:pt x="241907" y="71098"/>
                          </a:cubicBezTo>
                          <a:cubicBezTo>
                            <a:pt x="242386" y="70883"/>
                            <a:pt x="248156" y="97254"/>
                            <a:pt x="242561" y="114992"/>
                          </a:cubicBezTo>
                          <a:cubicBezTo>
                            <a:pt x="239864" y="131206"/>
                            <a:pt x="233086" y="142682"/>
                            <a:pt x="233086" y="142682"/>
                          </a:cubicBezTo>
                          <a:cubicBezTo>
                            <a:pt x="233858" y="143027"/>
                            <a:pt x="278225" y="170812"/>
                            <a:pt x="282338" y="175778"/>
                          </a:cubicBezTo>
                          <a:cubicBezTo>
                            <a:pt x="285768" y="179830"/>
                            <a:pt x="284380" y="187932"/>
                            <a:pt x="284380" y="187933"/>
                          </a:cubicBezTo>
                          <a:cubicBezTo>
                            <a:pt x="283774" y="186846"/>
                            <a:pt x="284727" y="199311"/>
                            <a:pt x="271555" y="187933"/>
                          </a:cubicBezTo>
                          <a:cubicBezTo>
                            <a:pt x="258080" y="179153"/>
                            <a:pt x="221568" y="157539"/>
                            <a:pt x="221567" y="157540"/>
                          </a:cubicBezTo>
                          <a:cubicBezTo>
                            <a:pt x="219886" y="156227"/>
                            <a:pt x="207560" y="171666"/>
                            <a:pt x="189876" y="177126"/>
                          </a:cubicBezTo>
                          <a:cubicBezTo>
                            <a:pt x="172900" y="182341"/>
                            <a:pt x="107707" y="200736"/>
                            <a:pt x="95945" y="198061"/>
                          </a:cubicBezTo>
                          <a:cubicBezTo>
                            <a:pt x="78553" y="204552"/>
                            <a:pt x="30125" y="214721"/>
                            <a:pt x="7486" y="194009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3" name="フリーフォーム: 図形 282">
              <a:extLst>
                <a:ext uri="{FF2B5EF4-FFF2-40B4-BE49-F238E27FC236}">
                  <a16:creationId xmlns:a16="http://schemas.microsoft.com/office/drawing/2014/main" id="{F6DB88CF-A3AC-5BAD-4BF0-79752ACAF3AB}"/>
                </a:ext>
              </a:extLst>
            </p:cNvPr>
            <p:cNvSpPr/>
            <p:nvPr/>
          </p:nvSpPr>
          <p:spPr>
            <a:xfrm>
              <a:off x="9046542" y="3144093"/>
              <a:ext cx="24667" cy="21980"/>
            </a:xfrm>
            <a:custGeom>
              <a:avLst/>
              <a:gdLst>
                <a:gd name="csX0" fmla="*/ 24668 w 24667"/>
                <a:gd name="csY0" fmla="*/ 2371 h 21980"/>
                <a:gd name="csX1" fmla="*/ 9558 w 24667"/>
                <a:gd name="csY1" fmla="*/ 1734 h 21980"/>
                <a:gd name="csX2" fmla="*/ 1 w 24667"/>
                <a:gd name="csY2" fmla="*/ 13675 h 21980"/>
                <a:gd name="csX3" fmla="*/ 12499 w 24667"/>
                <a:gd name="csY3" fmla="*/ 21957 h 21980"/>
                <a:gd name="csX4" fmla="*/ 12499 w 24667"/>
                <a:gd name="csY4" fmla="*/ 21957 h 219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4667" h="21980">
                  <a:moveTo>
                    <a:pt x="24668" y="2371"/>
                  </a:moveTo>
                  <a:cubicBezTo>
                    <a:pt x="24668" y="2371"/>
                    <a:pt x="14867" y="-2562"/>
                    <a:pt x="9558" y="1734"/>
                  </a:cubicBezTo>
                  <a:cubicBezTo>
                    <a:pt x="4331" y="6038"/>
                    <a:pt x="1" y="13675"/>
                    <a:pt x="1" y="13675"/>
                  </a:cubicBezTo>
                  <a:lnTo>
                    <a:pt x="12499" y="21957"/>
                  </a:lnTo>
                  <a:lnTo>
                    <a:pt x="12499" y="21957"/>
                  </a:ln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3884103">
                    <a:custGeom>
                      <a:avLst/>
                      <a:gdLst>
                        <a:gd name="csX0" fmla="*/ 24668 w 24667"/>
                        <a:gd name="csY0" fmla="*/ 2371 h 21980"/>
                        <a:gd name="csX1" fmla="*/ 9558 w 24667"/>
                        <a:gd name="csY1" fmla="*/ 1734 h 21980"/>
                        <a:gd name="csX2" fmla="*/ 1 w 24667"/>
                        <a:gd name="csY2" fmla="*/ 13675 h 21980"/>
                        <a:gd name="csX3" fmla="*/ 12499 w 24667"/>
                        <a:gd name="csY3" fmla="*/ 21957 h 21980"/>
                        <a:gd name="csX4" fmla="*/ 12499 w 24667"/>
                        <a:gd name="csY4" fmla="*/ 21957 h 2198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</a:cxnLst>
                      <a:rect l="l" t="t" r="r" b="b"/>
                      <a:pathLst>
                        <a:path w="24667" h="21980" extrusionOk="0">
                          <a:moveTo>
                            <a:pt x="24668" y="2371"/>
                          </a:moveTo>
                          <a:cubicBezTo>
                            <a:pt x="23445" y="3654"/>
                            <a:pt x="15217" y="-2611"/>
                            <a:pt x="9558" y="1734"/>
                          </a:cubicBezTo>
                          <a:cubicBezTo>
                            <a:pt x="4331" y="6039"/>
                            <a:pt x="0" y="13674"/>
                            <a:pt x="1" y="13675"/>
                          </a:cubicBezTo>
                          <a:cubicBezTo>
                            <a:pt x="3764" y="15016"/>
                            <a:pt x="9708" y="20545"/>
                            <a:pt x="12499" y="21957"/>
                          </a:cubicBezTo>
                          <a:lnTo>
                            <a:pt x="12499" y="21957"/>
                          </a:ln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4" name="フリーフォーム: 図形 283">
              <a:extLst>
                <a:ext uri="{FF2B5EF4-FFF2-40B4-BE49-F238E27FC236}">
                  <a16:creationId xmlns:a16="http://schemas.microsoft.com/office/drawing/2014/main" id="{B59CE07A-D8A8-B3CD-AE40-C901B72CD7BF}"/>
                </a:ext>
              </a:extLst>
            </p:cNvPr>
            <p:cNvSpPr/>
            <p:nvPr/>
          </p:nvSpPr>
          <p:spPr>
            <a:xfrm>
              <a:off x="9003289" y="3216766"/>
              <a:ext cx="47011" cy="35749"/>
            </a:xfrm>
            <a:custGeom>
              <a:avLst/>
              <a:gdLst>
                <a:gd name="csX0" fmla="*/ 35493 w 47011"/>
                <a:gd name="csY0" fmla="*/ 35728 h 35749"/>
                <a:gd name="csX1" fmla="*/ 2251 w 47011"/>
                <a:gd name="csY1" fmla="*/ 15496 h 35749"/>
                <a:gd name="csX2" fmla="*/ 1271 w 47011"/>
                <a:gd name="csY2" fmla="*/ 3563 h 35749"/>
                <a:gd name="csX3" fmla="*/ 19403 w 47011"/>
                <a:gd name="csY3" fmla="*/ 696 h 35749"/>
                <a:gd name="csX4" fmla="*/ 47012 w 47011"/>
                <a:gd name="csY4" fmla="*/ 20871 h 357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7011" h="35749">
                  <a:moveTo>
                    <a:pt x="35493" y="35728"/>
                  </a:moveTo>
                  <a:lnTo>
                    <a:pt x="2251" y="15496"/>
                  </a:lnTo>
                  <a:cubicBezTo>
                    <a:pt x="2251" y="15496"/>
                    <a:pt x="-2079" y="9289"/>
                    <a:pt x="1271" y="3563"/>
                  </a:cubicBezTo>
                  <a:cubicBezTo>
                    <a:pt x="4619" y="-2171"/>
                    <a:pt x="19403" y="696"/>
                    <a:pt x="19403" y="696"/>
                  </a:cubicBezTo>
                  <a:lnTo>
                    <a:pt x="47012" y="20871"/>
                  </a:ln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770699109">
                    <a:custGeom>
                      <a:avLst/>
                      <a:gdLst>
                        <a:gd name="csX0" fmla="*/ 35493 w 47011"/>
                        <a:gd name="csY0" fmla="*/ 35728 h 35749"/>
                        <a:gd name="csX1" fmla="*/ 2251 w 47011"/>
                        <a:gd name="csY1" fmla="*/ 15496 h 35749"/>
                        <a:gd name="csX2" fmla="*/ 1271 w 47011"/>
                        <a:gd name="csY2" fmla="*/ 3563 h 35749"/>
                        <a:gd name="csX3" fmla="*/ 19403 w 47011"/>
                        <a:gd name="csY3" fmla="*/ 696 h 35749"/>
                        <a:gd name="csX4" fmla="*/ 47012 w 47011"/>
                        <a:gd name="csY4" fmla="*/ 20871 h 35749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</a:cxnLst>
                      <a:rect l="l" t="t" r="r" b="b"/>
                      <a:pathLst>
                        <a:path w="47011" h="35749" extrusionOk="0">
                          <a:moveTo>
                            <a:pt x="35493" y="35728"/>
                          </a:moveTo>
                          <a:cubicBezTo>
                            <a:pt x="19196" y="27997"/>
                            <a:pt x="13194" y="17292"/>
                            <a:pt x="2251" y="15496"/>
                          </a:cubicBezTo>
                          <a:cubicBezTo>
                            <a:pt x="570" y="15533"/>
                            <a:pt x="-1472" y="9817"/>
                            <a:pt x="1271" y="3563"/>
                          </a:cubicBezTo>
                          <a:cubicBezTo>
                            <a:pt x="4619" y="-2171"/>
                            <a:pt x="19403" y="696"/>
                            <a:pt x="19403" y="696"/>
                          </a:cubicBezTo>
                          <a:cubicBezTo>
                            <a:pt x="28095" y="2405"/>
                            <a:pt x="31463" y="14069"/>
                            <a:pt x="47012" y="20871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5" name="フリーフォーム: 図形 284">
              <a:extLst>
                <a:ext uri="{FF2B5EF4-FFF2-40B4-BE49-F238E27FC236}">
                  <a16:creationId xmlns:a16="http://schemas.microsoft.com/office/drawing/2014/main" id="{E6CBCFDA-056E-BDD0-D3DC-142E1405D6C3}"/>
                </a:ext>
              </a:extLst>
            </p:cNvPr>
            <p:cNvSpPr/>
            <p:nvPr/>
          </p:nvSpPr>
          <p:spPr>
            <a:xfrm>
              <a:off x="8897397" y="3157122"/>
              <a:ext cx="108143" cy="82368"/>
            </a:xfrm>
            <a:custGeom>
              <a:avLst/>
              <a:gdLst>
                <a:gd name="csX0" fmla="*/ -3 w 108143"/>
                <a:gd name="csY0" fmla="*/ -22 h 82368"/>
                <a:gd name="csX1" fmla="*/ 57501 w 108143"/>
                <a:gd name="csY1" fmla="*/ 53657 h 82368"/>
                <a:gd name="csX2" fmla="*/ 74161 w 108143"/>
                <a:gd name="csY2" fmla="*/ 60821 h 82368"/>
                <a:gd name="csX3" fmla="*/ 98993 w 108143"/>
                <a:gd name="csY3" fmla="*/ 80399 h 82368"/>
                <a:gd name="csX4" fmla="*/ 108141 w 108143"/>
                <a:gd name="csY4" fmla="*/ 75139 h 823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8143" h="82368">
                  <a:moveTo>
                    <a:pt x="-3" y="-22"/>
                  </a:moveTo>
                  <a:cubicBezTo>
                    <a:pt x="-3" y="-22"/>
                    <a:pt x="50312" y="48879"/>
                    <a:pt x="57501" y="53657"/>
                  </a:cubicBezTo>
                  <a:cubicBezTo>
                    <a:pt x="64687" y="58428"/>
                    <a:pt x="64687" y="54605"/>
                    <a:pt x="74161" y="60821"/>
                  </a:cubicBezTo>
                  <a:cubicBezTo>
                    <a:pt x="83718" y="67020"/>
                    <a:pt x="91560" y="88935"/>
                    <a:pt x="98993" y="80399"/>
                  </a:cubicBezTo>
                  <a:cubicBezTo>
                    <a:pt x="106506" y="71856"/>
                    <a:pt x="108141" y="75139"/>
                    <a:pt x="108141" y="75139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269108811">
                    <a:custGeom>
                      <a:avLst/>
                      <a:gdLst>
                        <a:gd name="csX0" fmla="*/ -3 w 108143"/>
                        <a:gd name="csY0" fmla="*/ -22 h 82368"/>
                        <a:gd name="csX1" fmla="*/ 57501 w 108143"/>
                        <a:gd name="csY1" fmla="*/ 53657 h 82368"/>
                        <a:gd name="csX2" fmla="*/ 74161 w 108143"/>
                        <a:gd name="csY2" fmla="*/ 60821 h 82368"/>
                        <a:gd name="csX3" fmla="*/ 98993 w 108143"/>
                        <a:gd name="csY3" fmla="*/ 80399 h 82368"/>
                        <a:gd name="csX4" fmla="*/ 108141 w 108143"/>
                        <a:gd name="csY4" fmla="*/ 75139 h 82368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</a:cxnLst>
                      <a:rect l="l" t="t" r="r" b="b"/>
                      <a:pathLst>
                        <a:path w="108143" h="82368" extrusionOk="0">
                          <a:moveTo>
                            <a:pt x="-3" y="-22"/>
                          </a:moveTo>
                          <a:cubicBezTo>
                            <a:pt x="-398" y="-471"/>
                            <a:pt x="50490" y="48615"/>
                            <a:pt x="57501" y="53657"/>
                          </a:cubicBezTo>
                          <a:cubicBezTo>
                            <a:pt x="64800" y="58418"/>
                            <a:pt x="64860" y="54653"/>
                            <a:pt x="74161" y="60821"/>
                          </a:cubicBezTo>
                          <a:cubicBezTo>
                            <a:pt x="83729" y="67899"/>
                            <a:pt x="92514" y="89066"/>
                            <a:pt x="98993" y="80399"/>
                          </a:cubicBezTo>
                          <a:cubicBezTo>
                            <a:pt x="106506" y="71856"/>
                            <a:pt x="108141" y="75140"/>
                            <a:pt x="108141" y="75139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6" name="フリーフォーム: 図形 285">
              <a:extLst>
                <a:ext uri="{FF2B5EF4-FFF2-40B4-BE49-F238E27FC236}">
                  <a16:creationId xmlns:a16="http://schemas.microsoft.com/office/drawing/2014/main" id="{EF09890F-FCE2-D621-4E56-7DF346B71413}"/>
                </a:ext>
              </a:extLst>
            </p:cNvPr>
            <p:cNvSpPr/>
            <p:nvPr/>
          </p:nvSpPr>
          <p:spPr>
            <a:xfrm>
              <a:off x="9011829" y="3161932"/>
              <a:ext cx="41001" cy="54986"/>
            </a:xfrm>
            <a:custGeom>
              <a:avLst/>
              <a:gdLst>
                <a:gd name="csX0" fmla="*/ 41002 w 41001"/>
                <a:gd name="csY0" fmla="*/ -22 h 54986"/>
                <a:gd name="csX1" fmla="*/ 27118 w 41001"/>
                <a:gd name="csY1" fmla="*/ 26401 h 54986"/>
                <a:gd name="csX2" fmla="*/ 0 w 41001"/>
                <a:gd name="csY2" fmla="*/ 54964 h 549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1001" h="54986">
                  <a:moveTo>
                    <a:pt x="41002" y="-22"/>
                  </a:moveTo>
                  <a:cubicBezTo>
                    <a:pt x="41002" y="-22"/>
                    <a:pt x="35204" y="17327"/>
                    <a:pt x="27118" y="26401"/>
                  </a:cubicBezTo>
                  <a:cubicBezTo>
                    <a:pt x="18949" y="35467"/>
                    <a:pt x="0" y="54964"/>
                    <a:pt x="0" y="54964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729187766">
                    <a:custGeom>
                      <a:avLst/>
                      <a:gdLst>
                        <a:gd name="csX0" fmla="*/ 41002 w 41001"/>
                        <a:gd name="csY0" fmla="*/ -22 h 54986"/>
                        <a:gd name="csX1" fmla="*/ 27118 w 41001"/>
                        <a:gd name="csY1" fmla="*/ 26401 h 54986"/>
                        <a:gd name="csX2" fmla="*/ 0 w 41001"/>
                        <a:gd name="csY2" fmla="*/ 54964 h 54986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</a:cxnLst>
                      <a:rect l="l" t="t" r="r" b="b"/>
                      <a:pathLst>
                        <a:path w="41001" h="54986" extrusionOk="0">
                          <a:moveTo>
                            <a:pt x="41002" y="-22"/>
                          </a:moveTo>
                          <a:cubicBezTo>
                            <a:pt x="40710" y="962"/>
                            <a:pt x="33665" y="16599"/>
                            <a:pt x="27118" y="26401"/>
                          </a:cubicBezTo>
                          <a:cubicBezTo>
                            <a:pt x="18949" y="35467"/>
                            <a:pt x="1" y="54963"/>
                            <a:pt x="0" y="54964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7" name="フリーフォーム: 図形 286">
              <a:extLst>
                <a:ext uri="{FF2B5EF4-FFF2-40B4-BE49-F238E27FC236}">
                  <a16:creationId xmlns:a16="http://schemas.microsoft.com/office/drawing/2014/main" id="{595E73BC-9FDD-8995-81AC-4C5B7491C225}"/>
                </a:ext>
              </a:extLst>
            </p:cNvPr>
            <p:cNvSpPr/>
            <p:nvPr/>
          </p:nvSpPr>
          <p:spPr>
            <a:xfrm>
              <a:off x="8165966" y="2717499"/>
              <a:ext cx="1032989" cy="443913"/>
            </a:xfrm>
            <a:custGeom>
              <a:avLst/>
              <a:gdLst>
                <a:gd name="csX0" fmla="*/ 51601 w 1032989"/>
                <a:gd name="csY0" fmla="*/ 260224 h 443913"/>
                <a:gd name="csX1" fmla="*/ 11496 w 1032989"/>
                <a:gd name="csY1" fmla="*/ 299863 h 443913"/>
                <a:gd name="csX2" fmla="*/ 11985 w 1032989"/>
                <a:gd name="csY2" fmla="*/ 392504 h 443913"/>
                <a:gd name="csX3" fmla="*/ 128951 w 1032989"/>
                <a:gd name="csY3" fmla="*/ 443602 h 443913"/>
                <a:gd name="csX4" fmla="*/ 406907 w 1032989"/>
                <a:gd name="csY4" fmla="*/ 413520 h 443913"/>
                <a:gd name="csX5" fmla="*/ 686740 w 1032989"/>
                <a:gd name="csY5" fmla="*/ 296522 h 443913"/>
                <a:gd name="csX6" fmla="*/ 922139 w 1032989"/>
                <a:gd name="csY6" fmla="*/ 126997 h 443913"/>
                <a:gd name="csX7" fmla="*/ 1032978 w 1032989"/>
                <a:gd name="csY7" fmla="*/ -31 h 4439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032989" h="443913">
                  <a:moveTo>
                    <a:pt x="51601" y="260224"/>
                  </a:moveTo>
                  <a:cubicBezTo>
                    <a:pt x="51601" y="260224"/>
                    <a:pt x="23421" y="260224"/>
                    <a:pt x="11496" y="299863"/>
                  </a:cubicBezTo>
                  <a:cubicBezTo>
                    <a:pt x="-428" y="339502"/>
                    <a:pt x="-7126" y="365288"/>
                    <a:pt x="11985" y="392504"/>
                  </a:cubicBezTo>
                  <a:cubicBezTo>
                    <a:pt x="31099" y="419727"/>
                    <a:pt x="37305" y="441691"/>
                    <a:pt x="128951" y="443602"/>
                  </a:cubicBezTo>
                  <a:cubicBezTo>
                    <a:pt x="220678" y="445514"/>
                    <a:pt x="332414" y="437876"/>
                    <a:pt x="406907" y="413520"/>
                  </a:cubicBezTo>
                  <a:cubicBezTo>
                    <a:pt x="481397" y="389163"/>
                    <a:pt x="630381" y="333295"/>
                    <a:pt x="686740" y="296522"/>
                  </a:cubicBezTo>
                  <a:cubicBezTo>
                    <a:pt x="743099" y="259751"/>
                    <a:pt x="858185" y="192896"/>
                    <a:pt x="922139" y="126997"/>
                  </a:cubicBezTo>
                  <a:cubicBezTo>
                    <a:pt x="986175" y="61090"/>
                    <a:pt x="1032978" y="-31"/>
                    <a:pt x="1032978" y="-31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931382332">
                    <a:custGeom>
                      <a:avLst/>
                      <a:gdLst>
                        <a:gd name="csX0" fmla="*/ 51601 w 1032989"/>
                        <a:gd name="csY0" fmla="*/ 260224 h 443913"/>
                        <a:gd name="csX1" fmla="*/ 11496 w 1032989"/>
                        <a:gd name="csY1" fmla="*/ 299863 h 443913"/>
                        <a:gd name="csX2" fmla="*/ 11985 w 1032989"/>
                        <a:gd name="csY2" fmla="*/ 392504 h 443913"/>
                        <a:gd name="csX3" fmla="*/ 128951 w 1032989"/>
                        <a:gd name="csY3" fmla="*/ 443602 h 443913"/>
                        <a:gd name="csX4" fmla="*/ 406907 w 1032989"/>
                        <a:gd name="csY4" fmla="*/ 413520 h 443913"/>
                        <a:gd name="csX5" fmla="*/ 686740 w 1032989"/>
                        <a:gd name="csY5" fmla="*/ 296522 h 443913"/>
                        <a:gd name="csX6" fmla="*/ 922139 w 1032989"/>
                        <a:gd name="csY6" fmla="*/ 126997 h 443913"/>
                        <a:gd name="csX7" fmla="*/ 1032978 w 1032989"/>
                        <a:gd name="csY7" fmla="*/ -31 h 443913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</a:cxnLst>
                      <a:rect l="l" t="t" r="r" b="b"/>
                      <a:pathLst>
                        <a:path w="1032989" h="443913" extrusionOk="0">
                          <a:moveTo>
                            <a:pt x="51601" y="260224"/>
                          </a:moveTo>
                          <a:cubicBezTo>
                            <a:pt x="48991" y="261609"/>
                            <a:pt x="15216" y="261569"/>
                            <a:pt x="11496" y="299863"/>
                          </a:cubicBezTo>
                          <a:cubicBezTo>
                            <a:pt x="-4484" y="345649"/>
                            <a:pt x="-11115" y="366451"/>
                            <a:pt x="11985" y="392504"/>
                          </a:cubicBezTo>
                          <a:cubicBezTo>
                            <a:pt x="34089" y="416407"/>
                            <a:pt x="39968" y="442695"/>
                            <a:pt x="128951" y="443602"/>
                          </a:cubicBezTo>
                          <a:cubicBezTo>
                            <a:pt x="219041" y="442216"/>
                            <a:pt x="310736" y="436505"/>
                            <a:pt x="406907" y="413520"/>
                          </a:cubicBezTo>
                          <a:cubicBezTo>
                            <a:pt x="498127" y="389553"/>
                            <a:pt x="630336" y="334865"/>
                            <a:pt x="686740" y="296522"/>
                          </a:cubicBezTo>
                          <a:cubicBezTo>
                            <a:pt x="747024" y="252813"/>
                            <a:pt x="847543" y="216897"/>
                            <a:pt x="922139" y="126997"/>
                          </a:cubicBezTo>
                          <a:cubicBezTo>
                            <a:pt x="986175" y="61091"/>
                            <a:pt x="1032978" y="-32"/>
                            <a:pt x="1032978" y="-31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8" name="フリーフォーム: 図形 287">
              <a:extLst>
                <a:ext uri="{FF2B5EF4-FFF2-40B4-BE49-F238E27FC236}">
                  <a16:creationId xmlns:a16="http://schemas.microsoft.com/office/drawing/2014/main" id="{719824F8-E4ED-045C-C750-EEB0B348661B}"/>
                </a:ext>
              </a:extLst>
            </p:cNvPr>
            <p:cNvSpPr/>
            <p:nvPr/>
          </p:nvSpPr>
          <p:spPr>
            <a:xfrm>
              <a:off x="9086076" y="2794636"/>
              <a:ext cx="228948" cy="250551"/>
            </a:xfrm>
            <a:custGeom>
              <a:avLst/>
              <a:gdLst>
                <a:gd name="csX0" fmla="*/ 6 w 228948"/>
                <a:gd name="csY0" fmla="*/ 250520 h 250551"/>
                <a:gd name="csX1" fmla="*/ 118848 w 228948"/>
                <a:gd name="csY1" fmla="*/ 148543 h 250551"/>
                <a:gd name="csX2" fmla="*/ 206655 w 228948"/>
                <a:gd name="csY2" fmla="*/ 41168 h 250551"/>
                <a:gd name="csX3" fmla="*/ 228954 w 228948"/>
                <a:gd name="csY3" fmla="*/ -32 h 2505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8948" h="250551">
                  <a:moveTo>
                    <a:pt x="6" y="250520"/>
                  </a:moveTo>
                  <a:cubicBezTo>
                    <a:pt x="6" y="250520"/>
                    <a:pt x="95243" y="176233"/>
                    <a:pt x="118848" y="148543"/>
                  </a:cubicBezTo>
                  <a:cubicBezTo>
                    <a:pt x="142536" y="120854"/>
                    <a:pt x="184355" y="81681"/>
                    <a:pt x="206655" y="41168"/>
                  </a:cubicBezTo>
                  <a:cubicBezTo>
                    <a:pt x="228954" y="646"/>
                    <a:pt x="228954" y="-32"/>
                    <a:pt x="228954" y="-32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076705541">
                    <a:custGeom>
                      <a:avLst/>
                      <a:gdLst>
                        <a:gd name="csX0" fmla="*/ 6 w 228948"/>
                        <a:gd name="csY0" fmla="*/ 250520 h 250551"/>
                        <a:gd name="csX1" fmla="*/ 118848 w 228948"/>
                        <a:gd name="csY1" fmla="*/ 148543 h 250551"/>
                        <a:gd name="csX2" fmla="*/ 206655 w 228948"/>
                        <a:gd name="csY2" fmla="*/ 41168 h 250551"/>
                        <a:gd name="csX3" fmla="*/ 228954 w 228948"/>
                        <a:gd name="csY3" fmla="*/ -32 h 250551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</a:cxnLst>
                      <a:rect l="l" t="t" r="r" b="b"/>
                      <a:pathLst>
                        <a:path w="228948" h="250551" extrusionOk="0">
                          <a:moveTo>
                            <a:pt x="6" y="250520"/>
                          </a:moveTo>
                          <a:cubicBezTo>
                            <a:pt x="-201" y="249636"/>
                            <a:pt x="90880" y="182054"/>
                            <a:pt x="118848" y="148543"/>
                          </a:cubicBezTo>
                          <a:cubicBezTo>
                            <a:pt x="137887" y="117152"/>
                            <a:pt x="188998" y="85350"/>
                            <a:pt x="206655" y="41168"/>
                          </a:cubicBezTo>
                          <a:cubicBezTo>
                            <a:pt x="228954" y="646"/>
                            <a:pt x="228954" y="-31"/>
                            <a:pt x="228954" y="-32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9" name="フリーフォーム: 図形 288">
              <a:extLst>
                <a:ext uri="{FF2B5EF4-FFF2-40B4-BE49-F238E27FC236}">
                  <a16:creationId xmlns:a16="http://schemas.microsoft.com/office/drawing/2014/main" id="{FA01E5D6-13A3-2603-2A8B-155688DBD162}"/>
                </a:ext>
              </a:extLst>
            </p:cNvPr>
            <p:cNvSpPr/>
            <p:nvPr/>
          </p:nvSpPr>
          <p:spPr>
            <a:xfrm>
              <a:off x="9094897" y="2845230"/>
              <a:ext cx="218900" cy="226968"/>
            </a:xfrm>
            <a:custGeom>
              <a:avLst/>
              <a:gdLst>
                <a:gd name="csX0" fmla="*/ 6 w 218900"/>
                <a:gd name="csY0" fmla="*/ 226939 h 226968"/>
                <a:gd name="csX1" fmla="*/ 112724 w 218900"/>
                <a:gd name="csY1" fmla="*/ 124962 h 226968"/>
                <a:gd name="csX2" fmla="*/ 198486 w 218900"/>
                <a:gd name="csY2" fmla="*/ 27037 h 226968"/>
                <a:gd name="csX3" fmla="*/ 218906 w 218900"/>
                <a:gd name="csY3" fmla="*/ 1 h 2269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8900" h="226968">
                  <a:moveTo>
                    <a:pt x="6" y="226939"/>
                  </a:moveTo>
                  <a:cubicBezTo>
                    <a:pt x="6" y="226939"/>
                    <a:pt x="96552" y="144549"/>
                    <a:pt x="112724" y="124962"/>
                  </a:cubicBezTo>
                  <a:cubicBezTo>
                    <a:pt x="128979" y="105376"/>
                    <a:pt x="178149" y="56131"/>
                    <a:pt x="198486" y="27037"/>
                  </a:cubicBezTo>
                  <a:cubicBezTo>
                    <a:pt x="218906" y="-2049"/>
                    <a:pt x="218906" y="1"/>
                    <a:pt x="218906" y="1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3383259">
                    <a:custGeom>
                      <a:avLst/>
                      <a:gdLst>
                        <a:gd name="csX0" fmla="*/ 6 w 218900"/>
                        <a:gd name="csY0" fmla="*/ 226939 h 226968"/>
                        <a:gd name="csX1" fmla="*/ 112724 w 218900"/>
                        <a:gd name="csY1" fmla="*/ 124962 h 226968"/>
                        <a:gd name="csX2" fmla="*/ 198486 w 218900"/>
                        <a:gd name="csY2" fmla="*/ 27037 h 226968"/>
                        <a:gd name="csX3" fmla="*/ 218906 w 218900"/>
                        <a:gd name="csY3" fmla="*/ 1 h 226968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</a:cxnLst>
                      <a:rect l="l" t="t" r="r" b="b"/>
                      <a:pathLst>
                        <a:path w="218900" h="226968" extrusionOk="0">
                          <a:moveTo>
                            <a:pt x="6" y="226939"/>
                          </a:moveTo>
                          <a:cubicBezTo>
                            <a:pt x="-1570" y="230147"/>
                            <a:pt x="95007" y="151847"/>
                            <a:pt x="112724" y="124962"/>
                          </a:cubicBezTo>
                          <a:cubicBezTo>
                            <a:pt x="132837" y="99950"/>
                            <a:pt x="174475" y="56713"/>
                            <a:pt x="198486" y="27037"/>
                          </a:cubicBezTo>
                          <a:cubicBezTo>
                            <a:pt x="218906" y="-2048"/>
                            <a:pt x="218906" y="1"/>
                            <a:pt x="218906" y="1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90" name="フリーフォーム: 図形 289">
              <a:extLst>
                <a:ext uri="{FF2B5EF4-FFF2-40B4-BE49-F238E27FC236}">
                  <a16:creationId xmlns:a16="http://schemas.microsoft.com/office/drawing/2014/main" id="{7E840788-2B0B-97D2-1657-B1078665FED1}"/>
                </a:ext>
              </a:extLst>
            </p:cNvPr>
            <p:cNvSpPr/>
            <p:nvPr/>
          </p:nvSpPr>
          <p:spPr>
            <a:xfrm>
              <a:off x="9094162" y="2883104"/>
              <a:ext cx="219962" cy="216115"/>
            </a:xfrm>
            <a:custGeom>
              <a:avLst/>
              <a:gdLst>
                <a:gd name="csX0" fmla="*/ 6 w 219962"/>
                <a:gd name="csY0" fmla="*/ 216086 h 216115"/>
                <a:gd name="csX1" fmla="*/ 203960 w 219962"/>
                <a:gd name="csY1" fmla="*/ 23609 h 216115"/>
                <a:gd name="csX2" fmla="*/ 219968 w 219962"/>
                <a:gd name="csY2" fmla="*/ -29 h 2161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19962" h="216115">
                  <a:moveTo>
                    <a:pt x="6" y="216086"/>
                  </a:moveTo>
                  <a:cubicBezTo>
                    <a:pt x="6" y="216086"/>
                    <a:pt x="187950" y="45899"/>
                    <a:pt x="203960" y="23609"/>
                  </a:cubicBezTo>
                  <a:cubicBezTo>
                    <a:pt x="219968" y="1318"/>
                    <a:pt x="219968" y="-29"/>
                    <a:pt x="219968" y="-29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3459613316">
                    <a:custGeom>
                      <a:avLst/>
                      <a:gdLst>
                        <a:gd name="csX0" fmla="*/ 6 w 219962"/>
                        <a:gd name="csY0" fmla="*/ 216086 h 216115"/>
                        <a:gd name="csX1" fmla="*/ 203960 w 219962"/>
                        <a:gd name="csY1" fmla="*/ 23609 h 216115"/>
                        <a:gd name="csX2" fmla="*/ 219968 w 219962"/>
                        <a:gd name="csY2" fmla="*/ -29 h 216115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</a:cxnLst>
                      <a:rect l="l" t="t" r="r" b="b"/>
                      <a:pathLst>
                        <a:path w="219962" h="216115" extrusionOk="0">
                          <a:moveTo>
                            <a:pt x="6" y="216086"/>
                          </a:moveTo>
                          <a:cubicBezTo>
                            <a:pt x="-1856" y="217043"/>
                            <a:pt x="183672" y="48714"/>
                            <a:pt x="203960" y="23609"/>
                          </a:cubicBezTo>
                          <a:cubicBezTo>
                            <a:pt x="219968" y="1317"/>
                            <a:pt x="219968" y="-29"/>
                            <a:pt x="219968" y="-29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91" name="フリーフォーム: 図形 290">
              <a:extLst>
                <a:ext uri="{FF2B5EF4-FFF2-40B4-BE49-F238E27FC236}">
                  <a16:creationId xmlns:a16="http://schemas.microsoft.com/office/drawing/2014/main" id="{3E877DE6-B8B5-54E8-A823-5F1A656BB76B}"/>
                </a:ext>
              </a:extLst>
            </p:cNvPr>
            <p:cNvSpPr/>
            <p:nvPr/>
          </p:nvSpPr>
          <p:spPr>
            <a:xfrm>
              <a:off x="9101595" y="2968197"/>
              <a:ext cx="156007" cy="152625"/>
            </a:xfrm>
            <a:custGeom>
              <a:avLst/>
              <a:gdLst>
                <a:gd name="csX0" fmla="*/ 5 w 156007"/>
                <a:gd name="csY0" fmla="*/ 152599 h 152625"/>
                <a:gd name="csX1" fmla="*/ 122933 w 156007"/>
                <a:gd name="csY1" fmla="*/ 35765 h 152625"/>
                <a:gd name="csX2" fmla="*/ 156013 w 156007"/>
                <a:gd name="csY2" fmla="*/ -27 h 1526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56007" h="152625">
                  <a:moveTo>
                    <a:pt x="5" y="152599"/>
                  </a:moveTo>
                  <a:cubicBezTo>
                    <a:pt x="5" y="152599"/>
                    <a:pt x="89853" y="71565"/>
                    <a:pt x="122933" y="35765"/>
                  </a:cubicBezTo>
                  <a:cubicBezTo>
                    <a:pt x="156013" y="-27"/>
                    <a:pt x="156013" y="-27"/>
                    <a:pt x="156013" y="-27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569043835">
                    <a:custGeom>
                      <a:avLst/>
                      <a:gdLst>
                        <a:gd name="csX0" fmla="*/ 5 w 156007"/>
                        <a:gd name="csY0" fmla="*/ 152599 h 152625"/>
                        <a:gd name="csX1" fmla="*/ 122933 w 156007"/>
                        <a:gd name="csY1" fmla="*/ 35765 h 152625"/>
                        <a:gd name="csX2" fmla="*/ 156013 w 156007"/>
                        <a:gd name="csY2" fmla="*/ -27 h 152625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</a:cxnLst>
                      <a:rect l="l" t="t" r="r" b="b"/>
                      <a:pathLst>
                        <a:path w="156007" h="152625" extrusionOk="0">
                          <a:moveTo>
                            <a:pt x="5" y="152599"/>
                          </a:moveTo>
                          <a:cubicBezTo>
                            <a:pt x="-3112" y="144852"/>
                            <a:pt x="88365" y="72599"/>
                            <a:pt x="122933" y="35765"/>
                          </a:cubicBezTo>
                          <a:cubicBezTo>
                            <a:pt x="156012" y="-27"/>
                            <a:pt x="156013" y="-26"/>
                            <a:pt x="156013" y="-27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92" name="フリーフォーム: 図形 291">
              <a:extLst>
                <a:ext uri="{FF2B5EF4-FFF2-40B4-BE49-F238E27FC236}">
                  <a16:creationId xmlns:a16="http://schemas.microsoft.com/office/drawing/2014/main" id="{9DCA3818-7EDB-8749-8E97-4BA67A6D47AF}"/>
                </a:ext>
              </a:extLst>
            </p:cNvPr>
            <p:cNvSpPr/>
            <p:nvPr/>
          </p:nvSpPr>
          <p:spPr>
            <a:xfrm>
              <a:off x="9102248" y="3061393"/>
              <a:ext cx="93930" cy="84423"/>
            </a:xfrm>
            <a:custGeom>
              <a:avLst/>
              <a:gdLst>
                <a:gd name="csX0" fmla="*/ 4 w 93930"/>
                <a:gd name="csY0" fmla="*/ 84398 h 84423"/>
                <a:gd name="csX1" fmla="*/ 74333 w 93930"/>
                <a:gd name="csY1" fmla="*/ 19562 h 84423"/>
                <a:gd name="csX2" fmla="*/ 93935 w 93930"/>
                <a:gd name="csY2" fmla="*/ -25 h 844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3930" h="84423">
                  <a:moveTo>
                    <a:pt x="4" y="84398"/>
                  </a:moveTo>
                  <a:cubicBezTo>
                    <a:pt x="4" y="84398"/>
                    <a:pt x="54730" y="39149"/>
                    <a:pt x="74333" y="19562"/>
                  </a:cubicBezTo>
                  <a:cubicBezTo>
                    <a:pt x="93935" y="-25"/>
                    <a:pt x="93935" y="-25"/>
                    <a:pt x="93935" y="-25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931143132">
                    <a:custGeom>
                      <a:avLst/>
                      <a:gdLst>
                        <a:gd name="csX0" fmla="*/ 4 w 93930"/>
                        <a:gd name="csY0" fmla="*/ 84398 h 84423"/>
                        <a:gd name="csX1" fmla="*/ 74333 w 93930"/>
                        <a:gd name="csY1" fmla="*/ 19562 h 84423"/>
                        <a:gd name="csX2" fmla="*/ 93935 w 93930"/>
                        <a:gd name="csY2" fmla="*/ -25 h 84423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</a:cxnLst>
                      <a:rect l="l" t="t" r="r" b="b"/>
                      <a:pathLst>
                        <a:path w="93930" h="84423" extrusionOk="0">
                          <a:moveTo>
                            <a:pt x="4" y="84398"/>
                          </a:moveTo>
                          <a:cubicBezTo>
                            <a:pt x="-703" y="82315"/>
                            <a:pt x="55291" y="32564"/>
                            <a:pt x="74333" y="19562"/>
                          </a:cubicBezTo>
                          <a:cubicBezTo>
                            <a:pt x="93934" y="-26"/>
                            <a:pt x="93935" y="-25"/>
                            <a:pt x="93935" y="-25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93" name="フリーフォーム: 図形 292">
              <a:extLst>
                <a:ext uri="{FF2B5EF4-FFF2-40B4-BE49-F238E27FC236}">
                  <a16:creationId xmlns:a16="http://schemas.microsoft.com/office/drawing/2014/main" id="{B9386210-836C-0AE5-745F-BD999BD0CD7B}"/>
                </a:ext>
              </a:extLst>
            </p:cNvPr>
            <p:cNvSpPr/>
            <p:nvPr/>
          </p:nvSpPr>
          <p:spPr>
            <a:xfrm>
              <a:off x="9104781" y="3087057"/>
              <a:ext cx="86009" cy="82112"/>
            </a:xfrm>
            <a:custGeom>
              <a:avLst/>
              <a:gdLst>
                <a:gd name="csX0" fmla="*/ 4 w 86009"/>
                <a:gd name="csY0" fmla="*/ 82088 h 82112"/>
                <a:gd name="csX1" fmla="*/ 68450 w 86009"/>
                <a:gd name="csY1" fmla="*/ 17537 h 82112"/>
                <a:gd name="csX2" fmla="*/ 86013 w 86009"/>
                <a:gd name="csY2" fmla="*/ -24 h 821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86009" h="82112">
                  <a:moveTo>
                    <a:pt x="4" y="82088"/>
                  </a:moveTo>
                  <a:cubicBezTo>
                    <a:pt x="4" y="82088"/>
                    <a:pt x="50889" y="35098"/>
                    <a:pt x="68450" y="17537"/>
                  </a:cubicBezTo>
                  <a:cubicBezTo>
                    <a:pt x="86013" y="-24"/>
                    <a:pt x="86013" y="-24"/>
                    <a:pt x="86013" y="-24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045891278">
                    <a:custGeom>
                      <a:avLst/>
                      <a:gdLst>
                        <a:gd name="csX0" fmla="*/ 4 w 86009"/>
                        <a:gd name="csY0" fmla="*/ 82088 h 82112"/>
                        <a:gd name="csX1" fmla="*/ 68450 w 86009"/>
                        <a:gd name="csY1" fmla="*/ 17537 h 82112"/>
                        <a:gd name="csX2" fmla="*/ 86013 w 86009"/>
                        <a:gd name="csY2" fmla="*/ -24 h 82112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</a:cxnLst>
                      <a:rect l="l" t="t" r="r" b="b"/>
                      <a:pathLst>
                        <a:path w="86009" h="82112" extrusionOk="0">
                          <a:moveTo>
                            <a:pt x="4" y="82088"/>
                          </a:moveTo>
                          <a:cubicBezTo>
                            <a:pt x="3489" y="83313"/>
                            <a:pt x="45126" y="36039"/>
                            <a:pt x="68450" y="17537"/>
                          </a:cubicBezTo>
                          <a:cubicBezTo>
                            <a:pt x="86014" y="-24"/>
                            <a:pt x="86013" y="-23"/>
                            <a:pt x="86013" y="-24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94" name="フリーフォーム: 図形 293">
              <a:extLst>
                <a:ext uri="{FF2B5EF4-FFF2-40B4-BE49-F238E27FC236}">
                  <a16:creationId xmlns:a16="http://schemas.microsoft.com/office/drawing/2014/main" id="{6002D95F-D50D-BC38-96F6-D9A51C7B5248}"/>
                </a:ext>
              </a:extLst>
            </p:cNvPr>
            <p:cNvSpPr/>
            <p:nvPr/>
          </p:nvSpPr>
          <p:spPr>
            <a:xfrm>
              <a:off x="9119482" y="3118128"/>
              <a:ext cx="64527" cy="61210"/>
            </a:xfrm>
            <a:custGeom>
              <a:avLst/>
              <a:gdLst>
                <a:gd name="csX0" fmla="*/ 4 w 64527"/>
                <a:gd name="csY0" fmla="*/ 61187 h 61210"/>
                <a:gd name="csX1" fmla="*/ 51054 w 64527"/>
                <a:gd name="csY1" fmla="*/ 14834 h 61210"/>
                <a:gd name="csX2" fmla="*/ 64532 w 64527"/>
                <a:gd name="csY2" fmla="*/ -24 h 612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4527" h="61210">
                  <a:moveTo>
                    <a:pt x="4" y="61187"/>
                  </a:moveTo>
                  <a:cubicBezTo>
                    <a:pt x="4" y="61187"/>
                    <a:pt x="37496" y="29013"/>
                    <a:pt x="51054" y="14834"/>
                  </a:cubicBezTo>
                  <a:cubicBezTo>
                    <a:pt x="64532" y="646"/>
                    <a:pt x="64532" y="-24"/>
                    <a:pt x="64532" y="-24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883987794">
                    <a:custGeom>
                      <a:avLst/>
                      <a:gdLst>
                        <a:gd name="csX0" fmla="*/ 4 w 64527"/>
                        <a:gd name="csY0" fmla="*/ 61187 h 61210"/>
                        <a:gd name="csX1" fmla="*/ 51054 w 64527"/>
                        <a:gd name="csY1" fmla="*/ 14834 h 61210"/>
                        <a:gd name="csX2" fmla="*/ 64532 w 64527"/>
                        <a:gd name="csY2" fmla="*/ -24 h 6121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</a:cxnLst>
                      <a:rect l="l" t="t" r="r" b="b"/>
                      <a:pathLst>
                        <a:path w="64527" h="61210" extrusionOk="0">
                          <a:moveTo>
                            <a:pt x="4" y="61187"/>
                          </a:moveTo>
                          <a:cubicBezTo>
                            <a:pt x="614" y="63031"/>
                            <a:pt x="38597" y="29603"/>
                            <a:pt x="51054" y="14834"/>
                          </a:cubicBezTo>
                          <a:cubicBezTo>
                            <a:pt x="64532" y="646"/>
                            <a:pt x="64531" y="-24"/>
                            <a:pt x="64532" y="-24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95" name="フリーフォーム: 図形 294">
              <a:extLst>
                <a:ext uri="{FF2B5EF4-FFF2-40B4-BE49-F238E27FC236}">
                  <a16:creationId xmlns:a16="http://schemas.microsoft.com/office/drawing/2014/main" id="{EF10AFB4-8711-D1CF-A0FE-F2609342F7C7}"/>
                </a:ext>
              </a:extLst>
            </p:cNvPr>
            <p:cNvSpPr/>
            <p:nvPr/>
          </p:nvSpPr>
          <p:spPr>
            <a:xfrm>
              <a:off x="9187712" y="3013701"/>
              <a:ext cx="72341" cy="180380"/>
            </a:xfrm>
            <a:custGeom>
              <a:avLst/>
              <a:gdLst>
                <a:gd name="csX0" fmla="*/ 72348 w 72341"/>
                <a:gd name="csY0" fmla="*/ 180355 h 180380"/>
                <a:gd name="csX1" fmla="*/ 18601 w 72341"/>
                <a:gd name="csY1" fmla="*/ 119259 h 180380"/>
                <a:gd name="csX2" fmla="*/ 3085 w 72341"/>
                <a:gd name="csY2" fmla="*/ 73330 h 180380"/>
                <a:gd name="csX3" fmla="*/ 8474 w 72341"/>
                <a:gd name="csY3" fmla="*/ 47667 h 180380"/>
                <a:gd name="csX4" fmla="*/ 27587 w 72341"/>
                <a:gd name="csY4" fmla="*/ -25 h 1803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341" h="180380">
                  <a:moveTo>
                    <a:pt x="72348" y="180355"/>
                  </a:moveTo>
                  <a:cubicBezTo>
                    <a:pt x="72348" y="180355"/>
                    <a:pt x="26688" y="139515"/>
                    <a:pt x="18601" y="119259"/>
                  </a:cubicBezTo>
                  <a:cubicBezTo>
                    <a:pt x="10515" y="98994"/>
                    <a:pt x="3085" y="73330"/>
                    <a:pt x="3085" y="73330"/>
                  </a:cubicBezTo>
                  <a:cubicBezTo>
                    <a:pt x="3085" y="73330"/>
                    <a:pt x="-6637" y="91300"/>
                    <a:pt x="8474" y="47667"/>
                  </a:cubicBezTo>
                  <a:cubicBezTo>
                    <a:pt x="23584" y="4042"/>
                    <a:pt x="27587" y="-25"/>
                    <a:pt x="27587" y="-25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966591877">
                    <a:custGeom>
                      <a:avLst/>
                      <a:gdLst>
                        <a:gd name="csX0" fmla="*/ 72348 w 72341"/>
                        <a:gd name="csY0" fmla="*/ 180355 h 180380"/>
                        <a:gd name="csX1" fmla="*/ 18601 w 72341"/>
                        <a:gd name="csY1" fmla="*/ 119259 h 180380"/>
                        <a:gd name="csX2" fmla="*/ 3085 w 72341"/>
                        <a:gd name="csY2" fmla="*/ 73330 h 180380"/>
                        <a:gd name="csX3" fmla="*/ 8474 w 72341"/>
                        <a:gd name="csY3" fmla="*/ 47667 h 180380"/>
                        <a:gd name="csX4" fmla="*/ 27587 w 72341"/>
                        <a:gd name="csY4" fmla="*/ -25 h 18038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</a:cxnLst>
                      <a:rect l="l" t="t" r="r" b="b"/>
                      <a:pathLst>
                        <a:path w="72341" h="180380" extrusionOk="0">
                          <a:moveTo>
                            <a:pt x="72348" y="180355"/>
                          </a:moveTo>
                          <a:cubicBezTo>
                            <a:pt x="73878" y="178548"/>
                            <a:pt x="30471" y="143596"/>
                            <a:pt x="18601" y="119259"/>
                          </a:cubicBezTo>
                          <a:cubicBezTo>
                            <a:pt x="10515" y="98994"/>
                            <a:pt x="3085" y="73331"/>
                            <a:pt x="3085" y="73330"/>
                          </a:cubicBezTo>
                          <a:cubicBezTo>
                            <a:pt x="1092" y="68236"/>
                            <a:pt x="-8833" y="85857"/>
                            <a:pt x="8474" y="47667"/>
                          </a:cubicBezTo>
                          <a:cubicBezTo>
                            <a:pt x="23584" y="4042"/>
                            <a:pt x="27586" y="-25"/>
                            <a:pt x="27587" y="-25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96" name="フリーフォーム: 図形 295">
              <a:extLst>
                <a:ext uri="{FF2B5EF4-FFF2-40B4-BE49-F238E27FC236}">
                  <a16:creationId xmlns:a16="http://schemas.microsoft.com/office/drawing/2014/main" id="{88C833DA-06A4-A677-BD6B-A10EC2572BAC}"/>
                </a:ext>
              </a:extLst>
            </p:cNvPr>
            <p:cNvSpPr/>
            <p:nvPr/>
          </p:nvSpPr>
          <p:spPr>
            <a:xfrm>
              <a:off x="9234651" y="3127095"/>
              <a:ext cx="46149" cy="14458"/>
            </a:xfrm>
            <a:custGeom>
              <a:avLst/>
              <a:gdLst>
                <a:gd name="csX0" fmla="*/ 8 w 46149"/>
                <a:gd name="csY0" fmla="*/ 1814 h 14458"/>
                <a:gd name="csX1" fmla="*/ 25655 w 46149"/>
                <a:gd name="csY1" fmla="*/ 5188 h 14458"/>
                <a:gd name="csX2" fmla="*/ 46157 w 46149"/>
                <a:gd name="csY2" fmla="*/ 14434 h 144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6149" h="14458">
                  <a:moveTo>
                    <a:pt x="8" y="1814"/>
                  </a:moveTo>
                  <a:cubicBezTo>
                    <a:pt x="8" y="1814"/>
                    <a:pt x="5153" y="-4058"/>
                    <a:pt x="25655" y="5188"/>
                  </a:cubicBezTo>
                  <a:cubicBezTo>
                    <a:pt x="46157" y="14434"/>
                    <a:pt x="46157" y="14434"/>
                    <a:pt x="46157" y="14434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79404414">
                    <a:custGeom>
                      <a:avLst/>
                      <a:gdLst>
                        <a:gd name="csX0" fmla="*/ 8 w 46149"/>
                        <a:gd name="csY0" fmla="*/ 1814 h 14458"/>
                        <a:gd name="csX1" fmla="*/ 25655 w 46149"/>
                        <a:gd name="csY1" fmla="*/ 5188 h 14458"/>
                        <a:gd name="csX2" fmla="*/ 46157 w 46149"/>
                        <a:gd name="csY2" fmla="*/ 14434 h 14458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</a:cxnLst>
                      <a:rect l="l" t="t" r="r" b="b"/>
                      <a:pathLst>
                        <a:path w="46149" h="14458" extrusionOk="0">
                          <a:moveTo>
                            <a:pt x="8" y="1814"/>
                          </a:moveTo>
                          <a:cubicBezTo>
                            <a:pt x="165" y="2203"/>
                            <a:pt x="5523" y="-3895"/>
                            <a:pt x="25655" y="5188"/>
                          </a:cubicBezTo>
                          <a:cubicBezTo>
                            <a:pt x="46157" y="14434"/>
                            <a:pt x="46156" y="14434"/>
                            <a:pt x="46157" y="14434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97" name="フリーフォーム: 図形 296">
              <a:extLst>
                <a:ext uri="{FF2B5EF4-FFF2-40B4-BE49-F238E27FC236}">
                  <a16:creationId xmlns:a16="http://schemas.microsoft.com/office/drawing/2014/main" id="{FBE4354A-5E07-06CB-7522-C72FF5BB9E01}"/>
                </a:ext>
              </a:extLst>
            </p:cNvPr>
            <p:cNvSpPr/>
            <p:nvPr/>
          </p:nvSpPr>
          <p:spPr>
            <a:xfrm>
              <a:off x="9256950" y="3058020"/>
              <a:ext cx="49905" cy="18590"/>
            </a:xfrm>
            <a:custGeom>
              <a:avLst/>
              <a:gdLst>
                <a:gd name="csX0" fmla="*/ 9 w 49905"/>
                <a:gd name="csY0" fmla="*/ -27 h 18590"/>
                <a:gd name="csX1" fmla="*/ 49914 w 49905"/>
                <a:gd name="csY1" fmla="*/ 18564 h 185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9905" h="18590">
                  <a:moveTo>
                    <a:pt x="9" y="-27"/>
                  </a:moveTo>
                  <a:lnTo>
                    <a:pt x="49914" y="18564"/>
                  </a:ln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738619863">
                    <a:custGeom>
                      <a:avLst/>
                      <a:gdLst>
                        <a:gd name="csX0" fmla="*/ 9 w 49905"/>
                        <a:gd name="csY0" fmla="*/ -27 h 18590"/>
                        <a:gd name="csX1" fmla="*/ 49914 w 49905"/>
                        <a:gd name="csY1" fmla="*/ 18564 h 1859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49905" h="18590" extrusionOk="0">
                          <a:moveTo>
                            <a:pt x="9" y="-27"/>
                          </a:moveTo>
                          <a:cubicBezTo>
                            <a:pt x="12944" y="757"/>
                            <a:pt x="26873" y="12583"/>
                            <a:pt x="49914" y="18564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98" name="フリーフォーム: 図形 297">
              <a:extLst>
                <a:ext uri="{FF2B5EF4-FFF2-40B4-BE49-F238E27FC236}">
                  <a16:creationId xmlns:a16="http://schemas.microsoft.com/office/drawing/2014/main" id="{917C269F-7419-8C69-3876-46AECCD8A20A}"/>
                </a:ext>
              </a:extLst>
            </p:cNvPr>
            <p:cNvSpPr/>
            <p:nvPr/>
          </p:nvSpPr>
          <p:spPr>
            <a:xfrm>
              <a:off x="9237115" y="3081658"/>
              <a:ext cx="49564" cy="45112"/>
            </a:xfrm>
            <a:custGeom>
              <a:avLst/>
              <a:gdLst>
                <a:gd name="csX0" fmla="*/ 49573 w 49564"/>
                <a:gd name="csY0" fmla="*/ 45087 h 45112"/>
                <a:gd name="csX1" fmla="*/ 11021 w 49564"/>
                <a:gd name="csY1" fmla="*/ 30368 h 45112"/>
                <a:gd name="csX2" fmla="*/ 891 w 49564"/>
                <a:gd name="csY2" fmla="*/ 9425 h 45112"/>
                <a:gd name="csX3" fmla="*/ 21149 w 49564"/>
                <a:gd name="csY3" fmla="*/ -25 h 451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564" h="45112">
                  <a:moveTo>
                    <a:pt x="49573" y="45087"/>
                  </a:moveTo>
                  <a:cubicBezTo>
                    <a:pt x="49573" y="45087"/>
                    <a:pt x="17799" y="36445"/>
                    <a:pt x="11021" y="30368"/>
                  </a:cubicBezTo>
                  <a:cubicBezTo>
                    <a:pt x="4323" y="24282"/>
                    <a:pt x="-2457" y="18206"/>
                    <a:pt x="891" y="9425"/>
                  </a:cubicBezTo>
                  <a:cubicBezTo>
                    <a:pt x="4323" y="653"/>
                    <a:pt x="21149" y="-25"/>
                    <a:pt x="21149" y="-25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3720350351">
                    <a:custGeom>
                      <a:avLst/>
                      <a:gdLst>
                        <a:gd name="csX0" fmla="*/ 49573 w 49564"/>
                        <a:gd name="csY0" fmla="*/ 45087 h 45112"/>
                        <a:gd name="csX1" fmla="*/ 11021 w 49564"/>
                        <a:gd name="csY1" fmla="*/ 30368 h 45112"/>
                        <a:gd name="csX2" fmla="*/ 891 w 49564"/>
                        <a:gd name="csY2" fmla="*/ 9425 h 45112"/>
                        <a:gd name="csX3" fmla="*/ 21149 w 49564"/>
                        <a:gd name="csY3" fmla="*/ -25 h 45112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</a:cxnLst>
                      <a:rect l="l" t="t" r="r" b="b"/>
                      <a:pathLst>
                        <a:path w="49564" h="45112" extrusionOk="0">
                          <a:moveTo>
                            <a:pt x="49573" y="45087"/>
                          </a:moveTo>
                          <a:cubicBezTo>
                            <a:pt x="49034" y="46295"/>
                            <a:pt x="16462" y="37381"/>
                            <a:pt x="11021" y="30368"/>
                          </a:cubicBezTo>
                          <a:cubicBezTo>
                            <a:pt x="2794" y="22747"/>
                            <a:pt x="-1558" y="18728"/>
                            <a:pt x="891" y="9425"/>
                          </a:cubicBezTo>
                          <a:cubicBezTo>
                            <a:pt x="4323" y="653"/>
                            <a:pt x="21149" y="-26"/>
                            <a:pt x="21149" y="-25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99" name="フリーフォーム: 図形 298">
              <a:extLst>
                <a:ext uri="{FF2B5EF4-FFF2-40B4-BE49-F238E27FC236}">
                  <a16:creationId xmlns:a16="http://schemas.microsoft.com/office/drawing/2014/main" id="{81B465CE-BABC-3833-4080-A8584825781B}"/>
                </a:ext>
              </a:extLst>
            </p:cNvPr>
            <p:cNvSpPr/>
            <p:nvPr/>
          </p:nvSpPr>
          <p:spPr>
            <a:xfrm>
              <a:off x="9338383" y="2575111"/>
              <a:ext cx="248144" cy="126150"/>
            </a:xfrm>
            <a:custGeom>
              <a:avLst/>
              <a:gdLst>
                <a:gd name="csX0" fmla="*/ 15 w 248144"/>
                <a:gd name="csY0" fmla="*/ 126109 h 126150"/>
                <a:gd name="csX1" fmla="*/ 87412 w 248144"/>
                <a:gd name="csY1" fmla="*/ 64155 h 126150"/>
                <a:gd name="csX2" fmla="*/ 151531 w 248144"/>
                <a:gd name="csY2" fmla="*/ 674 h 126150"/>
                <a:gd name="csX3" fmla="*/ 248159 w 248144"/>
                <a:gd name="csY3" fmla="*/ 16210 h 126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8144" h="126150">
                  <a:moveTo>
                    <a:pt x="15" y="126109"/>
                  </a:moveTo>
                  <a:cubicBezTo>
                    <a:pt x="15" y="126109"/>
                    <a:pt x="50902" y="102651"/>
                    <a:pt x="87412" y="64155"/>
                  </a:cubicBezTo>
                  <a:cubicBezTo>
                    <a:pt x="123843" y="25660"/>
                    <a:pt x="144098" y="5404"/>
                    <a:pt x="151531" y="674"/>
                  </a:cubicBezTo>
                  <a:cubicBezTo>
                    <a:pt x="158964" y="-4055"/>
                    <a:pt x="248159" y="16210"/>
                    <a:pt x="248159" y="16210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362082010">
                    <a:custGeom>
                      <a:avLst/>
                      <a:gdLst>
                        <a:gd name="csX0" fmla="*/ 15 w 248144"/>
                        <a:gd name="csY0" fmla="*/ 126109 h 126150"/>
                        <a:gd name="csX1" fmla="*/ 87412 w 248144"/>
                        <a:gd name="csY1" fmla="*/ 64155 h 126150"/>
                        <a:gd name="csX2" fmla="*/ 151531 w 248144"/>
                        <a:gd name="csY2" fmla="*/ 674 h 126150"/>
                        <a:gd name="csX3" fmla="*/ 248159 w 248144"/>
                        <a:gd name="csY3" fmla="*/ 16210 h 12615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</a:cxnLst>
                      <a:rect l="l" t="t" r="r" b="b"/>
                      <a:pathLst>
                        <a:path w="248144" h="126150" extrusionOk="0">
                          <a:moveTo>
                            <a:pt x="15" y="126109"/>
                          </a:moveTo>
                          <a:cubicBezTo>
                            <a:pt x="-90" y="128468"/>
                            <a:pt x="57823" y="99464"/>
                            <a:pt x="87412" y="64155"/>
                          </a:cubicBezTo>
                          <a:cubicBezTo>
                            <a:pt x="122500" y="26328"/>
                            <a:pt x="144540" y="2934"/>
                            <a:pt x="151531" y="674"/>
                          </a:cubicBezTo>
                          <a:cubicBezTo>
                            <a:pt x="158964" y="-4055"/>
                            <a:pt x="248160" y="16209"/>
                            <a:pt x="248159" y="16210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00" name="フリーフォーム: 図形 299">
              <a:extLst>
                <a:ext uri="{FF2B5EF4-FFF2-40B4-BE49-F238E27FC236}">
                  <a16:creationId xmlns:a16="http://schemas.microsoft.com/office/drawing/2014/main" id="{384CDDB5-BEB8-8230-6474-27A6FC5FDB98}"/>
                </a:ext>
              </a:extLst>
            </p:cNvPr>
            <p:cNvSpPr/>
            <p:nvPr/>
          </p:nvSpPr>
          <p:spPr>
            <a:xfrm>
              <a:off x="9147979" y="3020872"/>
              <a:ext cx="360874" cy="1457445"/>
            </a:xfrm>
            <a:custGeom>
              <a:avLst/>
              <a:gdLst>
                <a:gd name="csX0" fmla="*/ 360879 w 360874"/>
                <a:gd name="csY0" fmla="*/ 1457442 h 1457445"/>
                <a:gd name="csX1" fmla="*/ 323063 w 360874"/>
                <a:gd name="csY1" fmla="*/ 1402014 h 1457445"/>
                <a:gd name="csX2" fmla="*/ 148838 w 360874"/>
                <a:gd name="csY2" fmla="*/ 1314217 h 1457445"/>
                <a:gd name="csX3" fmla="*/ 9658 w 360874"/>
                <a:gd name="csY3" fmla="*/ 1077845 h 1457445"/>
                <a:gd name="csX4" fmla="*/ 51560 w 360874"/>
                <a:gd name="csY4" fmla="*/ 602406 h 1457445"/>
                <a:gd name="csX5" fmla="*/ 173100 w 360874"/>
                <a:gd name="csY5" fmla="*/ 274186 h 1457445"/>
                <a:gd name="csX6" fmla="*/ 277158 w 360874"/>
                <a:gd name="csY6" fmla="*/ 83742 h 1457445"/>
                <a:gd name="csX7" fmla="*/ 285244 w 360874"/>
                <a:gd name="csY7" fmla="*/ -3 h 14574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60874" h="1457445">
                  <a:moveTo>
                    <a:pt x="360879" y="1457442"/>
                  </a:moveTo>
                  <a:cubicBezTo>
                    <a:pt x="360879" y="1457442"/>
                    <a:pt x="362267" y="1415524"/>
                    <a:pt x="323063" y="1402014"/>
                  </a:cubicBezTo>
                  <a:cubicBezTo>
                    <a:pt x="283856" y="1388504"/>
                    <a:pt x="206912" y="1372299"/>
                    <a:pt x="148838" y="1314217"/>
                  </a:cubicBezTo>
                  <a:cubicBezTo>
                    <a:pt x="90765" y="1256143"/>
                    <a:pt x="33999" y="1207511"/>
                    <a:pt x="9658" y="1077845"/>
                  </a:cubicBezTo>
                  <a:cubicBezTo>
                    <a:pt x="-14600" y="948179"/>
                    <a:pt x="9658" y="738827"/>
                    <a:pt x="51560" y="602406"/>
                  </a:cubicBezTo>
                  <a:cubicBezTo>
                    <a:pt x="93462" y="465986"/>
                    <a:pt x="133975" y="340371"/>
                    <a:pt x="173100" y="274186"/>
                  </a:cubicBezTo>
                  <a:cubicBezTo>
                    <a:pt x="212304" y="208009"/>
                    <a:pt x="267683" y="124264"/>
                    <a:pt x="277158" y="83742"/>
                  </a:cubicBezTo>
                  <a:cubicBezTo>
                    <a:pt x="286550" y="43221"/>
                    <a:pt x="285244" y="-3"/>
                    <a:pt x="285244" y="-3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3499770431">
                    <a:custGeom>
                      <a:avLst/>
                      <a:gdLst>
                        <a:gd name="csX0" fmla="*/ 360879 w 360874"/>
                        <a:gd name="csY0" fmla="*/ 1457442 h 1457445"/>
                        <a:gd name="csX1" fmla="*/ 323063 w 360874"/>
                        <a:gd name="csY1" fmla="*/ 1402014 h 1457445"/>
                        <a:gd name="csX2" fmla="*/ 148838 w 360874"/>
                        <a:gd name="csY2" fmla="*/ 1314217 h 1457445"/>
                        <a:gd name="csX3" fmla="*/ 9658 w 360874"/>
                        <a:gd name="csY3" fmla="*/ 1077845 h 1457445"/>
                        <a:gd name="csX4" fmla="*/ 51560 w 360874"/>
                        <a:gd name="csY4" fmla="*/ 602406 h 1457445"/>
                        <a:gd name="csX5" fmla="*/ 173100 w 360874"/>
                        <a:gd name="csY5" fmla="*/ 274186 h 1457445"/>
                        <a:gd name="csX6" fmla="*/ 277158 w 360874"/>
                        <a:gd name="csY6" fmla="*/ 83742 h 1457445"/>
                        <a:gd name="csX7" fmla="*/ 285244 w 360874"/>
                        <a:gd name="csY7" fmla="*/ -3 h 1457445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</a:cxnLst>
                      <a:rect l="l" t="t" r="r" b="b"/>
                      <a:pathLst>
                        <a:path w="360874" h="1457445" extrusionOk="0">
                          <a:moveTo>
                            <a:pt x="360879" y="1457442"/>
                          </a:moveTo>
                          <a:cubicBezTo>
                            <a:pt x="355525" y="1460848"/>
                            <a:pt x="373331" y="1412112"/>
                            <a:pt x="323063" y="1402014"/>
                          </a:cubicBezTo>
                          <a:cubicBezTo>
                            <a:pt x="291768" y="1384520"/>
                            <a:pt x="204953" y="1373000"/>
                            <a:pt x="148838" y="1314217"/>
                          </a:cubicBezTo>
                          <a:cubicBezTo>
                            <a:pt x="92450" y="1269110"/>
                            <a:pt x="20112" y="1202399"/>
                            <a:pt x="9658" y="1077845"/>
                          </a:cubicBezTo>
                          <a:cubicBezTo>
                            <a:pt x="-41937" y="967625"/>
                            <a:pt x="-6071" y="714851"/>
                            <a:pt x="51560" y="602406"/>
                          </a:cubicBezTo>
                          <a:cubicBezTo>
                            <a:pt x="92106" y="464254"/>
                            <a:pt x="123235" y="334197"/>
                            <a:pt x="173100" y="274186"/>
                          </a:cubicBezTo>
                          <a:cubicBezTo>
                            <a:pt x="206542" y="207058"/>
                            <a:pt x="263120" y="122576"/>
                            <a:pt x="277158" y="83742"/>
                          </a:cubicBezTo>
                          <a:cubicBezTo>
                            <a:pt x="286550" y="43221"/>
                            <a:pt x="285245" y="-2"/>
                            <a:pt x="285244" y="-3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01" name="フリーフォーム: 図形 300">
              <a:extLst>
                <a:ext uri="{FF2B5EF4-FFF2-40B4-BE49-F238E27FC236}">
                  <a16:creationId xmlns:a16="http://schemas.microsoft.com/office/drawing/2014/main" id="{9E5705AC-379C-C1B2-1852-12AA18A74632}"/>
                </a:ext>
              </a:extLst>
            </p:cNvPr>
            <p:cNvSpPr/>
            <p:nvPr/>
          </p:nvSpPr>
          <p:spPr>
            <a:xfrm>
              <a:off x="9396703" y="3273458"/>
              <a:ext cx="158049" cy="340374"/>
            </a:xfrm>
            <a:custGeom>
              <a:avLst/>
              <a:gdLst>
                <a:gd name="csX0" fmla="*/ 15 w 158049"/>
                <a:gd name="csY0" fmla="*/ 340360 h 340374"/>
                <a:gd name="csX1" fmla="*/ 64867 w 158049"/>
                <a:gd name="csY1" fmla="*/ 216093 h 340374"/>
                <a:gd name="csX2" fmla="*/ 82430 w 158049"/>
                <a:gd name="csY2" fmla="*/ 125601 h 340374"/>
                <a:gd name="csX3" fmla="*/ 129721 w 158049"/>
                <a:gd name="csY3" fmla="*/ 20243 h 340374"/>
                <a:gd name="csX4" fmla="*/ 158065 w 158049"/>
                <a:gd name="csY4" fmla="*/ -14 h 3403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58049" h="340374">
                  <a:moveTo>
                    <a:pt x="15" y="340360"/>
                  </a:moveTo>
                  <a:cubicBezTo>
                    <a:pt x="15" y="340360"/>
                    <a:pt x="60866" y="229603"/>
                    <a:pt x="64867" y="216093"/>
                  </a:cubicBezTo>
                  <a:cubicBezTo>
                    <a:pt x="68952" y="202584"/>
                    <a:pt x="71647" y="151256"/>
                    <a:pt x="82430" y="125601"/>
                  </a:cubicBezTo>
                  <a:cubicBezTo>
                    <a:pt x="93211" y="99937"/>
                    <a:pt x="101379" y="40508"/>
                    <a:pt x="129721" y="20243"/>
                  </a:cubicBezTo>
                  <a:cubicBezTo>
                    <a:pt x="158065" y="-14"/>
                    <a:pt x="158065" y="-14"/>
                    <a:pt x="158065" y="-14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55533454">
                    <a:custGeom>
                      <a:avLst/>
                      <a:gdLst>
                        <a:gd name="csX0" fmla="*/ 15 w 158049"/>
                        <a:gd name="csY0" fmla="*/ 340360 h 340374"/>
                        <a:gd name="csX1" fmla="*/ 64867 w 158049"/>
                        <a:gd name="csY1" fmla="*/ 216093 h 340374"/>
                        <a:gd name="csX2" fmla="*/ 82430 w 158049"/>
                        <a:gd name="csY2" fmla="*/ 125601 h 340374"/>
                        <a:gd name="csX3" fmla="*/ 129721 w 158049"/>
                        <a:gd name="csY3" fmla="*/ 20243 h 340374"/>
                        <a:gd name="csX4" fmla="*/ 158065 w 158049"/>
                        <a:gd name="csY4" fmla="*/ -14 h 340374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</a:cxnLst>
                      <a:rect l="l" t="t" r="r" b="b"/>
                      <a:pathLst>
                        <a:path w="158049" h="340374" extrusionOk="0">
                          <a:moveTo>
                            <a:pt x="15" y="340360"/>
                          </a:moveTo>
                          <a:cubicBezTo>
                            <a:pt x="1298" y="338144"/>
                            <a:pt x="61551" y="231668"/>
                            <a:pt x="64867" y="216093"/>
                          </a:cubicBezTo>
                          <a:cubicBezTo>
                            <a:pt x="70450" y="206886"/>
                            <a:pt x="74767" y="146370"/>
                            <a:pt x="82430" y="125601"/>
                          </a:cubicBezTo>
                          <a:cubicBezTo>
                            <a:pt x="92188" y="100137"/>
                            <a:pt x="96410" y="35165"/>
                            <a:pt x="129721" y="20243"/>
                          </a:cubicBezTo>
                          <a:cubicBezTo>
                            <a:pt x="158065" y="-13"/>
                            <a:pt x="158065" y="-15"/>
                            <a:pt x="158065" y="-14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02" name="フリーフォーム: 図形 301">
              <a:extLst>
                <a:ext uri="{FF2B5EF4-FFF2-40B4-BE49-F238E27FC236}">
                  <a16:creationId xmlns:a16="http://schemas.microsoft.com/office/drawing/2014/main" id="{1A06AB31-14AC-93AA-05DB-79CCC99FD06A}"/>
                </a:ext>
              </a:extLst>
            </p:cNvPr>
            <p:cNvSpPr/>
            <p:nvPr/>
          </p:nvSpPr>
          <p:spPr>
            <a:xfrm>
              <a:off x="9845205" y="3651649"/>
              <a:ext cx="143592" cy="754431"/>
            </a:xfrm>
            <a:custGeom>
              <a:avLst/>
              <a:gdLst>
                <a:gd name="csX0" fmla="*/ 143622 w 143592"/>
                <a:gd name="csY0" fmla="*/ 754438 h 754431"/>
                <a:gd name="csX1" fmla="*/ 30 w 143592"/>
                <a:gd name="csY1" fmla="*/ 6 h 7544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3592" h="754431">
                  <a:moveTo>
                    <a:pt x="143622" y="754438"/>
                  </a:moveTo>
                  <a:lnTo>
                    <a:pt x="30" y="6"/>
                  </a:ln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3425927677">
                    <a:custGeom>
                      <a:avLst/>
                      <a:gdLst>
                        <a:gd name="csX0" fmla="*/ 143622 w 143592"/>
                        <a:gd name="csY0" fmla="*/ 754438 h 754431"/>
                        <a:gd name="csX1" fmla="*/ 74698 w 143592"/>
                        <a:gd name="csY1" fmla="*/ 392311 h 754431"/>
                        <a:gd name="csX2" fmla="*/ 30 w 143592"/>
                        <a:gd name="csY2" fmla="*/ 6 h 754431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</a:cxnLst>
                      <a:rect l="l" t="t" r="r" b="b"/>
                      <a:pathLst>
                        <a:path w="143592" h="754431" extrusionOk="0">
                          <a:moveTo>
                            <a:pt x="143622" y="754438"/>
                          </a:moveTo>
                          <a:cubicBezTo>
                            <a:pt x="87930" y="609168"/>
                            <a:pt x="132098" y="472520"/>
                            <a:pt x="74698" y="392311"/>
                          </a:cubicBezTo>
                          <a:cubicBezTo>
                            <a:pt x="17298" y="312102"/>
                            <a:pt x="78952" y="162597"/>
                            <a:pt x="30" y="6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03" name="フリーフォーム: 図形 302">
              <a:extLst>
                <a:ext uri="{FF2B5EF4-FFF2-40B4-BE49-F238E27FC236}">
                  <a16:creationId xmlns:a16="http://schemas.microsoft.com/office/drawing/2014/main" id="{D8BE3886-62C9-118A-AA3D-E929BBCF1168}"/>
                </a:ext>
              </a:extLst>
            </p:cNvPr>
            <p:cNvSpPr/>
            <p:nvPr/>
          </p:nvSpPr>
          <p:spPr>
            <a:xfrm>
              <a:off x="9735754" y="3746193"/>
              <a:ext cx="133626" cy="696937"/>
            </a:xfrm>
            <a:custGeom>
              <a:avLst/>
              <a:gdLst>
                <a:gd name="csX0" fmla="*/ 133653 w 133626"/>
                <a:gd name="csY0" fmla="*/ 696946 h 696937"/>
                <a:gd name="csX1" fmla="*/ 26 w 133626"/>
                <a:gd name="csY1" fmla="*/ 8 h 6969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33626" h="696937">
                  <a:moveTo>
                    <a:pt x="133653" y="696946"/>
                  </a:moveTo>
                  <a:lnTo>
                    <a:pt x="26" y="8"/>
                  </a:ln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849489309">
                    <a:custGeom>
                      <a:avLst/>
                      <a:gdLst>
                        <a:gd name="csX0" fmla="*/ 133653 w 133626"/>
                        <a:gd name="csY0" fmla="*/ 696946 h 696937"/>
                        <a:gd name="csX1" fmla="*/ 69512 w 133626"/>
                        <a:gd name="csY1" fmla="*/ 362416 h 696937"/>
                        <a:gd name="csX2" fmla="*/ 26 w 133626"/>
                        <a:gd name="csY2" fmla="*/ 8 h 696937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</a:cxnLst>
                      <a:rect l="l" t="t" r="r" b="b"/>
                      <a:pathLst>
                        <a:path w="133626" h="696937" extrusionOk="0">
                          <a:moveTo>
                            <a:pt x="133653" y="696946"/>
                          </a:moveTo>
                          <a:cubicBezTo>
                            <a:pt x="118210" y="624492"/>
                            <a:pt x="126837" y="475871"/>
                            <a:pt x="69512" y="362416"/>
                          </a:cubicBezTo>
                          <a:cubicBezTo>
                            <a:pt x="12187" y="248961"/>
                            <a:pt x="47938" y="160902"/>
                            <a:pt x="26" y="8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04" name="フリーフォーム: 図形 303">
              <a:extLst>
                <a:ext uri="{FF2B5EF4-FFF2-40B4-BE49-F238E27FC236}">
                  <a16:creationId xmlns:a16="http://schemas.microsoft.com/office/drawing/2014/main" id="{82000913-DCE5-FC12-E8BE-EB1815557613}"/>
                </a:ext>
              </a:extLst>
            </p:cNvPr>
            <p:cNvSpPr/>
            <p:nvPr/>
          </p:nvSpPr>
          <p:spPr>
            <a:xfrm>
              <a:off x="9562839" y="3659752"/>
              <a:ext cx="142285" cy="773070"/>
            </a:xfrm>
            <a:custGeom>
              <a:avLst/>
              <a:gdLst>
                <a:gd name="csX0" fmla="*/ 142307 w 142285"/>
                <a:gd name="csY0" fmla="*/ 773077 h 773070"/>
                <a:gd name="csX1" fmla="*/ 21 w 142285"/>
                <a:gd name="csY1" fmla="*/ 7 h 7730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2285" h="773070">
                  <a:moveTo>
                    <a:pt x="142307" y="773077"/>
                  </a:moveTo>
                  <a:lnTo>
                    <a:pt x="21" y="7"/>
                  </a:ln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5431797">
                    <a:custGeom>
                      <a:avLst/>
                      <a:gdLst>
                        <a:gd name="csX0" fmla="*/ 142307 w 142285"/>
                        <a:gd name="csY0" fmla="*/ 773077 h 773070"/>
                        <a:gd name="csX1" fmla="*/ 75433 w 142285"/>
                        <a:gd name="csY1" fmla="*/ 409734 h 773070"/>
                        <a:gd name="csX2" fmla="*/ 21 w 142285"/>
                        <a:gd name="csY2" fmla="*/ 7 h 77307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</a:cxnLst>
                      <a:rect l="l" t="t" r="r" b="b"/>
                      <a:pathLst>
                        <a:path w="142285" h="773070" extrusionOk="0">
                          <a:moveTo>
                            <a:pt x="142307" y="773077"/>
                          </a:moveTo>
                          <a:cubicBezTo>
                            <a:pt x="88056" y="636550"/>
                            <a:pt x="127656" y="579273"/>
                            <a:pt x="75433" y="409734"/>
                          </a:cubicBezTo>
                          <a:cubicBezTo>
                            <a:pt x="23210" y="240195"/>
                            <a:pt x="61723" y="113260"/>
                            <a:pt x="21" y="7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05" name="フリーフォーム: 図形 304">
              <a:extLst>
                <a:ext uri="{FF2B5EF4-FFF2-40B4-BE49-F238E27FC236}">
                  <a16:creationId xmlns:a16="http://schemas.microsoft.com/office/drawing/2014/main" id="{1F7004B7-1508-C1B1-E8F6-0A0801B26B3A}"/>
                </a:ext>
              </a:extLst>
            </p:cNvPr>
            <p:cNvSpPr/>
            <p:nvPr/>
          </p:nvSpPr>
          <p:spPr>
            <a:xfrm>
              <a:off x="9531800" y="4070362"/>
              <a:ext cx="38135" cy="274589"/>
            </a:xfrm>
            <a:custGeom>
              <a:avLst/>
              <a:gdLst>
                <a:gd name="csX0" fmla="*/ 31954 w 38135"/>
                <a:gd name="csY0" fmla="*/ 274602 h 274589"/>
                <a:gd name="csX1" fmla="*/ 33751 w 38135"/>
                <a:gd name="csY1" fmla="*/ 158037 h 274589"/>
                <a:gd name="csX2" fmla="*/ 18 w 38135"/>
                <a:gd name="csY2" fmla="*/ 12 h 2745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8135" h="274589">
                  <a:moveTo>
                    <a:pt x="31954" y="274602"/>
                  </a:moveTo>
                  <a:cubicBezTo>
                    <a:pt x="31954" y="274602"/>
                    <a:pt x="44614" y="210720"/>
                    <a:pt x="33751" y="158037"/>
                  </a:cubicBezTo>
                  <a:cubicBezTo>
                    <a:pt x="22970" y="105362"/>
                    <a:pt x="18" y="12"/>
                    <a:pt x="18" y="12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240470213">
                    <a:custGeom>
                      <a:avLst/>
                      <a:gdLst>
                        <a:gd name="csX0" fmla="*/ 31954 w 38135"/>
                        <a:gd name="csY0" fmla="*/ 274602 h 274589"/>
                        <a:gd name="csX1" fmla="*/ 33751 w 38135"/>
                        <a:gd name="csY1" fmla="*/ 158037 h 274589"/>
                        <a:gd name="csX2" fmla="*/ 18 w 38135"/>
                        <a:gd name="csY2" fmla="*/ 12 h 274589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</a:cxnLst>
                      <a:rect l="l" t="t" r="r" b="b"/>
                      <a:pathLst>
                        <a:path w="38135" h="274589" extrusionOk="0">
                          <a:moveTo>
                            <a:pt x="31954" y="274602"/>
                          </a:moveTo>
                          <a:cubicBezTo>
                            <a:pt x="39672" y="265964"/>
                            <a:pt x="38053" y="208257"/>
                            <a:pt x="33751" y="158037"/>
                          </a:cubicBezTo>
                          <a:cubicBezTo>
                            <a:pt x="22969" y="105362"/>
                            <a:pt x="18" y="11"/>
                            <a:pt x="18" y="12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06" name="フリーフォーム: 図形 305">
              <a:extLst>
                <a:ext uri="{FF2B5EF4-FFF2-40B4-BE49-F238E27FC236}">
                  <a16:creationId xmlns:a16="http://schemas.microsoft.com/office/drawing/2014/main" id="{CF74BB01-90B6-10F2-F2E8-2ADE79616262}"/>
                </a:ext>
              </a:extLst>
            </p:cNvPr>
            <p:cNvSpPr/>
            <p:nvPr/>
          </p:nvSpPr>
          <p:spPr>
            <a:xfrm>
              <a:off x="9384205" y="3521672"/>
              <a:ext cx="478478" cy="136576"/>
            </a:xfrm>
            <a:custGeom>
              <a:avLst/>
              <a:gdLst>
                <a:gd name="csX0" fmla="*/ 20 w 478478"/>
                <a:gd name="csY0" fmla="*/ 136568 h 136576"/>
                <a:gd name="csX1" fmla="*/ 31550 w 478478"/>
                <a:gd name="csY1" fmla="*/ 118427 h 136576"/>
                <a:gd name="csX2" fmla="*/ 110779 w 478478"/>
                <a:gd name="csY2" fmla="*/ 106967 h 136576"/>
                <a:gd name="csX3" fmla="*/ 284592 w 478478"/>
                <a:gd name="csY3" fmla="*/ 74491 h 136576"/>
                <a:gd name="csX4" fmla="*/ 424998 w 478478"/>
                <a:gd name="csY4" fmla="*/ 42971 h 136576"/>
                <a:gd name="csX5" fmla="*/ 478498 w 478478"/>
                <a:gd name="csY5" fmla="*/ -9 h 1365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78478" h="136576">
                  <a:moveTo>
                    <a:pt x="20" y="136568"/>
                  </a:moveTo>
                  <a:lnTo>
                    <a:pt x="31550" y="118427"/>
                  </a:lnTo>
                  <a:cubicBezTo>
                    <a:pt x="31550" y="118427"/>
                    <a:pt x="60218" y="116515"/>
                    <a:pt x="110779" y="106967"/>
                  </a:cubicBezTo>
                  <a:cubicBezTo>
                    <a:pt x="161420" y="97410"/>
                    <a:pt x="240649" y="81173"/>
                    <a:pt x="284592" y="74491"/>
                  </a:cubicBezTo>
                  <a:cubicBezTo>
                    <a:pt x="328535" y="67801"/>
                    <a:pt x="400169" y="52528"/>
                    <a:pt x="424998" y="42971"/>
                  </a:cubicBezTo>
                  <a:cubicBezTo>
                    <a:pt x="449830" y="33423"/>
                    <a:pt x="478498" y="-9"/>
                    <a:pt x="478498" y="-9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524904420">
                    <a:custGeom>
                      <a:avLst/>
                      <a:gdLst>
                        <a:gd name="csX0" fmla="*/ 20 w 478478"/>
                        <a:gd name="csY0" fmla="*/ 136568 h 136576"/>
                        <a:gd name="csX1" fmla="*/ 31550 w 478478"/>
                        <a:gd name="csY1" fmla="*/ 118427 h 136576"/>
                        <a:gd name="csX2" fmla="*/ 110779 w 478478"/>
                        <a:gd name="csY2" fmla="*/ 106967 h 136576"/>
                        <a:gd name="csX3" fmla="*/ 284592 w 478478"/>
                        <a:gd name="csY3" fmla="*/ 74491 h 136576"/>
                        <a:gd name="csX4" fmla="*/ 424998 w 478478"/>
                        <a:gd name="csY4" fmla="*/ 42971 h 136576"/>
                        <a:gd name="csX5" fmla="*/ 478498 w 478478"/>
                        <a:gd name="csY5" fmla="*/ -9 h 136576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</a:cxnLst>
                      <a:rect l="l" t="t" r="r" b="b"/>
                      <a:pathLst>
                        <a:path w="478478" h="136576" extrusionOk="0">
                          <a:moveTo>
                            <a:pt x="20" y="136568"/>
                          </a:moveTo>
                          <a:cubicBezTo>
                            <a:pt x="10989" y="129195"/>
                            <a:pt x="23628" y="127344"/>
                            <a:pt x="31550" y="118427"/>
                          </a:cubicBezTo>
                          <a:cubicBezTo>
                            <a:pt x="39236" y="116104"/>
                            <a:pt x="58263" y="115208"/>
                            <a:pt x="110779" y="106967"/>
                          </a:cubicBezTo>
                          <a:cubicBezTo>
                            <a:pt x="167085" y="93111"/>
                            <a:pt x="235690" y="79691"/>
                            <a:pt x="284592" y="74491"/>
                          </a:cubicBezTo>
                          <a:cubicBezTo>
                            <a:pt x="321345" y="67867"/>
                            <a:pt x="397039" y="49951"/>
                            <a:pt x="424998" y="42971"/>
                          </a:cubicBezTo>
                          <a:cubicBezTo>
                            <a:pt x="449830" y="33423"/>
                            <a:pt x="478499" y="-10"/>
                            <a:pt x="478498" y="-9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07" name="フリーフォーム: 図形 306">
              <a:extLst>
                <a:ext uri="{FF2B5EF4-FFF2-40B4-BE49-F238E27FC236}">
                  <a16:creationId xmlns:a16="http://schemas.microsoft.com/office/drawing/2014/main" id="{084BE380-C14D-0262-43DF-91A886599C27}"/>
                </a:ext>
              </a:extLst>
            </p:cNvPr>
            <p:cNvSpPr/>
            <p:nvPr/>
          </p:nvSpPr>
          <p:spPr>
            <a:xfrm>
              <a:off x="9594613" y="3226075"/>
              <a:ext cx="136729" cy="26439"/>
            </a:xfrm>
            <a:custGeom>
              <a:avLst/>
              <a:gdLst>
                <a:gd name="csX0" fmla="*/ 136751 w 136729"/>
                <a:gd name="csY0" fmla="*/ -21 h 26439"/>
                <a:gd name="csX1" fmla="*/ 60790 w 136729"/>
                <a:gd name="csY1" fmla="*/ 22368 h 26439"/>
                <a:gd name="csX2" fmla="*/ 22 w 136729"/>
                <a:gd name="csY2" fmla="*/ 26419 h 26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36729" h="26439">
                  <a:moveTo>
                    <a:pt x="136751" y="-21"/>
                  </a:moveTo>
                  <a:cubicBezTo>
                    <a:pt x="136751" y="-21"/>
                    <a:pt x="83089" y="18994"/>
                    <a:pt x="60790" y="22368"/>
                  </a:cubicBezTo>
                  <a:cubicBezTo>
                    <a:pt x="38491" y="25749"/>
                    <a:pt x="22" y="26419"/>
                    <a:pt x="22" y="26419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976567998">
                    <a:custGeom>
                      <a:avLst/>
                      <a:gdLst>
                        <a:gd name="csX0" fmla="*/ 136751 w 136729"/>
                        <a:gd name="csY0" fmla="*/ -21 h 26439"/>
                        <a:gd name="csX1" fmla="*/ 60790 w 136729"/>
                        <a:gd name="csY1" fmla="*/ 22368 h 26439"/>
                        <a:gd name="csX2" fmla="*/ 22 w 136729"/>
                        <a:gd name="csY2" fmla="*/ 26419 h 26439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</a:cxnLst>
                      <a:rect l="l" t="t" r="r" b="b"/>
                      <a:pathLst>
                        <a:path w="136729" h="26439" extrusionOk="0">
                          <a:moveTo>
                            <a:pt x="136751" y="-21"/>
                          </a:moveTo>
                          <a:cubicBezTo>
                            <a:pt x="141229" y="699"/>
                            <a:pt x="87090" y="22388"/>
                            <a:pt x="60790" y="22368"/>
                          </a:cubicBezTo>
                          <a:cubicBezTo>
                            <a:pt x="38491" y="25749"/>
                            <a:pt x="22" y="26419"/>
                            <a:pt x="22" y="26419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08" name="フリーフォーム: 図形 307">
              <a:extLst>
                <a:ext uri="{FF2B5EF4-FFF2-40B4-BE49-F238E27FC236}">
                  <a16:creationId xmlns:a16="http://schemas.microsoft.com/office/drawing/2014/main" id="{3B1E1F97-6E9F-1893-D984-03598024F1B2}"/>
                </a:ext>
              </a:extLst>
            </p:cNvPr>
            <p:cNvSpPr/>
            <p:nvPr/>
          </p:nvSpPr>
          <p:spPr>
            <a:xfrm>
              <a:off x="9133369" y="2431972"/>
              <a:ext cx="73184" cy="231087"/>
            </a:xfrm>
            <a:custGeom>
              <a:avLst/>
              <a:gdLst>
                <a:gd name="csX0" fmla="*/ 5 w 73184"/>
                <a:gd name="csY0" fmla="*/ -44 h 231087"/>
                <a:gd name="csX1" fmla="*/ 60773 w 73184"/>
                <a:gd name="csY1" fmla="*/ 105926 h 231087"/>
                <a:gd name="csX2" fmla="*/ 73189 w 73184"/>
                <a:gd name="csY2" fmla="*/ 231043 h 2310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3184" h="231087">
                  <a:moveTo>
                    <a:pt x="5" y="-44"/>
                  </a:moveTo>
                  <a:cubicBezTo>
                    <a:pt x="5" y="-44"/>
                    <a:pt x="50237" y="34293"/>
                    <a:pt x="60773" y="105926"/>
                  </a:cubicBezTo>
                  <a:cubicBezTo>
                    <a:pt x="71310" y="177559"/>
                    <a:pt x="73189" y="231043"/>
                    <a:pt x="73189" y="231043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8605803">
                    <a:custGeom>
                      <a:avLst/>
                      <a:gdLst>
                        <a:gd name="csX0" fmla="*/ 5 w 73184"/>
                        <a:gd name="csY0" fmla="*/ -44 h 231087"/>
                        <a:gd name="csX1" fmla="*/ 60773 w 73184"/>
                        <a:gd name="csY1" fmla="*/ 105926 h 231087"/>
                        <a:gd name="csX2" fmla="*/ 73189 w 73184"/>
                        <a:gd name="csY2" fmla="*/ 231043 h 231087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</a:cxnLst>
                      <a:rect l="l" t="t" r="r" b="b"/>
                      <a:pathLst>
                        <a:path w="73184" h="231087" extrusionOk="0">
                          <a:moveTo>
                            <a:pt x="5" y="-44"/>
                          </a:moveTo>
                          <a:cubicBezTo>
                            <a:pt x="1150" y="-1725"/>
                            <a:pt x="59333" y="26574"/>
                            <a:pt x="60773" y="105926"/>
                          </a:cubicBezTo>
                          <a:cubicBezTo>
                            <a:pt x="71310" y="177560"/>
                            <a:pt x="73189" y="231043"/>
                            <a:pt x="73189" y="231043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09" name="フリーフォーム: 図形 308">
              <a:extLst>
                <a:ext uri="{FF2B5EF4-FFF2-40B4-BE49-F238E27FC236}">
                  <a16:creationId xmlns:a16="http://schemas.microsoft.com/office/drawing/2014/main" id="{48C79FC3-AC2A-9A61-3286-B93F5557E92A}"/>
                </a:ext>
              </a:extLst>
            </p:cNvPr>
            <p:cNvSpPr/>
            <p:nvPr/>
          </p:nvSpPr>
          <p:spPr>
            <a:xfrm>
              <a:off x="2786470" y="3644894"/>
              <a:ext cx="68106" cy="187748"/>
            </a:xfrm>
            <a:custGeom>
              <a:avLst/>
              <a:gdLst>
                <a:gd name="csX0" fmla="*/ -211 w 68106"/>
                <a:gd name="csY0" fmla="*/ -4 h 187748"/>
                <a:gd name="csX1" fmla="*/ 49123 w 68106"/>
                <a:gd name="csY1" fmla="*/ 42543 h 187748"/>
                <a:gd name="csX2" fmla="*/ 66684 w 68106"/>
                <a:gd name="csY2" fmla="*/ 135061 h 187748"/>
                <a:gd name="csX3" fmla="*/ 45694 w 68106"/>
                <a:gd name="csY3" fmla="*/ 187744 h 1877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8106" h="187748">
                  <a:moveTo>
                    <a:pt x="-211" y="-4"/>
                  </a:moveTo>
                  <a:cubicBezTo>
                    <a:pt x="-211" y="-4"/>
                    <a:pt x="36218" y="8777"/>
                    <a:pt x="49123" y="42543"/>
                  </a:cubicBezTo>
                  <a:cubicBezTo>
                    <a:pt x="61947" y="76309"/>
                    <a:pt x="71340" y="112101"/>
                    <a:pt x="66684" y="135061"/>
                  </a:cubicBezTo>
                  <a:cubicBezTo>
                    <a:pt x="61947" y="158029"/>
                    <a:pt x="45694" y="187744"/>
                    <a:pt x="45694" y="187744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188775542">
                    <a:custGeom>
                      <a:avLst/>
                      <a:gdLst>
                        <a:gd name="csX0" fmla="*/ -211 w 68106"/>
                        <a:gd name="csY0" fmla="*/ -4 h 187748"/>
                        <a:gd name="csX1" fmla="*/ 49123 w 68106"/>
                        <a:gd name="csY1" fmla="*/ 42543 h 187748"/>
                        <a:gd name="csX2" fmla="*/ 66684 w 68106"/>
                        <a:gd name="csY2" fmla="*/ 135061 h 187748"/>
                        <a:gd name="csX3" fmla="*/ 45694 w 68106"/>
                        <a:gd name="csY3" fmla="*/ 187744 h 187748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</a:cxnLst>
                      <a:rect l="l" t="t" r="r" b="b"/>
                      <a:pathLst>
                        <a:path w="68106" h="187748" extrusionOk="0">
                          <a:moveTo>
                            <a:pt x="-211" y="-4"/>
                          </a:moveTo>
                          <a:cubicBezTo>
                            <a:pt x="-3616" y="7916"/>
                            <a:pt x="37381" y="8493"/>
                            <a:pt x="49123" y="42543"/>
                          </a:cubicBezTo>
                          <a:cubicBezTo>
                            <a:pt x="62948" y="77793"/>
                            <a:pt x="71296" y="109024"/>
                            <a:pt x="66684" y="135061"/>
                          </a:cubicBezTo>
                          <a:cubicBezTo>
                            <a:pt x="61947" y="158030"/>
                            <a:pt x="45694" y="187744"/>
                            <a:pt x="45694" y="187744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0" name="フリーフォーム: 図形 309">
              <a:extLst>
                <a:ext uri="{FF2B5EF4-FFF2-40B4-BE49-F238E27FC236}">
                  <a16:creationId xmlns:a16="http://schemas.microsoft.com/office/drawing/2014/main" id="{06BD87FE-A096-B4BC-0E77-46C996DA7E8A}"/>
                </a:ext>
              </a:extLst>
            </p:cNvPr>
            <p:cNvSpPr/>
            <p:nvPr/>
          </p:nvSpPr>
          <p:spPr>
            <a:xfrm>
              <a:off x="8601880" y="2476553"/>
              <a:ext cx="231349" cy="356122"/>
            </a:xfrm>
            <a:custGeom>
              <a:avLst/>
              <a:gdLst>
                <a:gd name="csX0" fmla="*/ 113443 w 231349"/>
                <a:gd name="csY0" fmla="*/ 8732 h 356122"/>
                <a:gd name="csX1" fmla="*/ 174867 w 231349"/>
                <a:gd name="csY1" fmla="*/ -41 h 356122"/>
                <a:gd name="csX2" fmla="*/ 189077 w 231349"/>
                <a:gd name="csY2" fmla="*/ 13461 h 356122"/>
                <a:gd name="csX3" fmla="*/ 229591 w 231349"/>
                <a:gd name="csY3" fmla="*/ 149881 h 356122"/>
                <a:gd name="csX4" fmla="*/ 228202 w 231349"/>
                <a:gd name="csY4" fmla="*/ 295083 h 356122"/>
                <a:gd name="csX5" fmla="*/ 192428 w 231349"/>
                <a:gd name="csY5" fmla="*/ 311966 h 356122"/>
                <a:gd name="csX6" fmla="*/ 161389 w 231349"/>
                <a:gd name="csY6" fmla="*/ 318721 h 356122"/>
                <a:gd name="csX7" fmla="*/ 147911 w 231349"/>
                <a:gd name="csY7" fmla="*/ 327493 h 356122"/>
                <a:gd name="csX8" fmla="*/ 125612 w 231349"/>
                <a:gd name="csY8" fmla="*/ 332900 h 356122"/>
                <a:gd name="csX9" fmla="*/ 80363 w 231349"/>
                <a:gd name="csY9" fmla="*/ 355861 h 356122"/>
                <a:gd name="csX10" fmla="*/ 28987 w 231349"/>
                <a:gd name="csY10" fmla="*/ 327493 h 356122"/>
                <a:gd name="csX11" fmla="*/ -11 w 231349"/>
                <a:gd name="csY11" fmla="*/ 316418 h 3561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231349" h="356122">
                  <a:moveTo>
                    <a:pt x="113443" y="8732"/>
                  </a:moveTo>
                  <a:lnTo>
                    <a:pt x="174867" y="-41"/>
                  </a:lnTo>
                  <a:cubicBezTo>
                    <a:pt x="174867" y="-41"/>
                    <a:pt x="184994" y="6706"/>
                    <a:pt x="189077" y="13461"/>
                  </a:cubicBezTo>
                  <a:cubicBezTo>
                    <a:pt x="193081" y="20216"/>
                    <a:pt x="229591" y="103284"/>
                    <a:pt x="229591" y="149881"/>
                  </a:cubicBezTo>
                  <a:cubicBezTo>
                    <a:pt x="229591" y="196480"/>
                    <a:pt x="234329" y="279548"/>
                    <a:pt x="228202" y="295083"/>
                  </a:cubicBezTo>
                  <a:cubicBezTo>
                    <a:pt x="222158" y="310610"/>
                    <a:pt x="192428" y="311966"/>
                    <a:pt x="192428" y="311966"/>
                  </a:cubicBezTo>
                  <a:cubicBezTo>
                    <a:pt x="192428" y="311966"/>
                    <a:pt x="168822" y="320747"/>
                    <a:pt x="161389" y="318721"/>
                  </a:cubicBezTo>
                  <a:cubicBezTo>
                    <a:pt x="153956" y="316696"/>
                    <a:pt x="147911" y="327493"/>
                    <a:pt x="147911" y="327493"/>
                  </a:cubicBezTo>
                  <a:cubicBezTo>
                    <a:pt x="147911" y="327493"/>
                    <a:pt x="131004" y="330197"/>
                    <a:pt x="125612" y="332900"/>
                  </a:cubicBezTo>
                  <a:cubicBezTo>
                    <a:pt x="120223" y="335604"/>
                    <a:pt x="85101" y="358564"/>
                    <a:pt x="80363" y="355861"/>
                  </a:cubicBezTo>
                  <a:cubicBezTo>
                    <a:pt x="75624" y="353157"/>
                    <a:pt x="37155" y="342482"/>
                    <a:pt x="28987" y="327493"/>
                  </a:cubicBezTo>
                  <a:cubicBezTo>
                    <a:pt x="20900" y="312514"/>
                    <a:pt x="-11" y="316418"/>
                    <a:pt x="-11" y="316418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3577396077">
                    <a:custGeom>
                      <a:avLst/>
                      <a:gdLst>
                        <a:gd name="csX0" fmla="*/ 113443 w 231349"/>
                        <a:gd name="csY0" fmla="*/ 8732 h 356122"/>
                        <a:gd name="csX1" fmla="*/ 174867 w 231349"/>
                        <a:gd name="csY1" fmla="*/ -41 h 356122"/>
                        <a:gd name="csX2" fmla="*/ 189077 w 231349"/>
                        <a:gd name="csY2" fmla="*/ 13461 h 356122"/>
                        <a:gd name="csX3" fmla="*/ 229591 w 231349"/>
                        <a:gd name="csY3" fmla="*/ 149881 h 356122"/>
                        <a:gd name="csX4" fmla="*/ 228202 w 231349"/>
                        <a:gd name="csY4" fmla="*/ 295083 h 356122"/>
                        <a:gd name="csX5" fmla="*/ 192428 w 231349"/>
                        <a:gd name="csY5" fmla="*/ 311966 h 356122"/>
                        <a:gd name="csX6" fmla="*/ 161389 w 231349"/>
                        <a:gd name="csY6" fmla="*/ 318721 h 356122"/>
                        <a:gd name="csX7" fmla="*/ 147911 w 231349"/>
                        <a:gd name="csY7" fmla="*/ 327493 h 356122"/>
                        <a:gd name="csX8" fmla="*/ 125612 w 231349"/>
                        <a:gd name="csY8" fmla="*/ 332900 h 356122"/>
                        <a:gd name="csX9" fmla="*/ 80363 w 231349"/>
                        <a:gd name="csY9" fmla="*/ 355861 h 356122"/>
                        <a:gd name="csX10" fmla="*/ 28987 w 231349"/>
                        <a:gd name="csY10" fmla="*/ 327493 h 356122"/>
                        <a:gd name="csX11" fmla="*/ -11 w 231349"/>
                        <a:gd name="csY11" fmla="*/ 316418 h 356122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</a:cxnLst>
                      <a:rect l="l" t="t" r="r" b="b"/>
                      <a:pathLst>
                        <a:path w="231349" h="356122" extrusionOk="0">
                          <a:moveTo>
                            <a:pt x="113443" y="8732"/>
                          </a:moveTo>
                          <a:cubicBezTo>
                            <a:pt x="125194" y="8"/>
                            <a:pt x="161813" y="8652"/>
                            <a:pt x="174867" y="-41"/>
                          </a:cubicBezTo>
                          <a:cubicBezTo>
                            <a:pt x="173858" y="881"/>
                            <a:pt x="185967" y="5176"/>
                            <a:pt x="189077" y="13461"/>
                          </a:cubicBezTo>
                          <a:cubicBezTo>
                            <a:pt x="202031" y="24367"/>
                            <a:pt x="235771" y="108383"/>
                            <a:pt x="229591" y="149881"/>
                          </a:cubicBezTo>
                          <a:cubicBezTo>
                            <a:pt x="227863" y="196909"/>
                            <a:pt x="230421" y="276644"/>
                            <a:pt x="228202" y="295083"/>
                          </a:cubicBezTo>
                          <a:cubicBezTo>
                            <a:pt x="222158" y="310610"/>
                            <a:pt x="192428" y="311966"/>
                            <a:pt x="192428" y="311966"/>
                          </a:cubicBezTo>
                          <a:cubicBezTo>
                            <a:pt x="192793" y="310777"/>
                            <a:pt x="168807" y="320958"/>
                            <a:pt x="161389" y="318721"/>
                          </a:cubicBezTo>
                          <a:cubicBezTo>
                            <a:pt x="153956" y="316696"/>
                            <a:pt x="147911" y="327493"/>
                            <a:pt x="147911" y="327493"/>
                          </a:cubicBezTo>
                          <a:cubicBezTo>
                            <a:pt x="147745" y="327320"/>
                            <a:pt x="131046" y="331065"/>
                            <a:pt x="125612" y="332900"/>
                          </a:cubicBezTo>
                          <a:cubicBezTo>
                            <a:pt x="119832" y="335078"/>
                            <a:pt x="85438" y="358619"/>
                            <a:pt x="80363" y="355861"/>
                          </a:cubicBezTo>
                          <a:cubicBezTo>
                            <a:pt x="77385" y="357617"/>
                            <a:pt x="35647" y="344506"/>
                            <a:pt x="28987" y="327493"/>
                          </a:cubicBezTo>
                          <a:cubicBezTo>
                            <a:pt x="20900" y="312514"/>
                            <a:pt x="-11" y="316418"/>
                            <a:pt x="-11" y="316418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1" name="フリーフォーム: 図形 310">
              <a:extLst>
                <a:ext uri="{FF2B5EF4-FFF2-40B4-BE49-F238E27FC236}">
                  <a16:creationId xmlns:a16="http://schemas.microsoft.com/office/drawing/2014/main" id="{D56CE643-DE99-B293-F071-39B0BF487263}"/>
                </a:ext>
              </a:extLst>
            </p:cNvPr>
            <p:cNvSpPr/>
            <p:nvPr/>
          </p:nvSpPr>
          <p:spPr>
            <a:xfrm>
              <a:off x="8620428" y="2485325"/>
              <a:ext cx="94905" cy="66021"/>
            </a:xfrm>
            <a:custGeom>
              <a:avLst/>
              <a:gdLst>
                <a:gd name="csX0" fmla="*/ 3574 w 94905"/>
                <a:gd name="csY0" fmla="*/ 65976 h 66021"/>
                <a:gd name="csX1" fmla="*/ 1697 w 94905"/>
                <a:gd name="csY1" fmla="*/ 39128 h 66021"/>
                <a:gd name="csX2" fmla="*/ 53644 w 94905"/>
                <a:gd name="csY2" fmla="*/ 29670 h 66021"/>
                <a:gd name="csX3" fmla="*/ 74637 w 94905"/>
                <a:gd name="csY3" fmla="*/ 36425 h 66021"/>
                <a:gd name="csX4" fmla="*/ 82068 w 94905"/>
                <a:gd name="csY4" fmla="*/ 29000 h 66021"/>
                <a:gd name="csX5" fmla="*/ 94893 w 94905"/>
                <a:gd name="csY5" fmla="*/ -45 h 660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94905" h="66021">
                  <a:moveTo>
                    <a:pt x="3574" y="65976"/>
                  </a:moveTo>
                  <a:cubicBezTo>
                    <a:pt x="3574" y="65976"/>
                    <a:pt x="-3041" y="41831"/>
                    <a:pt x="1697" y="39128"/>
                  </a:cubicBezTo>
                  <a:cubicBezTo>
                    <a:pt x="6433" y="36425"/>
                    <a:pt x="49644" y="31695"/>
                    <a:pt x="53644" y="29670"/>
                  </a:cubicBezTo>
                  <a:cubicBezTo>
                    <a:pt x="57730" y="27644"/>
                    <a:pt x="66796" y="21420"/>
                    <a:pt x="74637" y="36425"/>
                  </a:cubicBezTo>
                  <a:cubicBezTo>
                    <a:pt x="82477" y="51429"/>
                    <a:pt x="78638" y="44527"/>
                    <a:pt x="82068" y="29000"/>
                  </a:cubicBezTo>
                  <a:cubicBezTo>
                    <a:pt x="85418" y="13464"/>
                    <a:pt x="94893" y="-45"/>
                    <a:pt x="94893" y="-45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530091456">
                    <a:custGeom>
                      <a:avLst/>
                      <a:gdLst>
                        <a:gd name="csX0" fmla="*/ 3574 w 94905"/>
                        <a:gd name="csY0" fmla="*/ 65976 h 66021"/>
                        <a:gd name="csX1" fmla="*/ 1697 w 94905"/>
                        <a:gd name="csY1" fmla="*/ 39128 h 66021"/>
                        <a:gd name="csX2" fmla="*/ 53644 w 94905"/>
                        <a:gd name="csY2" fmla="*/ 29670 h 66021"/>
                        <a:gd name="csX3" fmla="*/ 74637 w 94905"/>
                        <a:gd name="csY3" fmla="*/ 36425 h 66021"/>
                        <a:gd name="csX4" fmla="*/ 82068 w 94905"/>
                        <a:gd name="csY4" fmla="*/ 29000 h 66021"/>
                        <a:gd name="csX5" fmla="*/ 94893 w 94905"/>
                        <a:gd name="csY5" fmla="*/ -45 h 66021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</a:cxnLst>
                      <a:rect l="l" t="t" r="r" b="b"/>
                      <a:pathLst>
                        <a:path w="94905" h="66021" extrusionOk="0">
                          <a:moveTo>
                            <a:pt x="3574" y="65976"/>
                          </a:moveTo>
                          <a:cubicBezTo>
                            <a:pt x="3303" y="66383"/>
                            <a:pt x="-1922" y="41791"/>
                            <a:pt x="1697" y="39128"/>
                          </a:cubicBezTo>
                          <a:cubicBezTo>
                            <a:pt x="7099" y="35257"/>
                            <a:pt x="49928" y="31149"/>
                            <a:pt x="53644" y="29670"/>
                          </a:cubicBezTo>
                          <a:cubicBezTo>
                            <a:pt x="56321" y="26501"/>
                            <a:pt x="67205" y="22451"/>
                            <a:pt x="74637" y="36425"/>
                          </a:cubicBezTo>
                          <a:cubicBezTo>
                            <a:pt x="82232" y="50934"/>
                            <a:pt x="79252" y="42335"/>
                            <a:pt x="82068" y="29000"/>
                          </a:cubicBezTo>
                          <a:cubicBezTo>
                            <a:pt x="85419" y="13464"/>
                            <a:pt x="94893" y="-45"/>
                            <a:pt x="94893" y="-45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2" name="フリーフォーム: 図形 311">
              <a:extLst>
                <a:ext uri="{FF2B5EF4-FFF2-40B4-BE49-F238E27FC236}">
                  <a16:creationId xmlns:a16="http://schemas.microsoft.com/office/drawing/2014/main" id="{1058820F-D50B-5DD7-DF0F-24993CDA7199}"/>
                </a:ext>
              </a:extLst>
            </p:cNvPr>
            <p:cNvSpPr/>
            <p:nvPr/>
          </p:nvSpPr>
          <p:spPr>
            <a:xfrm>
              <a:off x="8703081" y="2536775"/>
              <a:ext cx="46995" cy="267311"/>
            </a:xfrm>
            <a:custGeom>
              <a:avLst/>
              <a:gdLst>
                <a:gd name="csX0" fmla="*/ -10 w 46995"/>
                <a:gd name="csY0" fmla="*/ -40 h 267311"/>
                <a:gd name="csX1" fmla="*/ 21716 w 46995"/>
                <a:gd name="csY1" fmla="*/ 72777 h 267311"/>
                <a:gd name="csX2" fmla="*/ 45321 w 46995"/>
                <a:gd name="csY2" fmla="*/ 179483 h 267311"/>
                <a:gd name="csX3" fmla="*/ 46627 w 46995"/>
                <a:gd name="csY3" fmla="*/ 267272 h 2673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6995" h="267311">
                  <a:moveTo>
                    <a:pt x="-10" y="-40"/>
                  </a:moveTo>
                  <a:cubicBezTo>
                    <a:pt x="-10" y="-40"/>
                    <a:pt x="10200" y="26857"/>
                    <a:pt x="21716" y="72777"/>
                  </a:cubicBezTo>
                  <a:cubicBezTo>
                    <a:pt x="33152" y="118697"/>
                    <a:pt x="42627" y="159896"/>
                    <a:pt x="45321" y="179483"/>
                  </a:cubicBezTo>
                  <a:cubicBezTo>
                    <a:pt x="48016" y="199070"/>
                    <a:pt x="46627" y="267272"/>
                    <a:pt x="46627" y="267272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98713725">
                    <a:custGeom>
                      <a:avLst/>
                      <a:gdLst>
                        <a:gd name="csX0" fmla="*/ -10 w 46995"/>
                        <a:gd name="csY0" fmla="*/ -40 h 267311"/>
                        <a:gd name="csX1" fmla="*/ 21716 w 46995"/>
                        <a:gd name="csY1" fmla="*/ 72777 h 267311"/>
                        <a:gd name="csX2" fmla="*/ 45321 w 46995"/>
                        <a:gd name="csY2" fmla="*/ 179483 h 267311"/>
                        <a:gd name="csX3" fmla="*/ 46627 w 46995"/>
                        <a:gd name="csY3" fmla="*/ 267272 h 267311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</a:cxnLst>
                      <a:rect l="l" t="t" r="r" b="b"/>
                      <a:pathLst>
                        <a:path w="46995" h="267311" extrusionOk="0">
                          <a:moveTo>
                            <a:pt x="-10" y="-40"/>
                          </a:moveTo>
                          <a:cubicBezTo>
                            <a:pt x="2820" y="852"/>
                            <a:pt x="10165" y="34560"/>
                            <a:pt x="21716" y="72777"/>
                          </a:cubicBezTo>
                          <a:cubicBezTo>
                            <a:pt x="34047" y="119347"/>
                            <a:pt x="46755" y="158366"/>
                            <a:pt x="45321" y="179483"/>
                          </a:cubicBezTo>
                          <a:cubicBezTo>
                            <a:pt x="48015" y="199071"/>
                            <a:pt x="46627" y="267272"/>
                            <a:pt x="46627" y="267272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3" name="フリーフォーム: 図形 312">
              <a:extLst>
                <a:ext uri="{FF2B5EF4-FFF2-40B4-BE49-F238E27FC236}">
                  <a16:creationId xmlns:a16="http://schemas.microsoft.com/office/drawing/2014/main" id="{6E13424B-50AD-F59E-2C17-56C944AEC85F}"/>
                </a:ext>
              </a:extLst>
            </p:cNvPr>
            <p:cNvSpPr/>
            <p:nvPr/>
          </p:nvSpPr>
          <p:spPr>
            <a:xfrm>
              <a:off x="8622137" y="2524499"/>
              <a:ext cx="52846" cy="254888"/>
            </a:xfrm>
            <a:custGeom>
              <a:avLst/>
              <a:gdLst>
                <a:gd name="csX0" fmla="*/ -13 w 52846"/>
                <a:gd name="csY0" fmla="*/ -41 h 254888"/>
                <a:gd name="csX1" fmla="*/ 20242 w 52846"/>
                <a:gd name="csY1" fmla="*/ 57363 h 254888"/>
                <a:gd name="csX2" fmla="*/ 49240 w 52846"/>
                <a:gd name="csY2" fmla="*/ 167443 h 254888"/>
                <a:gd name="csX3" fmla="*/ 52834 w 52846"/>
                <a:gd name="csY3" fmla="*/ 254848 h 2548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2846" h="254888">
                  <a:moveTo>
                    <a:pt x="-13" y="-41"/>
                  </a:moveTo>
                  <a:cubicBezTo>
                    <a:pt x="-13" y="-41"/>
                    <a:pt x="8073" y="17520"/>
                    <a:pt x="20242" y="57363"/>
                  </a:cubicBezTo>
                  <a:cubicBezTo>
                    <a:pt x="32414" y="97207"/>
                    <a:pt x="45889" y="128278"/>
                    <a:pt x="49240" y="167443"/>
                  </a:cubicBezTo>
                  <a:cubicBezTo>
                    <a:pt x="52669" y="206616"/>
                    <a:pt x="52834" y="254848"/>
                    <a:pt x="52834" y="254848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3628253258">
                    <a:custGeom>
                      <a:avLst/>
                      <a:gdLst>
                        <a:gd name="csX0" fmla="*/ -13 w 52846"/>
                        <a:gd name="csY0" fmla="*/ -41 h 254888"/>
                        <a:gd name="csX1" fmla="*/ 20242 w 52846"/>
                        <a:gd name="csY1" fmla="*/ 57363 h 254888"/>
                        <a:gd name="csX2" fmla="*/ 49240 w 52846"/>
                        <a:gd name="csY2" fmla="*/ 167443 h 254888"/>
                        <a:gd name="csX3" fmla="*/ 52834 w 52846"/>
                        <a:gd name="csY3" fmla="*/ 254848 h 254888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</a:cxnLst>
                      <a:rect l="l" t="t" r="r" b="b"/>
                      <a:pathLst>
                        <a:path w="52846" h="254888" extrusionOk="0">
                          <a:moveTo>
                            <a:pt x="-13" y="-41"/>
                          </a:moveTo>
                          <a:cubicBezTo>
                            <a:pt x="3985" y="-2494"/>
                            <a:pt x="11872" y="20169"/>
                            <a:pt x="20242" y="57363"/>
                          </a:cubicBezTo>
                          <a:cubicBezTo>
                            <a:pt x="32562" y="98173"/>
                            <a:pt x="53672" y="134202"/>
                            <a:pt x="49240" y="167443"/>
                          </a:cubicBezTo>
                          <a:cubicBezTo>
                            <a:pt x="52669" y="206617"/>
                            <a:pt x="52834" y="254848"/>
                            <a:pt x="52834" y="254848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4" name="フリーフォーム: 図形 313">
              <a:extLst>
                <a:ext uri="{FF2B5EF4-FFF2-40B4-BE49-F238E27FC236}">
                  <a16:creationId xmlns:a16="http://schemas.microsoft.com/office/drawing/2014/main" id="{E328957C-2403-E050-31C5-6653870AD2DE}"/>
                </a:ext>
              </a:extLst>
            </p:cNvPr>
            <p:cNvSpPr/>
            <p:nvPr/>
          </p:nvSpPr>
          <p:spPr>
            <a:xfrm>
              <a:off x="8702508" y="2514367"/>
              <a:ext cx="72536" cy="248994"/>
            </a:xfrm>
            <a:custGeom>
              <a:avLst/>
              <a:gdLst>
                <a:gd name="csX0" fmla="*/ -10 w 72536"/>
                <a:gd name="csY0" fmla="*/ -38 h 248994"/>
                <a:gd name="csX1" fmla="*/ 48590 w 72536"/>
                <a:gd name="csY1" fmla="*/ 49934 h 248994"/>
                <a:gd name="csX2" fmla="*/ 72195 w 72536"/>
                <a:gd name="csY2" fmla="*/ 209993 h 248994"/>
                <a:gd name="csX3" fmla="*/ 58964 w 72536"/>
                <a:gd name="csY3" fmla="*/ 248954 h 2489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2536" h="248994">
                  <a:moveTo>
                    <a:pt x="-10" y="-38"/>
                  </a:moveTo>
                  <a:cubicBezTo>
                    <a:pt x="-10" y="-38"/>
                    <a:pt x="31682" y="-1394"/>
                    <a:pt x="48590" y="49934"/>
                  </a:cubicBezTo>
                  <a:cubicBezTo>
                    <a:pt x="65497" y="101261"/>
                    <a:pt x="74401" y="173074"/>
                    <a:pt x="72195" y="209993"/>
                  </a:cubicBezTo>
                  <a:cubicBezTo>
                    <a:pt x="70071" y="246912"/>
                    <a:pt x="58964" y="248954"/>
                    <a:pt x="58964" y="248954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31517143">
                    <a:custGeom>
                      <a:avLst/>
                      <a:gdLst>
                        <a:gd name="csX0" fmla="*/ -10 w 72536"/>
                        <a:gd name="csY0" fmla="*/ -38 h 248994"/>
                        <a:gd name="csX1" fmla="*/ 48590 w 72536"/>
                        <a:gd name="csY1" fmla="*/ 49934 h 248994"/>
                        <a:gd name="csX2" fmla="*/ 72195 w 72536"/>
                        <a:gd name="csY2" fmla="*/ 209993 h 248994"/>
                        <a:gd name="csX3" fmla="*/ 58964 w 72536"/>
                        <a:gd name="csY3" fmla="*/ 248954 h 248994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</a:cxnLst>
                      <a:rect l="l" t="t" r="r" b="b"/>
                      <a:pathLst>
                        <a:path w="72536" h="248994" extrusionOk="0">
                          <a:moveTo>
                            <a:pt x="-10" y="-38"/>
                          </a:moveTo>
                          <a:cubicBezTo>
                            <a:pt x="8448" y="-3240"/>
                            <a:pt x="34692" y="646"/>
                            <a:pt x="48590" y="49934"/>
                          </a:cubicBezTo>
                          <a:cubicBezTo>
                            <a:pt x="74943" y="102777"/>
                            <a:pt x="73283" y="171578"/>
                            <a:pt x="72195" y="209993"/>
                          </a:cubicBezTo>
                          <a:cubicBezTo>
                            <a:pt x="70071" y="246913"/>
                            <a:pt x="58964" y="248954"/>
                            <a:pt x="58964" y="248954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5" name="フリーフォーム: 図形 314">
              <a:extLst>
                <a:ext uri="{FF2B5EF4-FFF2-40B4-BE49-F238E27FC236}">
                  <a16:creationId xmlns:a16="http://schemas.microsoft.com/office/drawing/2014/main" id="{4D390BEA-590C-F861-7C02-5482E5CEE802}"/>
                </a:ext>
              </a:extLst>
            </p:cNvPr>
            <p:cNvSpPr/>
            <p:nvPr/>
          </p:nvSpPr>
          <p:spPr>
            <a:xfrm>
              <a:off x="7837856" y="2314924"/>
              <a:ext cx="125210" cy="710490"/>
            </a:xfrm>
            <a:custGeom>
              <a:avLst/>
              <a:gdLst>
                <a:gd name="csX0" fmla="*/ 125172 w 125210"/>
                <a:gd name="csY0" fmla="*/ 710074 h 710490"/>
                <a:gd name="csX1" fmla="*/ 73549 w 125210"/>
                <a:gd name="csY1" fmla="*/ 291745 h 710490"/>
                <a:gd name="csX2" fmla="*/ 68813 w 125210"/>
                <a:gd name="csY2" fmla="*/ 242084 h 710490"/>
                <a:gd name="csX3" fmla="*/ 59256 w 125210"/>
                <a:gd name="csY3" fmla="*/ 75899 h 710490"/>
                <a:gd name="csX4" fmla="*/ 5265 w 125210"/>
                <a:gd name="csY4" fmla="*/ -30 h 710490"/>
                <a:gd name="csX5" fmla="*/ 38 w 125210"/>
                <a:gd name="csY5" fmla="*/ 15726 h 710490"/>
                <a:gd name="csX6" fmla="*/ 27238 w 125210"/>
                <a:gd name="csY6" fmla="*/ 223453 h 710490"/>
                <a:gd name="csX7" fmla="*/ 48066 w 125210"/>
                <a:gd name="csY7" fmla="*/ 343930 h 710490"/>
                <a:gd name="csX8" fmla="*/ 99442 w 125210"/>
                <a:gd name="csY8" fmla="*/ 659310 h 710490"/>
                <a:gd name="csX9" fmla="*/ 109570 w 125210"/>
                <a:gd name="csY9" fmla="*/ 709290 h 710490"/>
                <a:gd name="csX10" fmla="*/ 125172 w 125210"/>
                <a:gd name="csY10" fmla="*/ 710074 h 7104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25210" h="710490">
                  <a:moveTo>
                    <a:pt x="125172" y="710074"/>
                  </a:moveTo>
                  <a:cubicBezTo>
                    <a:pt x="125172" y="710074"/>
                    <a:pt x="78370" y="337592"/>
                    <a:pt x="73549" y="291745"/>
                  </a:cubicBezTo>
                  <a:cubicBezTo>
                    <a:pt x="68813" y="245898"/>
                    <a:pt x="68813" y="242084"/>
                    <a:pt x="68813" y="242084"/>
                  </a:cubicBezTo>
                  <a:cubicBezTo>
                    <a:pt x="68813" y="242084"/>
                    <a:pt x="61135" y="88315"/>
                    <a:pt x="59256" y="75899"/>
                  </a:cubicBezTo>
                  <a:cubicBezTo>
                    <a:pt x="57297" y="63484"/>
                    <a:pt x="9104" y="-985"/>
                    <a:pt x="5265" y="-30"/>
                  </a:cubicBezTo>
                  <a:cubicBezTo>
                    <a:pt x="1426" y="926"/>
                    <a:pt x="-451" y="-985"/>
                    <a:pt x="38" y="15726"/>
                  </a:cubicBezTo>
                  <a:cubicBezTo>
                    <a:pt x="529" y="32438"/>
                    <a:pt x="22011" y="186689"/>
                    <a:pt x="27238" y="223453"/>
                  </a:cubicBezTo>
                  <a:cubicBezTo>
                    <a:pt x="32465" y="260225"/>
                    <a:pt x="35977" y="279093"/>
                    <a:pt x="48066" y="343930"/>
                  </a:cubicBezTo>
                  <a:cubicBezTo>
                    <a:pt x="60235" y="408759"/>
                    <a:pt x="96745" y="645131"/>
                    <a:pt x="99442" y="659310"/>
                  </a:cubicBezTo>
                  <a:cubicBezTo>
                    <a:pt x="102137" y="673498"/>
                    <a:pt x="102137" y="707264"/>
                    <a:pt x="109570" y="709290"/>
                  </a:cubicBezTo>
                  <a:cubicBezTo>
                    <a:pt x="117003" y="711316"/>
                    <a:pt x="125172" y="710074"/>
                    <a:pt x="125172" y="710074"/>
                  </a:cubicBezTo>
                  <a:close/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953519993">
                    <a:custGeom>
                      <a:avLst/>
                      <a:gdLst>
                        <a:gd name="csX0" fmla="*/ 125172 w 125210"/>
                        <a:gd name="csY0" fmla="*/ 710074 h 710490"/>
                        <a:gd name="csX1" fmla="*/ 73549 w 125210"/>
                        <a:gd name="csY1" fmla="*/ 291745 h 710490"/>
                        <a:gd name="csX2" fmla="*/ 68813 w 125210"/>
                        <a:gd name="csY2" fmla="*/ 242084 h 710490"/>
                        <a:gd name="csX3" fmla="*/ 59256 w 125210"/>
                        <a:gd name="csY3" fmla="*/ 75899 h 710490"/>
                        <a:gd name="csX4" fmla="*/ 5265 w 125210"/>
                        <a:gd name="csY4" fmla="*/ -30 h 710490"/>
                        <a:gd name="csX5" fmla="*/ 38 w 125210"/>
                        <a:gd name="csY5" fmla="*/ 15726 h 710490"/>
                        <a:gd name="csX6" fmla="*/ 27238 w 125210"/>
                        <a:gd name="csY6" fmla="*/ 223453 h 710490"/>
                        <a:gd name="csX7" fmla="*/ 48066 w 125210"/>
                        <a:gd name="csY7" fmla="*/ 343930 h 710490"/>
                        <a:gd name="csX8" fmla="*/ 99442 w 125210"/>
                        <a:gd name="csY8" fmla="*/ 659310 h 710490"/>
                        <a:gd name="csX9" fmla="*/ 109570 w 125210"/>
                        <a:gd name="csY9" fmla="*/ 709290 h 710490"/>
                        <a:gd name="csX10" fmla="*/ 125172 w 125210"/>
                        <a:gd name="csY10" fmla="*/ 710074 h 71049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</a:cxnLst>
                      <a:rect l="l" t="t" r="r" b="b"/>
                      <a:pathLst>
                        <a:path w="125210" h="710490" extrusionOk="0">
                          <a:moveTo>
                            <a:pt x="125172" y="710074"/>
                          </a:moveTo>
                          <a:cubicBezTo>
                            <a:pt x="122784" y="716462"/>
                            <a:pt x="70076" y="333959"/>
                            <a:pt x="73549" y="291745"/>
                          </a:cubicBezTo>
                          <a:cubicBezTo>
                            <a:pt x="68813" y="245898"/>
                            <a:pt x="68813" y="242084"/>
                            <a:pt x="68813" y="242084"/>
                          </a:cubicBezTo>
                          <a:cubicBezTo>
                            <a:pt x="68284" y="238689"/>
                            <a:pt x="60470" y="88214"/>
                            <a:pt x="59256" y="75899"/>
                          </a:cubicBezTo>
                          <a:cubicBezTo>
                            <a:pt x="56961" y="63538"/>
                            <a:pt x="8988" y="-520"/>
                            <a:pt x="5265" y="-30"/>
                          </a:cubicBezTo>
                          <a:cubicBezTo>
                            <a:pt x="1827" y="1305"/>
                            <a:pt x="-434" y="-442"/>
                            <a:pt x="38" y="15726"/>
                          </a:cubicBezTo>
                          <a:cubicBezTo>
                            <a:pt x="1663" y="34228"/>
                            <a:pt x="29741" y="184572"/>
                            <a:pt x="27238" y="223453"/>
                          </a:cubicBezTo>
                          <a:cubicBezTo>
                            <a:pt x="35199" y="264524"/>
                            <a:pt x="36370" y="274316"/>
                            <a:pt x="48066" y="343930"/>
                          </a:cubicBezTo>
                          <a:cubicBezTo>
                            <a:pt x="60794" y="407521"/>
                            <a:pt x="98929" y="644727"/>
                            <a:pt x="99442" y="659310"/>
                          </a:cubicBezTo>
                          <a:cubicBezTo>
                            <a:pt x="101921" y="675767"/>
                            <a:pt x="101062" y="708181"/>
                            <a:pt x="109570" y="709290"/>
                          </a:cubicBezTo>
                          <a:cubicBezTo>
                            <a:pt x="117002" y="711316"/>
                            <a:pt x="125172" y="710074"/>
                            <a:pt x="125172" y="710074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6" name="フリーフォーム: 図形 315">
              <a:extLst>
                <a:ext uri="{FF2B5EF4-FFF2-40B4-BE49-F238E27FC236}">
                  <a16:creationId xmlns:a16="http://schemas.microsoft.com/office/drawing/2014/main" id="{16B49F44-3AA5-A880-118E-8BB31D298A66}"/>
                </a:ext>
              </a:extLst>
            </p:cNvPr>
            <p:cNvSpPr/>
            <p:nvPr/>
          </p:nvSpPr>
          <p:spPr>
            <a:xfrm>
              <a:off x="6480503" y="2938188"/>
              <a:ext cx="33162" cy="250445"/>
            </a:xfrm>
            <a:custGeom>
              <a:avLst/>
              <a:gdLst>
                <a:gd name="csX0" fmla="*/ -86 w 33162"/>
                <a:gd name="csY0" fmla="*/ -27 h 250445"/>
                <a:gd name="csX1" fmla="*/ 24499 w 33162"/>
                <a:gd name="csY1" fmla="*/ 149856 h 250445"/>
                <a:gd name="csX2" fmla="*/ 33076 w 33162"/>
                <a:gd name="csY2" fmla="*/ 250419 h 2504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3162" h="250445">
                  <a:moveTo>
                    <a:pt x="-86" y="-27"/>
                  </a:moveTo>
                  <a:cubicBezTo>
                    <a:pt x="-86" y="-27"/>
                    <a:pt x="19760" y="101624"/>
                    <a:pt x="24499" y="149856"/>
                  </a:cubicBezTo>
                  <a:cubicBezTo>
                    <a:pt x="29317" y="198087"/>
                    <a:pt x="33076" y="250419"/>
                    <a:pt x="33076" y="250419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92427131">
                    <a:custGeom>
                      <a:avLst/>
                      <a:gdLst>
                        <a:gd name="csX0" fmla="*/ -86 w 33162"/>
                        <a:gd name="csY0" fmla="*/ -27 h 250445"/>
                        <a:gd name="csX1" fmla="*/ 24499 w 33162"/>
                        <a:gd name="csY1" fmla="*/ 149856 h 250445"/>
                        <a:gd name="csX2" fmla="*/ 33076 w 33162"/>
                        <a:gd name="csY2" fmla="*/ 250419 h 250445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</a:cxnLst>
                      <a:rect l="l" t="t" r="r" b="b"/>
                      <a:pathLst>
                        <a:path w="33162" h="250445" extrusionOk="0">
                          <a:moveTo>
                            <a:pt x="-86" y="-27"/>
                          </a:moveTo>
                          <a:cubicBezTo>
                            <a:pt x="-6953" y="2441"/>
                            <a:pt x="25324" y="89294"/>
                            <a:pt x="24499" y="149856"/>
                          </a:cubicBezTo>
                          <a:cubicBezTo>
                            <a:pt x="29318" y="198087"/>
                            <a:pt x="33076" y="250419"/>
                            <a:pt x="33076" y="250419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7" name="フリーフォーム: 図形 316">
              <a:extLst>
                <a:ext uri="{FF2B5EF4-FFF2-40B4-BE49-F238E27FC236}">
                  <a16:creationId xmlns:a16="http://schemas.microsoft.com/office/drawing/2014/main" id="{263828DD-DC88-34EF-4C31-6C3D307E345E}"/>
                </a:ext>
              </a:extLst>
            </p:cNvPr>
            <p:cNvSpPr/>
            <p:nvPr/>
          </p:nvSpPr>
          <p:spPr>
            <a:xfrm>
              <a:off x="6372521" y="2957538"/>
              <a:ext cx="36430" cy="251066"/>
            </a:xfrm>
            <a:custGeom>
              <a:avLst/>
              <a:gdLst>
                <a:gd name="csX0" fmla="*/ 36340 w 36430"/>
                <a:gd name="csY0" fmla="*/ 251041 h 251066"/>
                <a:gd name="csX1" fmla="*/ 16412 w 36430"/>
                <a:gd name="csY1" fmla="*/ 162982 h 251066"/>
                <a:gd name="csX2" fmla="*/ -90 w 36430"/>
                <a:gd name="csY2" fmla="*/ -26 h 2510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430" h="251066">
                  <a:moveTo>
                    <a:pt x="36340" y="251041"/>
                  </a:moveTo>
                  <a:cubicBezTo>
                    <a:pt x="36340" y="251041"/>
                    <a:pt x="20739" y="205953"/>
                    <a:pt x="16412" y="162982"/>
                  </a:cubicBezTo>
                  <a:cubicBezTo>
                    <a:pt x="12164" y="120002"/>
                    <a:pt x="-90" y="-26"/>
                    <a:pt x="-90" y="-26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189913698">
                    <a:custGeom>
                      <a:avLst/>
                      <a:gdLst>
                        <a:gd name="csX0" fmla="*/ 36340 w 36430"/>
                        <a:gd name="csY0" fmla="*/ 251041 h 251066"/>
                        <a:gd name="csX1" fmla="*/ 16412 w 36430"/>
                        <a:gd name="csY1" fmla="*/ 162982 h 251066"/>
                        <a:gd name="csX2" fmla="*/ -90 w 36430"/>
                        <a:gd name="csY2" fmla="*/ -26 h 251066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</a:cxnLst>
                      <a:rect l="l" t="t" r="r" b="b"/>
                      <a:pathLst>
                        <a:path w="36430" h="251066" extrusionOk="0">
                          <a:moveTo>
                            <a:pt x="36340" y="251041"/>
                          </a:moveTo>
                          <a:cubicBezTo>
                            <a:pt x="42078" y="241611"/>
                            <a:pt x="17154" y="201548"/>
                            <a:pt x="16412" y="162982"/>
                          </a:cubicBezTo>
                          <a:cubicBezTo>
                            <a:pt x="12165" y="120002"/>
                            <a:pt x="-90" y="-26"/>
                            <a:pt x="-90" y="-26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8" name="フリーフォーム: 図形 317">
              <a:extLst>
                <a:ext uri="{FF2B5EF4-FFF2-40B4-BE49-F238E27FC236}">
                  <a16:creationId xmlns:a16="http://schemas.microsoft.com/office/drawing/2014/main" id="{FCEAD2E0-B0FC-4AB1-AB0C-916B0B3B3FCF}"/>
                </a:ext>
              </a:extLst>
            </p:cNvPr>
            <p:cNvSpPr/>
            <p:nvPr/>
          </p:nvSpPr>
          <p:spPr>
            <a:xfrm>
              <a:off x="6166528" y="2933789"/>
              <a:ext cx="161504" cy="254084"/>
            </a:xfrm>
            <a:custGeom>
              <a:avLst/>
              <a:gdLst>
                <a:gd name="csX0" fmla="*/ 38621 w 161504"/>
                <a:gd name="csY0" fmla="*/ 254058 h 254084"/>
                <a:gd name="csX1" fmla="*/ 161302 w 161504"/>
                <a:gd name="csY1" fmla="*/ 224931 h 254084"/>
                <a:gd name="csX2" fmla="*/ 144150 w 161504"/>
                <a:gd name="csY2" fmla="*/ 139454 h 254084"/>
                <a:gd name="csX3" fmla="*/ 125528 w 161504"/>
                <a:gd name="csY3" fmla="*/ 49672 h 254084"/>
                <a:gd name="csX4" fmla="*/ 121689 w 161504"/>
                <a:gd name="csY4" fmla="*/ 3825 h 254084"/>
                <a:gd name="csX5" fmla="*/ 114500 w 161504"/>
                <a:gd name="csY5" fmla="*/ 11 h 254084"/>
                <a:gd name="csX6" fmla="*/ 6603 w 161504"/>
                <a:gd name="csY6" fmla="*/ 18634 h 254084"/>
                <a:gd name="csX7" fmla="*/ -95 w 161504"/>
                <a:gd name="csY7" fmla="*/ 36775 h 254084"/>
                <a:gd name="csX8" fmla="*/ 2762 w 161504"/>
                <a:gd name="csY8" fmla="*/ 103156 h 254084"/>
                <a:gd name="csX9" fmla="*/ 23755 w 161504"/>
                <a:gd name="csY9" fmla="*/ 220635 h 254084"/>
                <a:gd name="csX10" fmla="*/ 38621 w 161504"/>
                <a:gd name="csY10" fmla="*/ 254058 h 2540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61504" h="254084">
                  <a:moveTo>
                    <a:pt x="38621" y="254058"/>
                  </a:moveTo>
                  <a:cubicBezTo>
                    <a:pt x="38621" y="254058"/>
                    <a:pt x="160323" y="231139"/>
                    <a:pt x="161302" y="224931"/>
                  </a:cubicBezTo>
                  <a:cubicBezTo>
                    <a:pt x="162282" y="218724"/>
                    <a:pt x="156566" y="168099"/>
                    <a:pt x="144150" y="139454"/>
                  </a:cubicBezTo>
                  <a:cubicBezTo>
                    <a:pt x="131735" y="110801"/>
                    <a:pt x="125528" y="49672"/>
                    <a:pt x="125528" y="49672"/>
                  </a:cubicBezTo>
                  <a:lnTo>
                    <a:pt x="121689" y="3825"/>
                  </a:lnTo>
                  <a:cubicBezTo>
                    <a:pt x="121689" y="3825"/>
                    <a:pt x="124057" y="-471"/>
                    <a:pt x="114500" y="11"/>
                  </a:cubicBezTo>
                  <a:cubicBezTo>
                    <a:pt x="104943" y="485"/>
                    <a:pt x="9951" y="13856"/>
                    <a:pt x="6603" y="18634"/>
                  </a:cubicBezTo>
                  <a:cubicBezTo>
                    <a:pt x="3253" y="23404"/>
                    <a:pt x="-95" y="30094"/>
                    <a:pt x="-95" y="36775"/>
                  </a:cubicBezTo>
                  <a:cubicBezTo>
                    <a:pt x="-95" y="43465"/>
                    <a:pt x="2762" y="84059"/>
                    <a:pt x="2762" y="103156"/>
                  </a:cubicBezTo>
                  <a:cubicBezTo>
                    <a:pt x="2762" y="122261"/>
                    <a:pt x="13707" y="196752"/>
                    <a:pt x="23755" y="220635"/>
                  </a:cubicBezTo>
                  <a:cubicBezTo>
                    <a:pt x="33801" y="244510"/>
                    <a:pt x="38621" y="254058"/>
                    <a:pt x="38621" y="254058"/>
                  </a:cubicBezTo>
                  <a:close/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822242066">
                    <a:custGeom>
                      <a:avLst/>
                      <a:gdLst>
                        <a:gd name="csX0" fmla="*/ 38621 w 161504"/>
                        <a:gd name="csY0" fmla="*/ 254058 h 254084"/>
                        <a:gd name="csX1" fmla="*/ 161302 w 161504"/>
                        <a:gd name="csY1" fmla="*/ 224931 h 254084"/>
                        <a:gd name="csX2" fmla="*/ 144150 w 161504"/>
                        <a:gd name="csY2" fmla="*/ 139454 h 254084"/>
                        <a:gd name="csX3" fmla="*/ 125528 w 161504"/>
                        <a:gd name="csY3" fmla="*/ 49672 h 254084"/>
                        <a:gd name="csX4" fmla="*/ 121689 w 161504"/>
                        <a:gd name="csY4" fmla="*/ 3825 h 254084"/>
                        <a:gd name="csX5" fmla="*/ 114500 w 161504"/>
                        <a:gd name="csY5" fmla="*/ 11 h 254084"/>
                        <a:gd name="csX6" fmla="*/ 6603 w 161504"/>
                        <a:gd name="csY6" fmla="*/ 18634 h 254084"/>
                        <a:gd name="csX7" fmla="*/ -95 w 161504"/>
                        <a:gd name="csY7" fmla="*/ 36775 h 254084"/>
                        <a:gd name="csX8" fmla="*/ 2762 w 161504"/>
                        <a:gd name="csY8" fmla="*/ 103156 h 254084"/>
                        <a:gd name="csX9" fmla="*/ 23755 w 161504"/>
                        <a:gd name="csY9" fmla="*/ 220635 h 254084"/>
                        <a:gd name="csX10" fmla="*/ 38621 w 161504"/>
                        <a:gd name="csY10" fmla="*/ 254058 h 254084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</a:cxnLst>
                      <a:rect l="l" t="t" r="r" b="b"/>
                      <a:pathLst>
                        <a:path w="161504" h="254084" extrusionOk="0">
                          <a:moveTo>
                            <a:pt x="38621" y="254058"/>
                          </a:moveTo>
                          <a:cubicBezTo>
                            <a:pt x="37982" y="252283"/>
                            <a:pt x="159360" y="230989"/>
                            <a:pt x="161302" y="224931"/>
                          </a:cubicBezTo>
                          <a:cubicBezTo>
                            <a:pt x="165091" y="220817"/>
                            <a:pt x="156958" y="177406"/>
                            <a:pt x="144150" y="139454"/>
                          </a:cubicBezTo>
                          <a:cubicBezTo>
                            <a:pt x="131735" y="110800"/>
                            <a:pt x="125528" y="49672"/>
                            <a:pt x="125528" y="49672"/>
                          </a:cubicBezTo>
                          <a:cubicBezTo>
                            <a:pt x="122665" y="38799"/>
                            <a:pt x="127517" y="14995"/>
                            <a:pt x="121689" y="3825"/>
                          </a:cubicBezTo>
                          <a:cubicBezTo>
                            <a:pt x="121304" y="4271"/>
                            <a:pt x="124498" y="-947"/>
                            <a:pt x="114500" y="11"/>
                          </a:cubicBezTo>
                          <a:cubicBezTo>
                            <a:pt x="105035" y="1889"/>
                            <a:pt x="8905" y="13415"/>
                            <a:pt x="6603" y="18634"/>
                          </a:cubicBezTo>
                          <a:cubicBezTo>
                            <a:pt x="4594" y="23508"/>
                            <a:pt x="-607" y="30800"/>
                            <a:pt x="-95" y="36775"/>
                          </a:cubicBezTo>
                          <a:cubicBezTo>
                            <a:pt x="-1892" y="40778"/>
                            <a:pt x="2297" y="84226"/>
                            <a:pt x="2762" y="103156"/>
                          </a:cubicBezTo>
                          <a:cubicBezTo>
                            <a:pt x="4389" y="121634"/>
                            <a:pt x="11979" y="199088"/>
                            <a:pt x="23755" y="220635"/>
                          </a:cubicBezTo>
                          <a:cubicBezTo>
                            <a:pt x="33801" y="244510"/>
                            <a:pt x="38621" y="254057"/>
                            <a:pt x="38621" y="254058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9" name="フリーフォーム: 図形 318">
              <a:extLst>
                <a:ext uri="{FF2B5EF4-FFF2-40B4-BE49-F238E27FC236}">
                  <a16:creationId xmlns:a16="http://schemas.microsoft.com/office/drawing/2014/main" id="{A05D205C-F9C4-F18C-78E3-27E30E4D0247}"/>
                </a:ext>
              </a:extLst>
            </p:cNvPr>
            <p:cNvSpPr/>
            <p:nvPr/>
          </p:nvSpPr>
          <p:spPr>
            <a:xfrm>
              <a:off x="6047912" y="2783671"/>
              <a:ext cx="687361" cy="211377"/>
            </a:xfrm>
            <a:custGeom>
              <a:avLst/>
              <a:gdLst>
                <a:gd name="csX0" fmla="*/ 6461 w 687361"/>
                <a:gd name="csY0" fmla="*/ 116961 h 211377"/>
                <a:gd name="csX1" fmla="*/ 2295 w 687361"/>
                <a:gd name="csY1" fmla="*/ 165234 h 211377"/>
                <a:gd name="csX2" fmla="*/ 32926 w 687361"/>
                <a:gd name="csY2" fmla="*/ 211342 h 211377"/>
                <a:gd name="csX3" fmla="*/ 685135 w 687361"/>
                <a:gd name="csY3" fmla="*/ 89949 h 211377"/>
                <a:gd name="csX4" fmla="*/ 686279 w 687361"/>
                <a:gd name="csY4" fmla="*/ 57719 h 211377"/>
                <a:gd name="csX5" fmla="*/ 679416 w 687361"/>
                <a:gd name="csY5" fmla="*/ 3517 h 211377"/>
                <a:gd name="csX6" fmla="*/ 652137 w 687361"/>
                <a:gd name="csY6" fmla="*/ 1132 h 211377"/>
                <a:gd name="csX7" fmla="*/ 404077 w 687361"/>
                <a:gd name="csY7" fmla="*/ 37895 h 211377"/>
                <a:gd name="csX8" fmla="*/ 381205 w 687361"/>
                <a:gd name="csY8" fmla="*/ 36703 h 211377"/>
                <a:gd name="csX9" fmla="*/ 353434 w 687361"/>
                <a:gd name="csY9" fmla="*/ 45059 h 211377"/>
                <a:gd name="csX10" fmla="*/ 351801 w 687361"/>
                <a:gd name="csY10" fmla="*/ 53659 h 2113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687361" h="211377">
                  <a:moveTo>
                    <a:pt x="6461" y="116961"/>
                  </a:moveTo>
                  <a:cubicBezTo>
                    <a:pt x="6461" y="116961"/>
                    <a:pt x="-4893" y="142673"/>
                    <a:pt x="2295" y="165234"/>
                  </a:cubicBezTo>
                  <a:cubicBezTo>
                    <a:pt x="9401" y="187794"/>
                    <a:pt x="27043" y="210664"/>
                    <a:pt x="32926" y="211342"/>
                  </a:cubicBezTo>
                  <a:cubicBezTo>
                    <a:pt x="38888" y="212020"/>
                    <a:pt x="681787" y="92645"/>
                    <a:pt x="685135" y="89949"/>
                  </a:cubicBezTo>
                  <a:cubicBezTo>
                    <a:pt x="688564" y="87246"/>
                    <a:pt x="687014" y="65356"/>
                    <a:pt x="686279" y="57719"/>
                  </a:cubicBezTo>
                  <a:cubicBezTo>
                    <a:pt x="685543" y="50074"/>
                    <a:pt x="683911" y="9725"/>
                    <a:pt x="679416" y="3517"/>
                  </a:cubicBezTo>
                  <a:cubicBezTo>
                    <a:pt x="674842" y="-2691"/>
                    <a:pt x="652137" y="1132"/>
                    <a:pt x="652137" y="1132"/>
                  </a:cubicBezTo>
                  <a:lnTo>
                    <a:pt x="404077" y="37895"/>
                  </a:lnTo>
                  <a:cubicBezTo>
                    <a:pt x="404077" y="37895"/>
                    <a:pt x="397624" y="34792"/>
                    <a:pt x="381205" y="36703"/>
                  </a:cubicBezTo>
                  <a:cubicBezTo>
                    <a:pt x="364706" y="38614"/>
                    <a:pt x="355640" y="42910"/>
                    <a:pt x="353434" y="45059"/>
                  </a:cubicBezTo>
                  <a:cubicBezTo>
                    <a:pt x="351310" y="47207"/>
                    <a:pt x="351801" y="53659"/>
                    <a:pt x="351801" y="53659"/>
                  </a:cubicBezTo>
                  <a:close/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3497344792">
                    <a:custGeom>
                      <a:avLst/>
                      <a:gdLst>
                        <a:gd name="csX0" fmla="*/ 6461 w 687361"/>
                        <a:gd name="csY0" fmla="*/ 116961 h 211377"/>
                        <a:gd name="csX1" fmla="*/ 2295 w 687361"/>
                        <a:gd name="csY1" fmla="*/ 165234 h 211377"/>
                        <a:gd name="csX2" fmla="*/ 32926 w 687361"/>
                        <a:gd name="csY2" fmla="*/ 211342 h 211377"/>
                        <a:gd name="csX3" fmla="*/ 685135 w 687361"/>
                        <a:gd name="csY3" fmla="*/ 89949 h 211377"/>
                        <a:gd name="csX4" fmla="*/ 686279 w 687361"/>
                        <a:gd name="csY4" fmla="*/ 57719 h 211377"/>
                        <a:gd name="csX5" fmla="*/ 679416 w 687361"/>
                        <a:gd name="csY5" fmla="*/ 3517 h 211377"/>
                        <a:gd name="csX6" fmla="*/ 652137 w 687361"/>
                        <a:gd name="csY6" fmla="*/ 1132 h 211377"/>
                        <a:gd name="csX7" fmla="*/ 404077 w 687361"/>
                        <a:gd name="csY7" fmla="*/ 37895 h 211377"/>
                        <a:gd name="csX8" fmla="*/ 381205 w 687361"/>
                        <a:gd name="csY8" fmla="*/ 36703 h 211377"/>
                        <a:gd name="csX9" fmla="*/ 353434 w 687361"/>
                        <a:gd name="csY9" fmla="*/ 45059 h 211377"/>
                        <a:gd name="csX10" fmla="*/ 351801 w 687361"/>
                        <a:gd name="csY10" fmla="*/ 53659 h 211377"/>
                        <a:gd name="csX11" fmla="*/ 6461 w 687361"/>
                        <a:gd name="csY11" fmla="*/ 116961 h 211377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</a:cxnLst>
                      <a:rect l="l" t="t" r="r" b="b"/>
                      <a:pathLst>
                        <a:path w="687361" h="211377" extrusionOk="0">
                          <a:moveTo>
                            <a:pt x="6461" y="116961"/>
                          </a:moveTo>
                          <a:cubicBezTo>
                            <a:pt x="12076" y="120219"/>
                            <a:pt x="-6599" y="148982"/>
                            <a:pt x="2295" y="165234"/>
                          </a:cubicBezTo>
                          <a:cubicBezTo>
                            <a:pt x="9362" y="186754"/>
                            <a:pt x="27675" y="211890"/>
                            <a:pt x="32926" y="211342"/>
                          </a:cubicBezTo>
                          <a:cubicBezTo>
                            <a:pt x="39238" y="212619"/>
                            <a:pt x="680988" y="92183"/>
                            <a:pt x="685135" y="89949"/>
                          </a:cubicBezTo>
                          <a:cubicBezTo>
                            <a:pt x="689987" y="87817"/>
                            <a:pt x="687664" y="63776"/>
                            <a:pt x="686279" y="57719"/>
                          </a:cubicBezTo>
                          <a:cubicBezTo>
                            <a:pt x="685023" y="49661"/>
                            <a:pt x="685082" y="9957"/>
                            <a:pt x="679416" y="3517"/>
                          </a:cubicBezTo>
                          <a:cubicBezTo>
                            <a:pt x="674842" y="-2691"/>
                            <a:pt x="652137" y="1132"/>
                            <a:pt x="652137" y="1132"/>
                          </a:cubicBezTo>
                          <a:cubicBezTo>
                            <a:pt x="569185" y="35209"/>
                            <a:pt x="474541" y="6283"/>
                            <a:pt x="404077" y="37895"/>
                          </a:cubicBezTo>
                          <a:cubicBezTo>
                            <a:pt x="405420" y="36896"/>
                            <a:pt x="397461" y="34909"/>
                            <a:pt x="381205" y="36703"/>
                          </a:cubicBezTo>
                          <a:cubicBezTo>
                            <a:pt x="364812" y="37827"/>
                            <a:pt x="355688" y="43472"/>
                            <a:pt x="353434" y="45059"/>
                          </a:cubicBezTo>
                          <a:cubicBezTo>
                            <a:pt x="351311" y="47207"/>
                            <a:pt x="351801" y="53659"/>
                            <a:pt x="351801" y="53659"/>
                          </a:cubicBezTo>
                          <a:cubicBezTo>
                            <a:pt x="234214" y="83393"/>
                            <a:pt x="173860" y="61445"/>
                            <a:pt x="6461" y="116961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20" name="フリーフォーム: 図形 319">
              <a:extLst>
                <a:ext uri="{FF2B5EF4-FFF2-40B4-BE49-F238E27FC236}">
                  <a16:creationId xmlns:a16="http://schemas.microsoft.com/office/drawing/2014/main" id="{D6BD4AAF-3806-3206-CB09-EDE5B260F216}"/>
                </a:ext>
              </a:extLst>
            </p:cNvPr>
            <p:cNvSpPr/>
            <p:nvPr/>
          </p:nvSpPr>
          <p:spPr>
            <a:xfrm>
              <a:off x="6399804" y="2837363"/>
              <a:ext cx="54235" cy="18625"/>
            </a:xfrm>
            <a:custGeom>
              <a:avLst/>
              <a:gdLst>
                <a:gd name="csX0" fmla="*/ -89 w 54235"/>
                <a:gd name="csY0" fmla="*/ -34 h 18625"/>
                <a:gd name="csX1" fmla="*/ 20249 w 54235"/>
                <a:gd name="csY1" fmla="*/ 18589 h 18625"/>
                <a:gd name="csX2" fmla="*/ 49573 w 54235"/>
                <a:gd name="csY2" fmla="*/ 11900 h 18625"/>
                <a:gd name="csX3" fmla="*/ 54147 w 54235"/>
                <a:gd name="csY3" fmla="*/ 2351 h 186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4235" h="18625">
                  <a:moveTo>
                    <a:pt x="-89" y="-34"/>
                  </a:moveTo>
                  <a:cubicBezTo>
                    <a:pt x="-89" y="-34"/>
                    <a:pt x="647" y="18826"/>
                    <a:pt x="20249" y="18589"/>
                  </a:cubicBezTo>
                  <a:cubicBezTo>
                    <a:pt x="39772" y="18352"/>
                    <a:pt x="45978" y="16915"/>
                    <a:pt x="49573" y="11900"/>
                  </a:cubicBezTo>
                  <a:cubicBezTo>
                    <a:pt x="53167" y="6884"/>
                    <a:pt x="54147" y="2351"/>
                    <a:pt x="54147" y="2351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891342245">
                    <a:custGeom>
                      <a:avLst/>
                      <a:gdLst>
                        <a:gd name="csX0" fmla="*/ -89 w 54235"/>
                        <a:gd name="csY0" fmla="*/ -34 h 18625"/>
                        <a:gd name="csX1" fmla="*/ 20249 w 54235"/>
                        <a:gd name="csY1" fmla="*/ 18589 h 18625"/>
                        <a:gd name="csX2" fmla="*/ 49573 w 54235"/>
                        <a:gd name="csY2" fmla="*/ 11900 h 18625"/>
                        <a:gd name="csX3" fmla="*/ 54147 w 54235"/>
                        <a:gd name="csY3" fmla="*/ 2351 h 18625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</a:cxnLst>
                      <a:rect l="l" t="t" r="r" b="b"/>
                      <a:pathLst>
                        <a:path w="54235" h="18625" extrusionOk="0">
                          <a:moveTo>
                            <a:pt x="-89" y="-34"/>
                          </a:moveTo>
                          <a:cubicBezTo>
                            <a:pt x="1740" y="246"/>
                            <a:pt x="-2332" y="21146"/>
                            <a:pt x="20249" y="18589"/>
                          </a:cubicBezTo>
                          <a:cubicBezTo>
                            <a:pt x="39706" y="18219"/>
                            <a:pt x="44392" y="16618"/>
                            <a:pt x="49573" y="11900"/>
                          </a:cubicBezTo>
                          <a:cubicBezTo>
                            <a:pt x="53167" y="6884"/>
                            <a:pt x="54147" y="2351"/>
                            <a:pt x="54147" y="2351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21" name="フリーフォーム: 図形 320">
              <a:extLst>
                <a:ext uri="{FF2B5EF4-FFF2-40B4-BE49-F238E27FC236}">
                  <a16:creationId xmlns:a16="http://schemas.microsoft.com/office/drawing/2014/main" id="{9FADFF96-9194-1B52-5510-99239B0CC8B8}"/>
                </a:ext>
              </a:extLst>
            </p:cNvPr>
            <p:cNvSpPr/>
            <p:nvPr/>
          </p:nvSpPr>
          <p:spPr>
            <a:xfrm>
              <a:off x="6432313" y="2817360"/>
              <a:ext cx="63477" cy="45070"/>
            </a:xfrm>
            <a:custGeom>
              <a:avLst/>
              <a:gdLst>
                <a:gd name="csX0" fmla="*/ 48265 w 63477"/>
                <a:gd name="csY0" fmla="*/ -34 h 45070"/>
                <a:gd name="csX1" fmla="*/ 61008 w 63477"/>
                <a:gd name="csY1" fmla="*/ 7072 h 45070"/>
                <a:gd name="csX2" fmla="*/ 61252 w 63477"/>
                <a:gd name="csY2" fmla="*/ 24502 h 45070"/>
                <a:gd name="csX3" fmla="*/ 45980 w 63477"/>
                <a:gd name="csY3" fmla="*/ 37873 h 45070"/>
                <a:gd name="csX4" fmla="*/ -87 w 63477"/>
                <a:gd name="csY4" fmla="*/ 45036 h 450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3477" h="45070">
                  <a:moveTo>
                    <a:pt x="48265" y="-34"/>
                  </a:moveTo>
                  <a:cubicBezTo>
                    <a:pt x="48265" y="-34"/>
                    <a:pt x="58395" y="864"/>
                    <a:pt x="61008" y="7072"/>
                  </a:cubicBezTo>
                  <a:cubicBezTo>
                    <a:pt x="63623" y="13279"/>
                    <a:pt x="64602" y="19969"/>
                    <a:pt x="61252" y="24502"/>
                  </a:cubicBezTo>
                  <a:cubicBezTo>
                    <a:pt x="57904" y="29043"/>
                    <a:pt x="54554" y="36206"/>
                    <a:pt x="45980" y="37873"/>
                  </a:cubicBezTo>
                  <a:cubicBezTo>
                    <a:pt x="37402" y="39547"/>
                    <a:pt x="-87" y="45036"/>
                    <a:pt x="-87" y="45036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387561413">
                    <a:custGeom>
                      <a:avLst/>
                      <a:gdLst>
                        <a:gd name="csX0" fmla="*/ 48265 w 63477"/>
                        <a:gd name="csY0" fmla="*/ -34 h 45070"/>
                        <a:gd name="csX1" fmla="*/ 61008 w 63477"/>
                        <a:gd name="csY1" fmla="*/ 7072 h 45070"/>
                        <a:gd name="csX2" fmla="*/ 61252 w 63477"/>
                        <a:gd name="csY2" fmla="*/ 24502 h 45070"/>
                        <a:gd name="csX3" fmla="*/ 45980 w 63477"/>
                        <a:gd name="csY3" fmla="*/ 37873 h 45070"/>
                        <a:gd name="csX4" fmla="*/ -87 w 63477"/>
                        <a:gd name="csY4" fmla="*/ 45036 h 4507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</a:cxnLst>
                      <a:rect l="l" t="t" r="r" b="b"/>
                      <a:pathLst>
                        <a:path w="63477" h="45070" extrusionOk="0">
                          <a:moveTo>
                            <a:pt x="48265" y="-34"/>
                          </a:moveTo>
                          <a:cubicBezTo>
                            <a:pt x="50108" y="771"/>
                            <a:pt x="57725" y="-659"/>
                            <a:pt x="61008" y="7072"/>
                          </a:cubicBezTo>
                          <a:cubicBezTo>
                            <a:pt x="63857" y="12198"/>
                            <a:pt x="65163" y="19866"/>
                            <a:pt x="61252" y="24502"/>
                          </a:cubicBezTo>
                          <a:cubicBezTo>
                            <a:pt x="56904" y="29205"/>
                            <a:pt x="54059" y="36505"/>
                            <a:pt x="45980" y="37873"/>
                          </a:cubicBezTo>
                          <a:cubicBezTo>
                            <a:pt x="37402" y="39546"/>
                            <a:pt x="-88" y="45036"/>
                            <a:pt x="-87" y="45036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22" name="フリーフォーム: 図形 321">
              <a:extLst>
                <a:ext uri="{FF2B5EF4-FFF2-40B4-BE49-F238E27FC236}">
                  <a16:creationId xmlns:a16="http://schemas.microsoft.com/office/drawing/2014/main" id="{3C63A34E-DFBF-0295-C1FD-50A06B63C289}"/>
                </a:ext>
              </a:extLst>
            </p:cNvPr>
            <p:cNvSpPr/>
            <p:nvPr/>
          </p:nvSpPr>
          <p:spPr>
            <a:xfrm>
              <a:off x="6634388" y="2794580"/>
              <a:ext cx="20093" cy="94739"/>
            </a:xfrm>
            <a:custGeom>
              <a:avLst/>
              <a:gdLst>
                <a:gd name="csX0" fmla="*/ -81 w 20093"/>
                <a:gd name="csY0" fmla="*/ -34 h 94739"/>
                <a:gd name="csX1" fmla="*/ 14294 w 20093"/>
                <a:gd name="csY1" fmla="*/ 42904 h 94739"/>
                <a:gd name="csX2" fmla="*/ 20012 w 20093"/>
                <a:gd name="csY2" fmla="*/ 94705 h 947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0093" h="94739">
                  <a:moveTo>
                    <a:pt x="-81" y="-34"/>
                  </a:moveTo>
                  <a:cubicBezTo>
                    <a:pt x="-81" y="-34"/>
                    <a:pt x="11599" y="30415"/>
                    <a:pt x="14294" y="42904"/>
                  </a:cubicBezTo>
                  <a:cubicBezTo>
                    <a:pt x="16989" y="55401"/>
                    <a:pt x="20012" y="94705"/>
                    <a:pt x="20012" y="94705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520994182">
                    <a:custGeom>
                      <a:avLst/>
                      <a:gdLst>
                        <a:gd name="csX0" fmla="*/ -81 w 20093"/>
                        <a:gd name="csY0" fmla="*/ -34 h 94739"/>
                        <a:gd name="csX1" fmla="*/ 14294 w 20093"/>
                        <a:gd name="csY1" fmla="*/ 42904 h 94739"/>
                        <a:gd name="csX2" fmla="*/ 20012 w 20093"/>
                        <a:gd name="csY2" fmla="*/ 94705 h 94739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</a:cxnLst>
                      <a:rect l="l" t="t" r="r" b="b"/>
                      <a:pathLst>
                        <a:path w="20093" h="94739" extrusionOk="0">
                          <a:moveTo>
                            <a:pt x="-81" y="-34"/>
                          </a:moveTo>
                          <a:cubicBezTo>
                            <a:pt x="672" y="-2209"/>
                            <a:pt x="13494" y="30006"/>
                            <a:pt x="14294" y="42904"/>
                          </a:cubicBezTo>
                          <a:cubicBezTo>
                            <a:pt x="16990" y="55401"/>
                            <a:pt x="20013" y="94704"/>
                            <a:pt x="20012" y="94705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23" name="フリーフォーム: 図形 322">
              <a:extLst>
                <a:ext uri="{FF2B5EF4-FFF2-40B4-BE49-F238E27FC236}">
                  <a16:creationId xmlns:a16="http://schemas.microsoft.com/office/drawing/2014/main" id="{08BC39E3-1D50-B802-A007-3D08E7CFF838}"/>
                </a:ext>
              </a:extLst>
            </p:cNvPr>
            <p:cNvSpPr/>
            <p:nvPr/>
          </p:nvSpPr>
          <p:spPr>
            <a:xfrm>
              <a:off x="6601143" y="2799513"/>
              <a:ext cx="17072" cy="96708"/>
            </a:xfrm>
            <a:custGeom>
              <a:avLst/>
              <a:gdLst>
                <a:gd name="csX0" fmla="*/ -82 w 17072"/>
                <a:gd name="csY0" fmla="*/ -34 h 96708"/>
                <a:gd name="csX1" fmla="*/ 11107 w 17072"/>
                <a:gd name="csY1" fmla="*/ 37972 h 96708"/>
                <a:gd name="csX2" fmla="*/ 16990 w 17072"/>
                <a:gd name="csY2" fmla="*/ 96675 h 967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7072" h="96708">
                  <a:moveTo>
                    <a:pt x="-82" y="-34"/>
                  </a:moveTo>
                  <a:cubicBezTo>
                    <a:pt x="-82" y="-34"/>
                    <a:pt x="8004" y="22444"/>
                    <a:pt x="11107" y="37972"/>
                  </a:cubicBezTo>
                  <a:cubicBezTo>
                    <a:pt x="14131" y="53507"/>
                    <a:pt x="16990" y="96675"/>
                    <a:pt x="16990" y="96675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156818241">
                    <a:custGeom>
                      <a:avLst/>
                      <a:gdLst>
                        <a:gd name="csX0" fmla="*/ -82 w 17072"/>
                        <a:gd name="csY0" fmla="*/ -34 h 96708"/>
                        <a:gd name="csX1" fmla="*/ 11107 w 17072"/>
                        <a:gd name="csY1" fmla="*/ 37972 h 96708"/>
                        <a:gd name="csX2" fmla="*/ 16990 w 17072"/>
                        <a:gd name="csY2" fmla="*/ 96675 h 96708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</a:cxnLst>
                      <a:rect l="l" t="t" r="r" b="b"/>
                      <a:pathLst>
                        <a:path w="17072" h="96708" extrusionOk="0">
                          <a:moveTo>
                            <a:pt x="-82" y="-34"/>
                          </a:moveTo>
                          <a:cubicBezTo>
                            <a:pt x="-3784" y="1058"/>
                            <a:pt x="5937" y="21261"/>
                            <a:pt x="11107" y="37972"/>
                          </a:cubicBezTo>
                          <a:cubicBezTo>
                            <a:pt x="14130" y="53507"/>
                            <a:pt x="16991" y="96676"/>
                            <a:pt x="16990" y="96675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24" name="フリーフォーム: 図形 323">
              <a:extLst>
                <a:ext uri="{FF2B5EF4-FFF2-40B4-BE49-F238E27FC236}">
                  <a16:creationId xmlns:a16="http://schemas.microsoft.com/office/drawing/2014/main" id="{52B51DD6-2AFA-F0BC-4CD4-30BDFC3F4F61}"/>
                </a:ext>
              </a:extLst>
            </p:cNvPr>
            <p:cNvSpPr/>
            <p:nvPr/>
          </p:nvSpPr>
          <p:spPr>
            <a:xfrm>
              <a:off x="6857126" y="2594284"/>
              <a:ext cx="643288" cy="683088"/>
            </a:xfrm>
            <a:custGeom>
              <a:avLst/>
              <a:gdLst>
                <a:gd name="csX0" fmla="*/ 124498 w 643288"/>
                <a:gd name="csY0" fmla="*/ 681838 h 683088"/>
                <a:gd name="csX1" fmla="*/ 274461 w 643288"/>
                <a:gd name="csY1" fmla="*/ 657530 h 683088"/>
                <a:gd name="csX2" fmla="*/ 629685 w 643288"/>
                <a:gd name="csY2" fmla="*/ 599448 h 683088"/>
                <a:gd name="csX3" fmla="*/ 641856 w 643288"/>
                <a:gd name="csY3" fmla="*/ 546773 h 683088"/>
                <a:gd name="csX4" fmla="*/ 582394 w 643288"/>
                <a:gd name="csY4" fmla="*/ 110499 h 683088"/>
                <a:gd name="csX5" fmla="*/ 569078 w 643288"/>
                <a:gd name="csY5" fmla="*/ 53936 h 683088"/>
                <a:gd name="csX6" fmla="*/ 543269 w 643288"/>
                <a:gd name="csY6" fmla="*/ -21 h 683088"/>
                <a:gd name="csX7" fmla="*/ 27546 w 643288"/>
                <a:gd name="csY7" fmla="*/ 71611 h 683088"/>
                <a:gd name="csX8" fmla="*/ 40450 w 643288"/>
                <a:gd name="csY8" fmla="*/ 249730 h 683088"/>
                <a:gd name="csX9" fmla="*/ 54990 w 643288"/>
                <a:gd name="csY9" fmla="*/ 300273 h 683088"/>
                <a:gd name="csX10" fmla="*/ 10718 w 643288"/>
                <a:gd name="csY10" fmla="*/ 195928 h 683088"/>
                <a:gd name="csX11" fmla="*/ -63 w 643288"/>
                <a:gd name="csY11" fmla="*/ 175336 h 683088"/>
                <a:gd name="csX12" fmla="*/ 1570 w 643288"/>
                <a:gd name="csY12" fmla="*/ 201670 h 683088"/>
                <a:gd name="csX13" fmla="*/ 13088 w 643288"/>
                <a:gd name="csY13" fmla="*/ 247598 h 683088"/>
                <a:gd name="csX14" fmla="*/ 41430 w 643288"/>
                <a:gd name="csY14" fmla="*/ 301963 h 683088"/>
                <a:gd name="csX15" fmla="*/ 90111 w 643288"/>
                <a:gd name="csY15" fmla="*/ 560283 h 683088"/>
                <a:gd name="csX16" fmla="*/ 106284 w 643288"/>
                <a:gd name="csY16" fmla="*/ 612280 h 683088"/>
                <a:gd name="csX17" fmla="*/ 124498 w 643288"/>
                <a:gd name="csY17" fmla="*/ 681838 h 6830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643288" h="683088">
                  <a:moveTo>
                    <a:pt x="124498" y="681838"/>
                  </a:moveTo>
                  <a:cubicBezTo>
                    <a:pt x="124498" y="681838"/>
                    <a:pt x="106937" y="691296"/>
                    <a:pt x="274461" y="657530"/>
                  </a:cubicBezTo>
                  <a:cubicBezTo>
                    <a:pt x="441905" y="623764"/>
                    <a:pt x="614821" y="610254"/>
                    <a:pt x="629685" y="599448"/>
                  </a:cubicBezTo>
                  <a:cubicBezTo>
                    <a:pt x="644551" y="588642"/>
                    <a:pt x="644551" y="591345"/>
                    <a:pt x="641856" y="546773"/>
                  </a:cubicBezTo>
                  <a:cubicBezTo>
                    <a:pt x="639159" y="502200"/>
                    <a:pt x="582394" y="110499"/>
                    <a:pt x="582394" y="110499"/>
                  </a:cubicBezTo>
                  <a:cubicBezTo>
                    <a:pt x="582394" y="110499"/>
                    <a:pt x="573899" y="67307"/>
                    <a:pt x="569078" y="53936"/>
                  </a:cubicBezTo>
                  <a:cubicBezTo>
                    <a:pt x="564342" y="40565"/>
                    <a:pt x="549476" y="935"/>
                    <a:pt x="543269" y="-21"/>
                  </a:cubicBezTo>
                  <a:cubicBezTo>
                    <a:pt x="537060" y="-977"/>
                    <a:pt x="29014" y="68745"/>
                    <a:pt x="27546" y="71611"/>
                  </a:cubicBezTo>
                  <a:cubicBezTo>
                    <a:pt x="26157" y="74471"/>
                    <a:pt x="39471" y="244959"/>
                    <a:pt x="40450" y="249730"/>
                  </a:cubicBezTo>
                  <a:cubicBezTo>
                    <a:pt x="41430" y="254508"/>
                    <a:pt x="55970" y="295209"/>
                    <a:pt x="54990" y="300273"/>
                  </a:cubicBezTo>
                  <a:cubicBezTo>
                    <a:pt x="53928" y="305337"/>
                    <a:pt x="10718" y="209772"/>
                    <a:pt x="10718" y="195928"/>
                  </a:cubicBezTo>
                  <a:cubicBezTo>
                    <a:pt x="10718" y="182083"/>
                    <a:pt x="-63" y="175336"/>
                    <a:pt x="-63" y="175336"/>
                  </a:cubicBezTo>
                  <a:cubicBezTo>
                    <a:pt x="-63" y="175336"/>
                    <a:pt x="590" y="189181"/>
                    <a:pt x="1570" y="201670"/>
                  </a:cubicBezTo>
                  <a:cubicBezTo>
                    <a:pt x="2632" y="214166"/>
                    <a:pt x="9003" y="234423"/>
                    <a:pt x="13088" y="247598"/>
                  </a:cubicBezTo>
                  <a:cubicBezTo>
                    <a:pt x="17171" y="260765"/>
                    <a:pt x="41430" y="297234"/>
                    <a:pt x="41430" y="301963"/>
                  </a:cubicBezTo>
                  <a:cubicBezTo>
                    <a:pt x="41430" y="306684"/>
                    <a:pt x="86682" y="516380"/>
                    <a:pt x="90111" y="560283"/>
                  </a:cubicBezTo>
                  <a:cubicBezTo>
                    <a:pt x="93459" y="604177"/>
                    <a:pt x="104242" y="605525"/>
                    <a:pt x="106284" y="612280"/>
                  </a:cubicBezTo>
                  <a:cubicBezTo>
                    <a:pt x="108325" y="619035"/>
                    <a:pt x="124498" y="681838"/>
                    <a:pt x="124498" y="681838"/>
                  </a:cubicBezTo>
                  <a:close/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202834609">
                    <a:custGeom>
                      <a:avLst/>
                      <a:gdLst>
                        <a:gd name="csX0" fmla="*/ 124498 w 643288"/>
                        <a:gd name="csY0" fmla="*/ 681838 h 683088"/>
                        <a:gd name="csX1" fmla="*/ 274461 w 643288"/>
                        <a:gd name="csY1" fmla="*/ 657530 h 683088"/>
                        <a:gd name="csX2" fmla="*/ 629685 w 643288"/>
                        <a:gd name="csY2" fmla="*/ 599448 h 683088"/>
                        <a:gd name="csX3" fmla="*/ 641856 w 643288"/>
                        <a:gd name="csY3" fmla="*/ 546773 h 683088"/>
                        <a:gd name="csX4" fmla="*/ 582394 w 643288"/>
                        <a:gd name="csY4" fmla="*/ 110499 h 683088"/>
                        <a:gd name="csX5" fmla="*/ 569078 w 643288"/>
                        <a:gd name="csY5" fmla="*/ 53936 h 683088"/>
                        <a:gd name="csX6" fmla="*/ 543269 w 643288"/>
                        <a:gd name="csY6" fmla="*/ -21 h 683088"/>
                        <a:gd name="csX7" fmla="*/ 27546 w 643288"/>
                        <a:gd name="csY7" fmla="*/ 71611 h 683088"/>
                        <a:gd name="csX8" fmla="*/ 40450 w 643288"/>
                        <a:gd name="csY8" fmla="*/ 249730 h 683088"/>
                        <a:gd name="csX9" fmla="*/ 54990 w 643288"/>
                        <a:gd name="csY9" fmla="*/ 300273 h 683088"/>
                        <a:gd name="csX10" fmla="*/ 10718 w 643288"/>
                        <a:gd name="csY10" fmla="*/ 195928 h 683088"/>
                        <a:gd name="csX11" fmla="*/ -63 w 643288"/>
                        <a:gd name="csY11" fmla="*/ 175336 h 683088"/>
                        <a:gd name="csX12" fmla="*/ 1570 w 643288"/>
                        <a:gd name="csY12" fmla="*/ 201670 h 683088"/>
                        <a:gd name="csX13" fmla="*/ 13088 w 643288"/>
                        <a:gd name="csY13" fmla="*/ 247598 h 683088"/>
                        <a:gd name="csX14" fmla="*/ 41430 w 643288"/>
                        <a:gd name="csY14" fmla="*/ 301963 h 683088"/>
                        <a:gd name="csX15" fmla="*/ 90111 w 643288"/>
                        <a:gd name="csY15" fmla="*/ 560283 h 683088"/>
                        <a:gd name="csX16" fmla="*/ 106284 w 643288"/>
                        <a:gd name="csY16" fmla="*/ 612280 h 683088"/>
                        <a:gd name="csX17" fmla="*/ 124498 w 643288"/>
                        <a:gd name="csY17" fmla="*/ 681838 h 683088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  <a:cxn ang="0">
                          <a:pos x="csX13" y="csY13"/>
                        </a:cxn>
                        <a:cxn ang="0">
                          <a:pos x="csX14" y="csY14"/>
                        </a:cxn>
                        <a:cxn ang="0">
                          <a:pos x="csX15" y="csY15"/>
                        </a:cxn>
                        <a:cxn ang="0">
                          <a:pos x="csX16" y="csY16"/>
                        </a:cxn>
                        <a:cxn ang="0">
                          <a:pos x="csX17" y="csY17"/>
                        </a:cxn>
                      </a:cxnLst>
                      <a:rect l="l" t="t" r="r" b="b"/>
                      <a:pathLst>
                        <a:path w="643288" h="683088" extrusionOk="0">
                          <a:moveTo>
                            <a:pt x="124498" y="681838"/>
                          </a:moveTo>
                          <a:cubicBezTo>
                            <a:pt x="125795" y="677724"/>
                            <a:pt x="106204" y="691003"/>
                            <a:pt x="274461" y="657530"/>
                          </a:cubicBezTo>
                          <a:cubicBezTo>
                            <a:pt x="439961" y="623683"/>
                            <a:pt x="616781" y="605597"/>
                            <a:pt x="629685" y="599448"/>
                          </a:cubicBezTo>
                          <a:cubicBezTo>
                            <a:pt x="644542" y="588820"/>
                            <a:pt x="644087" y="591114"/>
                            <a:pt x="641856" y="546773"/>
                          </a:cubicBezTo>
                          <a:cubicBezTo>
                            <a:pt x="639160" y="502200"/>
                            <a:pt x="582394" y="110499"/>
                            <a:pt x="582394" y="110499"/>
                          </a:cubicBezTo>
                          <a:cubicBezTo>
                            <a:pt x="579163" y="109223"/>
                            <a:pt x="574030" y="68634"/>
                            <a:pt x="569078" y="53936"/>
                          </a:cubicBezTo>
                          <a:cubicBezTo>
                            <a:pt x="563116" y="41779"/>
                            <a:pt x="550841" y="-195"/>
                            <a:pt x="543269" y="-21"/>
                          </a:cubicBezTo>
                          <a:cubicBezTo>
                            <a:pt x="536908" y="-885"/>
                            <a:pt x="29071" y="69073"/>
                            <a:pt x="27546" y="71611"/>
                          </a:cubicBezTo>
                          <a:cubicBezTo>
                            <a:pt x="26363" y="75351"/>
                            <a:pt x="39780" y="244728"/>
                            <a:pt x="40450" y="249730"/>
                          </a:cubicBezTo>
                          <a:cubicBezTo>
                            <a:pt x="41038" y="253930"/>
                            <a:pt x="56259" y="295487"/>
                            <a:pt x="54990" y="300273"/>
                          </a:cubicBezTo>
                          <a:cubicBezTo>
                            <a:pt x="51804" y="302485"/>
                            <a:pt x="13412" y="208704"/>
                            <a:pt x="10718" y="195928"/>
                          </a:cubicBezTo>
                          <a:cubicBezTo>
                            <a:pt x="10718" y="182082"/>
                            <a:pt x="-63" y="175336"/>
                            <a:pt x="-63" y="175336"/>
                          </a:cubicBezTo>
                          <a:cubicBezTo>
                            <a:pt x="-2099" y="174073"/>
                            <a:pt x="499" y="186000"/>
                            <a:pt x="1570" y="201670"/>
                          </a:cubicBezTo>
                          <a:cubicBezTo>
                            <a:pt x="4258" y="215697"/>
                            <a:pt x="9133" y="233835"/>
                            <a:pt x="13088" y="247598"/>
                          </a:cubicBezTo>
                          <a:cubicBezTo>
                            <a:pt x="16719" y="261918"/>
                            <a:pt x="41267" y="297505"/>
                            <a:pt x="41430" y="301963"/>
                          </a:cubicBezTo>
                          <a:cubicBezTo>
                            <a:pt x="44206" y="309851"/>
                            <a:pt x="97170" y="509982"/>
                            <a:pt x="90111" y="560283"/>
                          </a:cubicBezTo>
                          <a:cubicBezTo>
                            <a:pt x="93577" y="604312"/>
                            <a:pt x="104112" y="604656"/>
                            <a:pt x="106284" y="612280"/>
                          </a:cubicBezTo>
                          <a:cubicBezTo>
                            <a:pt x="108325" y="619035"/>
                            <a:pt x="124498" y="681839"/>
                            <a:pt x="124498" y="681838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25" name="フリーフォーム: 図形 324">
              <a:extLst>
                <a:ext uri="{FF2B5EF4-FFF2-40B4-BE49-F238E27FC236}">
                  <a16:creationId xmlns:a16="http://schemas.microsoft.com/office/drawing/2014/main" id="{B64516A2-160C-36B1-5562-EDB334ABA594}"/>
                </a:ext>
              </a:extLst>
            </p:cNvPr>
            <p:cNvSpPr/>
            <p:nvPr/>
          </p:nvSpPr>
          <p:spPr>
            <a:xfrm>
              <a:off x="7400458" y="2594294"/>
              <a:ext cx="70160" cy="576508"/>
            </a:xfrm>
            <a:custGeom>
              <a:avLst/>
              <a:gdLst>
                <a:gd name="csX0" fmla="*/ -54 w 70160"/>
                <a:gd name="csY0" fmla="*/ -33 h 576508"/>
                <a:gd name="csX1" fmla="*/ 3293 w 70160"/>
                <a:gd name="csY1" fmla="*/ 81786 h 576508"/>
                <a:gd name="csX2" fmla="*/ 70107 w 70160"/>
                <a:gd name="csY2" fmla="*/ 576476 h 5765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0160" h="576508">
                  <a:moveTo>
                    <a:pt x="-54" y="-33"/>
                  </a:moveTo>
                  <a:cubicBezTo>
                    <a:pt x="-54" y="-33"/>
                    <a:pt x="190" y="54439"/>
                    <a:pt x="3293" y="81786"/>
                  </a:cubicBezTo>
                  <a:cubicBezTo>
                    <a:pt x="6317" y="109140"/>
                    <a:pt x="70107" y="576476"/>
                    <a:pt x="70107" y="576476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971367317">
                    <a:custGeom>
                      <a:avLst/>
                      <a:gdLst>
                        <a:gd name="csX0" fmla="*/ -54 w 70160"/>
                        <a:gd name="csY0" fmla="*/ -33 h 576508"/>
                        <a:gd name="csX1" fmla="*/ 3293 w 70160"/>
                        <a:gd name="csY1" fmla="*/ 81786 h 576508"/>
                        <a:gd name="csX2" fmla="*/ 70107 w 70160"/>
                        <a:gd name="csY2" fmla="*/ 576476 h 576508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</a:cxnLst>
                      <a:rect l="l" t="t" r="r" b="b"/>
                      <a:pathLst>
                        <a:path w="70160" h="576508" extrusionOk="0">
                          <a:moveTo>
                            <a:pt x="-54" y="-33"/>
                          </a:moveTo>
                          <a:cubicBezTo>
                            <a:pt x="2379" y="-6825"/>
                            <a:pt x="-1827" y="47508"/>
                            <a:pt x="3293" y="81786"/>
                          </a:cubicBezTo>
                          <a:cubicBezTo>
                            <a:pt x="6318" y="109140"/>
                            <a:pt x="70107" y="576475"/>
                            <a:pt x="70107" y="576476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26" name="フリーフォーム: 図形 325">
              <a:extLst>
                <a:ext uri="{FF2B5EF4-FFF2-40B4-BE49-F238E27FC236}">
                  <a16:creationId xmlns:a16="http://schemas.microsoft.com/office/drawing/2014/main" id="{1FDAE541-F325-6825-3404-1E985139E0AF}"/>
                </a:ext>
              </a:extLst>
            </p:cNvPr>
            <p:cNvSpPr/>
            <p:nvPr/>
          </p:nvSpPr>
          <p:spPr>
            <a:xfrm>
              <a:off x="9051281" y="3536955"/>
              <a:ext cx="64527" cy="410562"/>
            </a:xfrm>
            <a:custGeom>
              <a:avLst/>
              <a:gdLst>
                <a:gd name="csX0" fmla="*/ 64529 w 64527"/>
                <a:gd name="csY0" fmla="*/ -4 h 410562"/>
                <a:gd name="csX1" fmla="*/ 44925 w 64527"/>
                <a:gd name="csY1" fmla="*/ 195055 h 410562"/>
                <a:gd name="csX2" fmla="*/ 13886 w 64527"/>
                <a:gd name="csY2" fmla="*/ 401712 h 410562"/>
                <a:gd name="csX3" fmla="*/ 2 w 64527"/>
                <a:gd name="csY3" fmla="*/ 410207 h 4105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4527" h="410562">
                  <a:moveTo>
                    <a:pt x="64529" y="-4"/>
                  </a:moveTo>
                  <a:cubicBezTo>
                    <a:pt x="64529" y="-4"/>
                    <a:pt x="62485" y="74839"/>
                    <a:pt x="44925" y="195055"/>
                  </a:cubicBezTo>
                  <a:cubicBezTo>
                    <a:pt x="27364" y="315263"/>
                    <a:pt x="25893" y="390211"/>
                    <a:pt x="13886" y="401712"/>
                  </a:cubicBezTo>
                  <a:cubicBezTo>
                    <a:pt x="1799" y="413204"/>
                    <a:pt x="2" y="410207"/>
                    <a:pt x="2" y="410207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986921573">
                    <a:custGeom>
                      <a:avLst/>
                      <a:gdLst>
                        <a:gd name="csX0" fmla="*/ 64529 w 64527"/>
                        <a:gd name="csY0" fmla="*/ -4 h 410562"/>
                        <a:gd name="csX1" fmla="*/ 44925 w 64527"/>
                        <a:gd name="csY1" fmla="*/ 195055 h 410562"/>
                        <a:gd name="csX2" fmla="*/ 13886 w 64527"/>
                        <a:gd name="csY2" fmla="*/ 401712 h 410562"/>
                        <a:gd name="csX3" fmla="*/ 2 w 64527"/>
                        <a:gd name="csY3" fmla="*/ 410207 h 410562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</a:cxnLst>
                      <a:rect l="l" t="t" r="r" b="b"/>
                      <a:pathLst>
                        <a:path w="64527" h="410562" extrusionOk="0">
                          <a:moveTo>
                            <a:pt x="64529" y="-4"/>
                          </a:moveTo>
                          <a:cubicBezTo>
                            <a:pt x="59535" y="-11902"/>
                            <a:pt x="67862" y="90701"/>
                            <a:pt x="44925" y="195055"/>
                          </a:cubicBezTo>
                          <a:cubicBezTo>
                            <a:pt x="28626" y="317392"/>
                            <a:pt x="27834" y="386522"/>
                            <a:pt x="13886" y="401712"/>
                          </a:cubicBezTo>
                          <a:cubicBezTo>
                            <a:pt x="1798" y="413204"/>
                            <a:pt x="2" y="410206"/>
                            <a:pt x="2" y="410207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27" name="フリーフォーム: 図形 326">
              <a:extLst>
                <a:ext uri="{FF2B5EF4-FFF2-40B4-BE49-F238E27FC236}">
                  <a16:creationId xmlns:a16="http://schemas.microsoft.com/office/drawing/2014/main" id="{D9D65688-FA57-900B-6093-5971E2B4CE07}"/>
                </a:ext>
              </a:extLst>
            </p:cNvPr>
            <p:cNvSpPr/>
            <p:nvPr/>
          </p:nvSpPr>
          <p:spPr>
            <a:xfrm>
              <a:off x="9256703" y="3670664"/>
              <a:ext cx="94995" cy="43934"/>
            </a:xfrm>
            <a:custGeom>
              <a:avLst/>
              <a:gdLst>
                <a:gd name="csX0" fmla="*/ 9 w 94995"/>
                <a:gd name="csY0" fmla="*/ 43930 h 43934"/>
                <a:gd name="csX1" fmla="*/ 95005 w 94995"/>
                <a:gd name="csY1" fmla="*/ -5 h 439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4995" h="43934">
                  <a:moveTo>
                    <a:pt x="9" y="43930"/>
                  </a:moveTo>
                  <a:lnTo>
                    <a:pt x="95005" y="-5"/>
                  </a:ln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3210030518">
                    <a:custGeom>
                      <a:avLst/>
                      <a:gdLst>
                        <a:gd name="csX0" fmla="*/ 9 w 94995"/>
                        <a:gd name="csY0" fmla="*/ 43930 h 43934"/>
                        <a:gd name="csX1" fmla="*/ 95005 w 94995"/>
                        <a:gd name="csY1" fmla="*/ -5 h 43934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94995" h="43934" extrusionOk="0">
                          <a:moveTo>
                            <a:pt x="9" y="43930"/>
                          </a:moveTo>
                          <a:cubicBezTo>
                            <a:pt x="38229" y="15222"/>
                            <a:pt x="72629" y="16026"/>
                            <a:pt x="95005" y="-5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28" name="フリーフォーム: 図形 327">
              <a:extLst>
                <a:ext uri="{FF2B5EF4-FFF2-40B4-BE49-F238E27FC236}">
                  <a16:creationId xmlns:a16="http://schemas.microsoft.com/office/drawing/2014/main" id="{A84051A6-1E96-5973-6638-4065E9FC8778}"/>
                </a:ext>
              </a:extLst>
            </p:cNvPr>
            <p:cNvSpPr/>
            <p:nvPr/>
          </p:nvSpPr>
          <p:spPr>
            <a:xfrm>
              <a:off x="9219101" y="3692636"/>
              <a:ext cx="85139" cy="335228"/>
            </a:xfrm>
            <a:custGeom>
              <a:avLst/>
              <a:gdLst>
                <a:gd name="csX0" fmla="*/ 8451 w 85139"/>
                <a:gd name="csY0" fmla="*/ 335229 h 335228"/>
                <a:gd name="csX1" fmla="*/ 3715 w 85139"/>
                <a:gd name="csY1" fmla="*/ 246411 h 335228"/>
                <a:gd name="csX2" fmla="*/ 85148 w 85139"/>
                <a:gd name="csY2" fmla="*/ 0 h 3352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85139" h="335228">
                  <a:moveTo>
                    <a:pt x="8451" y="335229"/>
                  </a:moveTo>
                  <a:cubicBezTo>
                    <a:pt x="8451" y="335229"/>
                    <a:pt x="-6822" y="308487"/>
                    <a:pt x="3715" y="246411"/>
                  </a:cubicBezTo>
                  <a:cubicBezTo>
                    <a:pt x="14169" y="184326"/>
                    <a:pt x="85148" y="0"/>
                    <a:pt x="85148" y="0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98370319">
                    <a:custGeom>
                      <a:avLst/>
                      <a:gdLst>
                        <a:gd name="csX0" fmla="*/ 8451 w 85139"/>
                        <a:gd name="csY0" fmla="*/ 335229 h 335228"/>
                        <a:gd name="csX1" fmla="*/ 3715 w 85139"/>
                        <a:gd name="csY1" fmla="*/ 246411 h 335228"/>
                        <a:gd name="csX2" fmla="*/ 85148 w 85139"/>
                        <a:gd name="csY2" fmla="*/ 0 h 335228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</a:cxnLst>
                      <a:rect l="l" t="t" r="r" b="b"/>
                      <a:pathLst>
                        <a:path w="85139" h="335228" extrusionOk="0">
                          <a:moveTo>
                            <a:pt x="8451" y="335229"/>
                          </a:moveTo>
                          <a:cubicBezTo>
                            <a:pt x="7307" y="343660"/>
                            <a:pt x="1788" y="307262"/>
                            <a:pt x="3715" y="246411"/>
                          </a:cubicBezTo>
                          <a:cubicBezTo>
                            <a:pt x="14170" y="184327"/>
                            <a:pt x="85148" y="0"/>
                            <a:pt x="85148" y="0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29" name="フリーフォーム: 図形 328">
              <a:extLst>
                <a:ext uri="{FF2B5EF4-FFF2-40B4-BE49-F238E27FC236}">
                  <a16:creationId xmlns:a16="http://schemas.microsoft.com/office/drawing/2014/main" id="{C64B459F-6F80-3ADD-2E09-BF49657A55E1}"/>
                </a:ext>
              </a:extLst>
            </p:cNvPr>
            <p:cNvSpPr/>
            <p:nvPr/>
          </p:nvSpPr>
          <p:spPr>
            <a:xfrm>
              <a:off x="9574760" y="2779779"/>
              <a:ext cx="114437" cy="38513"/>
            </a:xfrm>
            <a:custGeom>
              <a:avLst/>
              <a:gdLst>
                <a:gd name="csX0" fmla="*/ 114458 w 114437"/>
                <a:gd name="csY0" fmla="*/ -36 h 38513"/>
                <a:gd name="csX1" fmla="*/ 50583 w 114437"/>
                <a:gd name="csY1" fmla="*/ 31280 h 38513"/>
                <a:gd name="csX2" fmla="*/ 25 w 114437"/>
                <a:gd name="csY2" fmla="*/ 38443 h 385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14437" h="38513">
                  <a:moveTo>
                    <a:pt x="114458" y="-36"/>
                  </a:moveTo>
                  <a:cubicBezTo>
                    <a:pt x="114458" y="-36"/>
                    <a:pt x="102695" y="23162"/>
                    <a:pt x="50583" y="31280"/>
                  </a:cubicBezTo>
                  <a:cubicBezTo>
                    <a:pt x="-1446" y="39399"/>
                    <a:pt x="25" y="38443"/>
                    <a:pt x="25" y="38443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10696496">
                    <a:custGeom>
                      <a:avLst/>
                      <a:gdLst>
                        <a:gd name="csX0" fmla="*/ 114458 w 114437"/>
                        <a:gd name="csY0" fmla="*/ -36 h 38513"/>
                        <a:gd name="csX1" fmla="*/ 50583 w 114437"/>
                        <a:gd name="csY1" fmla="*/ 31280 h 38513"/>
                        <a:gd name="csX2" fmla="*/ 25 w 114437"/>
                        <a:gd name="csY2" fmla="*/ 38443 h 38513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</a:cxnLst>
                      <a:rect l="l" t="t" r="r" b="b"/>
                      <a:pathLst>
                        <a:path w="114437" h="38513" extrusionOk="0">
                          <a:moveTo>
                            <a:pt x="114458" y="-36"/>
                          </a:moveTo>
                          <a:cubicBezTo>
                            <a:pt x="107458" y="2421"/>
                            <a:pt x="96697" y="23493"/>
                            <a:pt x="50583" y="31280"/>
                          </a:cubicBezTo>
                          <a:cubicBezTo>
                            <a:pt x="-1446" y="39399"/>
                            <a:pt x="25" y="38443"/>
                            <a:pt x="25" y="38443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30" name="フリーフォーム: 図形 329">
              <a:extLst>
                <a:ext uri="{FF2B5EF4-FFF2-40B4-BE49-F238E27FC236}">
                  <a16:creationId xmlns:a16="http://schemas.microsoft.com/office/drawing/2014/main" id="{C1BB2327-C009-2454-BE12-251A07441581}"/>
                </a:ext>
              </a:extLst>
            </p:cNvPr>
            <p:cNvSpPr/>
            <p:nvPr/>
          </p:nvSpPr>
          <p:spPr>
            <a:xfrm>
              <a:off x="9126345" y="2843571"/>
              <a:ext cx="253412" cy="959854"/>
            </a:xfrm>
            <a:custGeom>
              <a:avLst/>
              <a:gdLst>
                <a:gd name="csX0" fmla="*/ 8 w 253412"/>
                <a:gd name="csY0" fmla="*/ 959837 h 959854"/>
                <a:gd name="csX1" fmla="*/ 72539 w 253412"/>
                <a:gd name="csY1" fmla="*/ 667580 h 959854"/>
                <a:gd name="csX2" fmla="*/ 204368 w 253412"/>
                <a:gd name="csY2" fmla="*/ 382968 h 959854"/>
                <a:gd name="csX3" fmla="*/ 252150 w 253412"/>
                <a:gd name="csY3" fmla="*/ 221562 h 959854"/>
                <a:gd name="csX4" fmla="*/ 252150 w 253412"/>
                <a:gd name="csY4" fmla="*/ 21946 h 959854"/>
                <a:gd name="csX5" fmla="*/ 206248 w 253412"/>
                <a:gd name="csY5" fmla="*/ -18 h 9598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53412" h="959854">
                  <a:moveTo>
                    <a:pt x="8" y="959837"/>
                  </a:moveTo>
                  <a:cubicBezTo>
                    <a:pt x="8" y="959837"/>
                    <a:pt x="43951" y="737302"/>
                    <a:pt x="72539" y="667580"/>
                  </a:cubicBezTo>
                  <a:cubicBezTo>
                    <a:pt x="101207" y="597858"/>
                    <a:pt x="196691" y="403020"/>
                    <a:pt x="204368" y="382968"/>
                  </a:cubicBezTo>
                  <a:cubicBezTo>
                    <a:pt x="212046" y="362908"/>
                    <a:pt x="249293" y="244481"/>
                    <a:pt x="252150" y="221562"/>
                  </a:cubicBezTo>
                  <a:cubicBezTo>
                    <a:pt x="255009" y="198634"/>
                    <a:pt x="252150" y="26724"/>
                    <a:pt x="252150" y="21946"/>
                  </a:cubicBezTo>
                  <a:cubicBezTo>
                    <a:pt x="252150" y="17175"/>
                    <a:pt x="206248" y="-18"/>
                    <a:pt x="206248" y="-18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98359">
                    <a:custGeom>
                      <a:avLst/>
                      <a:gdLst>
                        <a:gd name="csX0" fmla="*/ 8 w 253412"/>
                        <a:gd name="csY0" fmla="*/ 959837 h 959854"/>
                        <a:gd name="csX1" fmla="*/ 72539 w 253412"/>
                        <a:gd name="csY1" fmla="*/ 667580 h 959854"/>
                        <a:gd name="csX2" fmla="*/ 204368 w 253412"/>
                        <a:gd name="csY2" fmla="*/ 382968 h 959854"/>
                        <a:gd name="csX3" fmla="*/ 252150 w 253412"/>
                        <a:gd name="csY3" fmla="*/ 221562 h 959854"/>
                        <a:gd name="csX4" fmla="*/ 252150 w 253412"/>
                        <a:gd name="csY4" fmla="*/ 21946 h 959854"/>
                        <a:gd name="csX5" fmla="*/ 206248 w 253412"/>
                        <a:gd name="csY5" fmla="*/ -18 h 959854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</a:cxnLst>
                      <a:rect l="l" t="t" r="r" b="b"/>
                      <a:pathLst>
                        <a:path w="253412" h="959854" extrusionOk="0">
                          <a:moveTo>
                            <a:pt x="8" y="959837"/>
                          </a:moveTo>
                          <a:cubicBezTo>
                            <a:pt x="-2761" y="969297"/>
                            <a:pt x="34024" y="727398"/>
                            <a:pt x="72539" y="667580"/>
                          </a:cubicBezTo>
                          <a:cubicBezTo>
                            <a:pt x="99198" y="598253"/>
                            <a:pt x="190510" y="404396"/>
                            <a:pt x="204368" y="382968"/>
                          </a:cubicBezTo>
                          <a:cubicBezTo>
                            <a:pt x="212535" y="363130"/>
                            <a:pt x="252455" y="244986"/>
                            <a:pt x="252150" y="221562"/>
                          </a:cubicBezTo>
                          <a:cubicBezTo>
                            <a:pt x="254489" y="197863"/>
                            <a:pt x="252378" y="26255"/>
                            <a:pt x="252150" y="21946"/>
                          </a:cubicBezTo>
                          <a:cubicBezTo>
                            <a:pt x="252150" y="17175"/>
                            <a:pt x="206248" y="-19"/>
                            <a:pt x="206248" y="-18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31" name="フリーフォーム: 図形 330">
              <a:extLst>
                <a:ext uri="{FF2B5EF4-FFF2-40B4-BE49-F238E27FC236}">
                  <a16:creationId xmlns:a16="http://schemas.microsoft.com/office/drawing/2014/main" id="{289CC690-12CC-3A32-2DBB-0740756FBF45}"/>
                </a:ext>
              </a:extLst>
            </p:cNvPr>
            <p:cNvSpPr/>
            <p:nvPr/>
          </p:nvSpPr>
          <p:spPr>
            <a:xfrm>
              <a:off x="9422432" y="2863623"/>
              <a:ext cx="146413" cy="74499"/>
            </a:xfrm>
            <a:custGeom>
              <a:avLst/>
              <a:gdLst>
                <a:gd name="csX0" fmla="*/ 16 w 146413"/>
                <a:gd name="csY0" fmla="*/ -32 h 74499"/>
                <a:gd name="csX1" fmla="*/ 78263 w 146413"/>
                <a:gd name="csY1" fmla="*/ 11427 h 74499"/>
                <a:gd name="csX2" fmla="*/ 145158 w 146413"/>
                <a:gd name="csY2" fmla="*/ 9524 h 74499"/>
                <a:gd name="csX3" fmla="*/ 145158 w 146413"/>
                <a:gd name="csY3" fmla="*/ 74468 h 744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6413" h="74499">
                  <a:moveTo>
                    <a:pt x="16" y="-32"/>
                  </a:moveTo>
                  <a:cubicBezTo>
                    <a:pt x="16" y="-32"/>
                    <a:pt x="48695" y="10480"/>
                    <a:pt x="78263" y="11427"/>
                  </a:cubicBezTo>
                  <a:cubicBezTo>
                    <a:pt x="107913" y="12383"/>
                    <a:pt x="142299" y="2834"/>
                    <a:pt x="145158" y="9524"/>
                  </a:cubicBezTo>
                  <a:cubicBezTo>
                    <a:pt x="148017" y="16206"/>
                    <a:pt x="145158" y="74468"/>
                    <a:pt x="145158" y="74468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3784412157">
                    <a:custGeom>
                      <a:avLst/>
                      <a:gdLst>
                        <a:gd name="csX0" fmla="*/ 16 w 146413"/>
                        <a:gd name="csY0" fmla="*/ -32 h 74499"/>
                        <a:gd name="csX1" fmla="*/ 78263 w 146413"/>
                        <a:gd name="csY1" fmla="*/ 11427 h 74499"/>
                        <a:gd name="csX2" fmla="*/ 145158 w 146413"/>
                        <a:gd name="csY2" fmla="*/ 9524 h 74499"/>
                        <a:gd name="csX3" fmla="*/ 145158 w 146413"/>
                        <a:gd name="csY3" fmla="*/ 74468 h 74499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</a:cxnLst>
                      <a:rect l="l" t="t" r="r" b="b"/>
                      <a:pathLst>
                        <a:path w="146413" h="74499" extrusionOk="0">
                          <a:moveTo>
                            <a:pt x="16" y="-32"/>
                          </a:moveTo>
                          <a:cubicBezTo>
                            <a:pt x="-5252" y="930"/>
                            <a:pt x="50559" y="9545"/>
                            <a:pt x="78263" y="11427"/>
                          </a:cubicBezTo>
                          <a:cubicBezTo>
                            <a:pt x="108464" y="11183"/>
                            <a:pt x="141748" y="1688"/>
                            <a:pt x="145158" y="9524"/>
                          </a:cubicBezTo>
                          <a:cubicBezTo>
                            <a:pt x="148018" y="16206"/>
                            <a:pt x="145158" y="74469"/>
                            <a:pt x="145158" y="74468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32" name="フリーフォーム: 図形 331">
              <a:extLst>
                <a:ext uri="{FF2B5EF4-FFF2-40B4-BE49-F238E27FC236}">
                  <a16:creationId xmlns:a16="http://schemas.microsoft.com/office/drawing/2014/main" id="{905F3BBA-2AC1-356B-710E-086758067FDE}"/>
                </a:ext>
              </a:extLst>
            </p:cNvPr>
            <p:cNvSpPr/>
            <p:nvPr/>
          </p:nvSpPr>
          <p:spPr>
            <a:xfrm>
              <a:off x="8143333" y="3340256"/>
              <a:ext cx="520273" cy="553057"/>
            </a:xfrm>
            <a:custGeom>
              <a:avLst/>
              <a:gdLst>
                <a:gd name="csX0" fmla="*/ -21 w 520273"/>
                <a:gd name="csY0" fmla="*/ 11532 h 553057"/>
                <a:gd name="csX1" fmla="*/ 193067 w 520273"/>
                <a:gd name="csY1" fmla="*/ 31789 h 553057"/>
                <a:gd name="csX2" fmla="*/ 460567 w 520273"/>
                <a:gd name="csY2" fmla="*/ 270864 h 553057"/>
                <a:gd name="csX3" fmla="*/ 515946 w 520273"/>
                <a:gd name="csY3" fmla="*/ 462664 h 553057"/>
                <a:gd name="csX4" fmla="*/ 429449 w 520273"/>
                <a:gd name="csY4" fmla="*/ 551809 h 553057"/>
                <a:gd name="csX5" fmla="*/ 309215 w 520273"/>
                <a:gd name="csY5" fmla="*/ 535595 h 5530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520273" h="553057">
                  <a:moveTo>
                    <a:pt x="-21" y="11532"/>
                  </a:moveTo>
                  <a:cubicBezTo>
                    <a:pt x="-21" y="11532"/>
                    <a:pt x="93174" y="-24938"/>
                    <a:pt x="193067" y="31789"/>
                  </a:cubicBezTo>
                  <a:cubicBezTo>
                    <a:pt x="293043" y="88523"/>
                    <a:pt x="441618" y="230343"/>
                    <a:pt x="460567" y="270864"/>
                  </a:cubicBezTo>
                  <a:cubicBezTo>
                    <a:pt x="479436" y="311385"/>
                    <a:pt x="536204" y="395123"/>
                    <a:pt x="515946" y="462664"/>
                  </a:cubicBezTo>
                  <a:cubicBezTo>
                    <a:pt x="495609" y="530196"/>
                    <a:pt x="465959" y="545054"/>
                    <a:pt x="429449" y="551809"/>
                  </a:cubicBezTo>
                  <a:cubicBezTo>
                    <a:pt x="393019" y="558555"/>
                    <a:pt x="309215" y="535595"/>
                    <a:pt x="309215" y="535595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22184922">
                    <a:custGeom>
                      <a:avLst/>
                      <a:gdLst>
                        <a:gd name="csX0" fmla="*/ -21 w 520273"/>
                        <a:gd name="csY0" fmla="*/ 11532 h 553057"/>
                        <a:gd name="csX1" fmla="*/ 193067 w 520273"/>
                        <a:gd name="csY1" fmla="*/ 31789 h 553057"/>
                        <a:gd name="csX2" fmla="*/ 460567 w 520273"/>
                        <a:gd name="csY2" fmla="*/ 270864 h 553057"/>
                        <a:gd name="csX3" fmla="*/ 515946 w 520273"/>
                        <a:gd name="csY3" fmla="*/ 462664 h 553057"/>
                        <a:gd name="csX4" fmla="*/ 429449 w 520273"/>
                        <a:gd name="csY4" fmla="*/ 551809 h 553057"/>
                        <a:gd name="csX5" fmla="*/ 309215 w 520273"/>
                        <a:gd name="csY5" fmla="*/ 535595 h 553057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</a:cxnLst>
                      <a:rect l="l" t="t" r="r" b="b"/>
                      <a:pathLst>
                        <a:path w="520273" h="553057" extrusionOk="0">
                          <a:moveTo>
                            <a:pt x="-21" y="11532"/>
                          </a:moveTo>
                          <a:cubicBezTo>
                            <a:pt x="14731" y="22778"/>
                            <a:pt x="98986" y="-16588"/>
                            <a:pt x="193067" y="31789"/>
                          </a:cubicBezTo>
                          <a:cubicBezTo>
                            <a:pt x="290798" y="85826"/>
                            <a:pt x="442761" y="228215"/>
                            <a:pt x="460567" y="270864"/>
                          </a:cubicBezTo>
                          <a:cubicBezTo>
                            <a:pt x="474184" y="304662"/>
                            <a:pt x="521855" y="383747"/>
                            <a:pt x="515946" y="462664"/>
                          </a:cubicBezTo>
                          <a:cubicBezTo>
                            <a:pt x="498551" y="526747"/>
                            <a:pt x="467607" y="549005"/>
                            <a:pt x="429449" y="551809"/>
                          </a:cubicBezTo>
                          <a:cubicBezTo>
                            <a:pt x="393019" y="558555"/>
                            <a:pt x="309215" y="535595"/>
                            <a:pt x="309215" y="535595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33" name="フリーフォーム: 図形 332">
              <a:extLst>
                <a:ext uri="{FF2B5EF4-FFF2-40B4-BE49-F238E27FC236}">
                  <a16:creationId xmlns:a16="http://schemas.microsoft.com/office/drawing/2014/main" id="{EFBB2446-386F-0233-2C04-78FF5510DED9}"/>
                </a:ext>
              </a:extLst>
            </p:cNvPr>
            <p:cNvSpPr/>
            <p:nvPr/>
          </p:nvSpPr>
          <p:spPr>
            <a:xfrm>
              <a:off x="8057842" y="3351796"/>
              <a:ext cx="85490" cy="190443"/>
            </a:xfrm>
            <a:custGeom>
              <a:avLst/>
              <a:gdLst>
                <a:gd name="csX0" fmla="*/ 19952 w 85490"/>
                <a:gd name="csY0" fmla="*/ 190430 h 190443"/>
                <a:gd name="csX1" fmla="*/ 9824 w 85490"/>
                <a:gd name="csY1" fmla="*/ 70223 h 190443"/>
                <a:gd name="csX2" fmla="*/ 85459 w 85490"/>
                <a:gd name="csY2" fmla="*/ -14 h 1904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85490" h="190443">
                  <a:moveTo>
                    <a:pt x="19952" y="190430"/>
                  </a:moveTo>
                  <a:cubicBezTo>
                    <a:pt x="19952" y="190430"/>
                    <a:pt x="-17214" y="134382"/>
                    <a:pt x="9824" y="70223"/>
                  </a:cubicBezTo>
                  <a:cubicBezTo>
                    <a:pt x="36777" y="6063"/>
                    <a:pt x="85459" y="-14"/>
                    <a:pt x="85459" y="-14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76060855">
                    <a:custGeom>
                      <a:avLst/>
                      <a:gdLst>
                        <a:gd name="csX0" fmla="*/ 19952 w 85490"/>
                        <a:gd name="csY0" fmla="*/ 190430 h 190443"/>
                        <a:gd name="csX1" fmla="*/ 9824 w 85490"/>
                        <a:gd name="csY1" fmla="*/ 70223 h 190443"/>
                        <a:gd name="csX2" fmla="*/ 85459 w 85490"/>
                        <a:gd name="csY2" fmla="*/ -14 h 190443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</a:cxnLst>
                      <a:rect l="l" t="t" r="r" b="b"/>
                      <a:pathLst>
                        <a:path w="85490" h="190443" extrusionOk="0">
                          <a:moveTo>
                            <a:pt x="19952" y="190430"/>
                          </a:moveTo>
                          <a:cubicBezTo>
                            <a:pt x="676" y="191079"/>
                            <a:pt x="-16331" y="149876"/>
                            <a:pt x="9824" y="70223"/>
                          </a:cubicBezTo>
                          <a:cubicBezTo>
                            <a:pt x="36777" y="6063"/>
                            <a:pt x="85460" y="-14"/>
                            <a:pt x="85459" y="-14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34" name="フリーフォーム: 図形 333">
              <a:extLst>
                <a:ext uri="{FF2B5EF4-FFF2-40B4-BE49-F238E27FC236}">
                  <a16:creationId xmlns:a16="http://schemas.microsoft.com/office/drawing/2014/main" id="{C9233EAE-CE88-D112-BD19-905A697E7E04}"/>
                </a:ext>
              </a:extLst>
            </p:cNvPr>
            <p:cNvSpPr/>
            <p:nvPr/>
          </p:nvSpPr>
          <p:spPr>
            <a:xfrm>
              <a:off x="7021547" y="3146487"/>
              <a:ext cx="434861" cy="123344"/>
            </a:xfrm>
            <a:custGeom>
              <a:avLst/>
              <a:gdLst>
                <a:gd name="csX0" fmla="*/ 16276 w 434861"/>
                <a:gd name="csY0" fmla="*/ 123322 h 123344"/>
                <a:gd name="csX1" fmla="*/ -61 w 434861"/>
                <a:gd name="csY1" fmla="*/ 74944 h 123344"/>
                <a:gd name="csX2" fmla="*/ 431451 w 434861"/>
                <a:gd name="csY2" fmla="*/ -22 h 123344"/>
                <a:gd name="csX3" fmla="*/ 434801 w 434861"/>
                <a:gd name="csY3" fmla="*/ 54875 h 1233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4861" h="123344">
                  <a:moveTo>
                    <a:pt x="16276" y="123322"/>
                  </a:moveTo>
                  <a:lnTo>
                    <a:pt x="-61" y="74944"/>
                  </a:lnTo>
                  <a:lnTo>
                    <a:pt x="431451" y="-22"/>
                  </a:lnTo>
                  <a:lnTo>
                    <a:pt x="434801" y="54875"/>
                  </a:ln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3094337683">
                    <a:custGeom>
                      <a:avLst/>
                      <a:gdLst>
                        <a:gd name="csX0" fmla="*/ 16276 w 434861"/>
                        <a:gd name="csY0" fmla="*/ 123322 h 123344"/>
                        <a:gd name="csX1" fmla="*/ -61 w 434861"/>
                        <a:gd name="csY1" fmla="*/ 74944 h 123344"/>
                        <a:gd name="csX2" fmla="*/ 431451 w 434861"/>
                        <a:gd name="csY2" fmla="*/ -22 h 123344"/>
                        <a:gd name="csX3" fmla="*/ 434801 w 434861"/>
                        <a:gd name="csY3" fmla="*/ 54875 h 123344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</a:cxnLst>
                      <a:rect l="l" t="t" r="r" b="b"/>
                      <a:pathLst>
                        <a:path w="434861" h="123344" extrusionOk="0">
                          <a:moveTo>
                            <a:pt x="16276" y="123322"/>
                          </a:moveTo>
                          <a:cubicBezTo>
                            <a:pt x="5369" y="103790"/>
                            <a:pt x="5192" y="86433"/>
                            <a:pt x="-61" y="74944"/>
                          </a:cubicBezTo>
                          <a:cubicBezTo>
                            <a:pt x="165376" y="-757"/>
                            <a:pt x="342828" y="47207"/>
                            <a:pt x="431451" y="-22"/>
                          </a:cubicBezTo>
                          <a:cubicBezTo>
                            <a:pt x="437030" y="25391"/>
                            <a:pt x="427904" y="40093"/>
                            <a:pt x="434801" y="54875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35" name="フリーフォーム: 図形 334">
              <a:extLst>
                <a:ext uri="{FF2B5EF4-FFF2-40B4-BE49-F238E27FC236}">
                  <a16:creationId xmlns:a16="http://schemas.microsoft.com/office/drawing/2014/main" id="{328031FE-D584-4D34-65E5-CDE6DD432DFC}"/>
                </a:ext>
              </a:extLst>
            </p:cNvPr>
            <p:cNvSpPr/>
            <p:nvPr/>
          </p:nvSpPr>
          <p:spPr>
            <a:xfrm>
              <a:off x="6221560" y="2876734"/>
              <a:ext cx="52783" cy="64721"/>
            </a:xfrm>
            <a:custGeom>
              <a:avLst/>
              <a:gdLst>
                <a:gd name="csX0" fmla="*/ 3601 w 52783"/>
                <a:gd name="csY0" fmla="*/ 64689 h 64721"/>
                <a:gd name="csX1" fmla="*/ -76 w 52783"/>
                <a:gd name="csY1" fmla="*/ 22886 h 64721"/>
                <a:gd name="csX2" fmla="*/ 16179 w 52783"/>
                <a:gd name="csY2" fmla="*/ 2964 h 64721"/>
                <a:gd name="csX3" fmla="*/ 43541 w 52783"/>
                <a:gd name="csY3" fmla="*/ 939 h 64721"/>
                <a:gd name="csX4" fmla="*/ 47218 w 52783"/>
                <a:gd name="csY4" fmla="*/ 28963 h 64721"/>
                <a:gd name="csX5" fmla="*/ 52689 w 52783"/>
                <a:gd name="csY5" fmla="*/ 57747 h 647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52783" h="64721">
                  <a:moveTo>
                    <a:pt x="3601" y="64689"/>
                  </a:moveTo>
                  <a:cubicBezTo>
                    <a:pt x="3601" y="64689"/>
                    <a:pt x="-402" y="37744"/>
                    <a:pt x="-76" y="22886"/>
                  </a:cubicBezTo>
                  <a:cubicBezTo>
                    <a:pt x="251" y="8029"/>
                    <a:pt x="16179" y="2964"/>
                    <a:pt x="16179" y="2964"/>
                  </a:cubicBezTo>
                  <a:cubicBezTo>
                    <a:pt x="16179" y="2964"/>
                    <a:pt x="40111" y="-2099"/>
                    <a:pt x="43541" y="939"/>
                  </a:cubicBezTo>
                  <a:cubicBezTo>
                    <a:pt x="46891" y="3978"/>
                    <a:pt x="47218" y="27615"/>
                    <a:pt x="47218" y="28963"/>
                  </a:cubicBezTo>
                  <a:cubicBezTo>
                    <a:pt x="47218" y="30319"/>
                    <a:pt x="52689" y="57747"/>
                    <a:pt x="52689" y="57747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343846699">
                    <a:custGeom>
                      <a:avLst/>
                      <a:gdLst>
                        <a:gd name="csX0" fmla="*/ 3601 w 52783"/>
                        <a:gd name="csY0" fmla="*/ 64689 h 64721"/>
                        <a:gd name="csX1" fmla="*/ -76 w 52783"/>
                        <a:gd name="csY1" fmla="*/ 22886 h 64721"/>
                        <a:gd name="csX2" fmla="*/ 16179 w 52783"/>
                        <a:gd name="csY2" fmla="*/ 2964 h 64721"/>
                        <a:gd name="csX3" fmla="*/ 43541 w 52783"/>
                        <a:gd name="csY3" fmla="*/ 939 h 64721"/>
                        <a:gd name="csX4" fmla="*/ 47218 w 52783"/>
                        <a:gd name="csY4" fmla="*/ 28963 h 64721"/>
                        <a:gd name="csX5" fmla="*/ 52689 w 52783"/>
                        <a:gd name="csY5" fmla="*/ 57747 h 64721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</a:cxnLst>
                      <a:rect l="l" t="t" r="r" b="b"/>
                      <a:pathLst>
                        <a:path w="52783" h="64721" extrusionOk="0">
                          <a:moveTo>
                            <a:pt x="3601" y="64689"/>
                          </a:moveTo>
                          <a:cubicBezTo>
                            <a:pt x="3978" y="64433"/>
                            <a:pt x="-301" y="37380"/>
                            <a:pt x="-76" y="22886"/>
                          </a:cubicBezTo>
                          <a:cubicBezTo>
                            <a:pt x="250" y="8029"/>
                            <a:pt x="16179" y="2964"/>
                            <a:pt x="16179" y="2964"/>
                          </a:cubicBezTo>
                          <a:cubicBezTo>
                            <a:pt x="15741" y="3048"/>
                            <a:pt x="40143" y="-1260"/>
                            <a:pt x="43541" y="939"/>
                          </a:cubicBezTo>
                          <a:cubicBezTo>
                            <a:pt x="46581" y="4010"/>
                            <a:pt x="47217" y="27707"/>
                            <a:pt x="47218" y="28963"/>
                          </a:cubicBezTo>
                          <a:cubicBezTo>
                            <a:pt x="47218" y="30319"/>
                            <a:pt x="52689" y="57747"/>
                            <a:pt x="52689" y="57747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36" name="フリーフォーム: 図形 335">
              <a:extLst>
                <a:ext uri="{FF2B5EF4-FFF2-40B4-BE49-F238E27FC236}">
                  <a16:creationId xmlns:a16="http://schemas.microsoft.com/office/drawing/2014/main" id="{092637A2-401D-9BAE-3A97-8B9F7EAEAE7F}"/>
                </a:ext>
              </a:extLst>
            </p:cNvPr>
            <p:cNvSpPr/>
            <p:nvPr/>
          </p:nvSpPr>
          <p:spPr>
            <a:xfrm>
              <a:off x="6239166" y="2888489"/>
              <a:ext cx="20230" cy="50588"/>
            </a:xfrm>
            <a:custGeom>
              <a:avLst/>
              <a:gdLst>
                <a:gd name="csX0" fmla="*/ 4779 w 20230"/>
                <a:gd name="csY0" fmla="*/ 50092 h 50588"/>
                <a:gd name="csX1" fmla="*/ 1593 w 20230"/>
                <a:gd name="csY1" fmla="*/ 50557 h 50588"/>
                <a:gd name="csX2" fmla="*/ 614 w 20230"/>
                <a:gd name="csY2" fmla="*/ 9440 h 50588"/>
                <a:gd name="csX3" fmla="*/ 7638 w 20230"/>
                <a:gd name="csY3" fmla="*/ -11 h 50588"/>
                <a:gd name="csX4" fmla="*/ 13438 w 20230"/>
                <a:gd name="csY4" fmla="*/ 7080 h 50588"/>
                <a:gd name="csX5" fmla="*/ 20136 w 20230"/>
                <a:gd name="csY5" fmla="*/ 47919 h 505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0230" h="50588">
                  <a:moveTo>
                    <a:pt x="4779" y="50092"/>
                  </a:moveTo>
                  <a:lnTo>
                    <a:pt x="1593" y="50557"/>
                  </a:lnTo>
                  <a:cubicBezTo>
                    <a:pt x="1593" y="50557"/>
                    <a:pt x="-1428" y="17885"/>
                    <a:pt x="614" y="9440"/>
                  </a:cubicBezTo>
                  <a:cubicBezTo>
                    <a:pt x="2575" y="1003"/>
                    <a:pt x="4943" y="325"/>
                    <a:pt x="7638" y="-11"/>
                  </a:cubicBezTo>
                  <a:cubicBezTo>
                    <a:pt x="10335" y="-345"/>
                    <a:pt x="13438" y="3363"/>
                    <a:pt x="13438" y="7080"/>
                  </a:cubicBezTo>
                  <a:cubicBezTo>
                    <a:pt x="13438" y="10796"/>
                    <a:pt x="20136" y="47919"/>
                    <a:pt x="20136" y="47919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04102615">
                    <a:custGeom>
                      <a:avLst/>
                      <a:gdLst>
                        <a:gd name="csX0" fmla="*/ 4779 w 20230"/>
                        <a:gd name="csY0" fmla="*/ 50092 h 50588"/>
                        <a:gd name="csX1" fmla="*/ 1593 w 20230"/>
                        <a:gd name="csY1" fmla="*/ 50557 h 50588"/>
                        <a:gd name="csX2" fmla="*/ 614 w 20230"/>
                        <a:gd name="csY2" fmla="*/ 9440 h 50588"/>
                        <a:gd name="csX3" fmla="*/ 7638 w 20230"/>
                        <a:gd name="csY3" fmla="*/ -11 h 50588"/>
                        <a:gd name="csX4" fmla="*/ 13438 w 20230"/>
                        <a:gd name="csY4" fmla="*/ 7080 h 50588"/>
                        <a:gd name="csX5" fmla="*/ 20136 w 20230"/>
                        <a:gd name="csY5" fmla="*/ 47919 h 50588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</a:cxnLst>
                      <a:rect l="l" t="t" r="r" b="b"/>
                      <a:pathLst>
                        <a:path w="20230" h="50588" extrusionOk="0">
                          <a:moveTo>
                            <a:pt x="4779" y="50092"/>
                          </a:moveTo>
                          <a:cubicBezTo>
                            <a:pt x="3725" y="50471"/>
                            <a:pt x="3013" y="50254"/>
                            <a:pt x="1593" y="50557"/>
                          </a:cubicBezTo>
                          <a:cubicBezTo>
                            <a:pt x="3791" y="51602"/>
                            <a:pt x="-351" y="18629"/>
                            <a:pt x="614" y="9440"/>
                          </a:cubicBezTo>
                          <a:cubicBezTo>
                            <a:pt x="2618" y="1048"/>
                            <a:pt x="4481" y="-218"/>
                            <a:pt x="7638" y="-11"/>
                          </a:cubicBezTo>
                          <a:cubicBezTo>
                            <a:pt x="10642" y="-205"/>
                            <a:pt x="14052" y="3137"/>
                            <a:pt x="13438" y="7080"/>
                          </a:cubicBezTo>
                          <a:cubicBezTo>
                            <a:pt x="13438" y="10797"/>
                            <a:pt x="20136" y="47919"/>
                            <a:pt x="20136" y="47919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37" name="フリーフォーム: 図形 336">
              <a:extLst>
                <a:ext uri="{FF2B5EF4-FFF2-40B4-BE49-F238E27FC236}">
                  <a16:creationId xmlns:a16="http://schemas.microsoft.com/office/drawing/2014/main" id="{D549FD0F-C5AE-8962-51A6-369C0B016483}"/>
                </a:ext>
              </a:extLst>
            </p:cNvPr>
            <p:cNvSpPr/>
            <p:nvPr/>
          </p:nvSpPr>
          <p:spPr>
            <a:xfrm>
              <a:off x="6174530" y="2878529"/>
              <a:ext cx="10538" cy="70138"/>
            </a:xfrm>
            <a:custGeom>
              <a:avLst/>
              <a:gdLst>
                <a:gd name="csX0" fmla="*/ 558 w 10538"/>
                <a:gd name="csY0" fmla="*/ -32 h 70138"/>
                <a:gd name="csX1" fmla="*/ 1456 w 10538"/>
                <a:gd name="csY1" fmla="*/ 39983 h 70138"/>
                <a:gd name="csX2" fmla="*/ 10442 w 10538"/>
                <a:gd name="csY2" fmla="*/ 70107 h 701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538" h="70138">
                  <a:moveTo>
                    <a:pt x="558" y="-32"/>
                  </a:moveTo>
                  <a:cubicBezTo>
                    <a:pt x="558" y="-32"/>
                    <a:pt x="-1401" y="27086"/>
                    <a:pt x="1456" y="39983"/>
                  </a:cubicBezTo>
                  <a:cubicBezTo>
                    <a:pt x="4315" y="52872"/>
                    <a:pt x="10442" y="70107"/>
                    <a:pt x="10442" y="70107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38945412">
                    <a:custGeom>
                      <a:avLst/>
                      <a:gdLst>
                        <a:gd name="csX0" fmla="*/ 558 w 10538"/>
                        <a:gd name="csY0" fmla="*/ -32 h 70138"/>
                        <a:gd name="csX1" fmla="*/ 1456 w 10538"/>
                        <a:gd name="csY1" fmla="*/ 39983 h 70138"/>
                        <a:gd name="csX2" fmla="*/ 10442 w 10538"/>
                        <a:gd name="csY2" fmla="*/ 70107 h 70138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</a:cxnLst>
                      <a:rect l="l" t="t" r="r" b="b"/>
                      <a:pathLst>
                        <a:path w="10538" h="70138" extrusionOk="0">
                          <a:moveTo>
                            <a:pt x="558" y="-32"/>
                          </a:moveTo>
                          <a:cubicBezTo>
                            <a:pt x="-1793" y="2576"/>
                            <a:pt x="-2235" y="26429"/>
                            <a:pt x="1456" y="39983"/>
                          </a:cubicBezTo>
                          <a:cubicBezTo>
                            <a:pt x="4315" y="52872"/>
                            <a:pt x="10442" y="70107"/>
                            <a:pt x="10442" y="70107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38" name="フリーフォーム: 図形 337">
              <a:extLst>
                <a:ext uri="{FF2B5EF4-FFF2-40B4-BE49-F238E27FC236}">
                  <a16:creationId xmlns:a16="http://schemas.microsoft.com/office/drawing/2014/main" id="{C9E61415-15A4-FD45-59FC-238BD17B8AB4}"/>
                </a:ext>
              </a:extLst>
            </p:cNvPr>
            <p:cNvSpPr/>
            <p:nvPr/>
          </p:nvSpPr>
          <p:spPr>
            <a:xfrm>
              <a:off x="6733381" y="2827513"/>
              <a:ext cx="11532" cy="32965"/>
            </a:xfrm>
            <a:custGeom>
              <a:avLst/>
              <a:gdLst>
                <a:gd name="csX0" fmla="*/ -78 w 11532"/>
                <a:gd name="csY0" fmla="*/ -34 h 32965"/>
                <a:gd name="csX1" fmla="*/ 10541 w 11532"/>
                <a:gd name="csY1" fmla="*/ 7439 h 32965"/>
                <a:gd name="csX2" fmla="*/ 9479 w 11532"/>
                <a:gd name="csY2" fmla="*/ 27867 h 32965"/>
                <a:gd name="csX3" fmla="*/ 1802 w 11532"/>
                <a:gd name="csY3" fmla="*/ 32932 h 329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532" h="32965">
                  <a:moveTo>
                    <a:pt x="-78" y="-34"/>
                  </a:moveTo>
                  <a:cubicBezTo>
                    <a:pt x="-78" y="-34"/>
                    <a:pt x="8826" y="1698"/>
                    <a:pt x="10541" y="7439"/>
                  </a:cubicBezTo>
                  <a:cubicBezTo>
                    <a:pt x="12256" y="13181"/>
                    <a:pt x="11358" y="25000"/>
                    <a:pt x="9479" y="27867"/>
                  </a:cubicBezTo>
                  <a:cubicBezTo>
                    <a:pt x="7682" y="30743"/>
                    <a:pt x="1802" y="32932"/>
                    <a:pt x="1802" y="32932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84954950">
                    <a:custGeom>
                      <a:avLst/>
                      <a:gdLst>
                        <a:gd name="csX0" fmla="*/ -78 w 11532"/>
                        <a:gd name="csY0" fmla="*/ -34 h 32965"/>
                        <a:gd name="csX1" fmla="*/ 10541 w 11532"/>
                        <a:gd name="csY1" fmla="*/ 7439 h 32965"/>
                        <a:gd name="csX2" fmla="*/ 9479 w 11532"/>
                        <a:gd name="csY2" fmla="*/ 27867 h 32965"/>
                        <a:gd name="csX3" fmla="*/ 1802 w 11532"/>
                        <a:gd name="csY3" fmla="*/ 32932 h 32965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</a:cxnLst>
                      <a:rect l="l" t="t" r="r" b="b"/>
                      <a:pathLst>
                        <a:path w="11532" h="32965" extrusionOk="0">
                          <a:moveTo>
                            <a:pt x="-78" y="-34"/>
                          </a:moveTo>
                          <a:cubicBezTo>
                            <a:pt x="-1309" y="821"/>
                            <a:pt x="7579" y="952"/>
                            <a:pt x="10541" y="7439"/>
                          </a:cubicBezTo>
                          <a:cubicBezTo>
                            <a:pt x="12244" y="13034"/>
                            <a:pt x="12137" y="25188"/>
                            <a:pt x="9479" y="27867"/>
                          </a:cubicBezTo>
                          <a:cubicBezTo>
                            <a:pt x="7682" y="30743"/>
                            <a:pt x="1802" y="32932"/>
                            <a:pt x="1802" y="32932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39" name="フリーフォーム: 図形 338">
              <a:extLst>
                <a:ext uri="{FF2B5EF4-FFF2-40B4-BE49-F238E27FC236}">
                  <a16:creationId xmlns:a16="http://schemas.microsoft.com/office/drawing/2014/main" id="{AE7613AF-EA96-F47F-1C6E-21A4AB30DBA1}"/>
                </a:ext>
              </a:extLst>
            </p:cNvPr>
            <p:cNvSpPr/>
            <p:nvPr/>
          </p:nvSpPr>
          <p:spPr>
            <a:xfrm>
              <a:off x="6708061" y="2783912"/>
              <a:ext cx="10374" cy="92975"/>
            </a:xfrm>
            <a:custGeom>
              <a:avLst/>
              <a:gdLst>
                <a:gd name="csX0" fmla="*/ -79 w 10374"/>
                <a:gd name="csY0" fmla="*/ -35 h 92975"/>
                <a:gd name="csX1" fmla="*/ 8498 w 10374"/>
                <a:gd name="csY1" fmla="*/ 44791 h 92975"/>
                <a:gd name="csX2" fmla="*/ 10296 w 10374"/>
                <a:gd name="csY2" fmla="*/ 92941 h 929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374" h="92975">
                  <a:moveTo>
                    <a:pt x="-79" y="-35"/>
                  </a:moveTo>
                  <a:cubicBezTo>
                    <a:pt x="-79" y="-35"/>
                    <a:pt x="7110" y="28921"/>
                    <a:pt x="8498" y="44791"/>
                  </a:cubicBezTo>
                  <a:cubicBezTo>
                    <a:pt x="9805" y="60661"/>
                    <a:pt x="10296" y="92941"/>
                    <a:pt x="10296" y="92941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3139670499">
                    <a:custGeom>
                      <a:avLst/>
                      <a:gdLst>
                        <a:gd name="csX0" fmla="*/ -79 w 10374"/>
                        <a:gd name="csY0" fmla="*/ -35 h 92975"/>
                        <a:gd name="csX1" fmla="*/ 8498 w 10374"/>
                        <a:gd name="csY1" fmla="*/ 44791 h 92975"/>
                        <a:gd name="csX2" fmla="*/ 10296 w 10374"/>
                        <a:gd name="csY2" fmla="*/ 92941 h 92975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</a:cxnLst>
                      <a:rect l="l" t="t" r="r" b="b"/>
                      <a:pathLst>
                        <a:path w="10374" h="92975" extrusionOk="0">
                          <a:moveTo>
                            <a:pt x="-79" y="-35"/>
                          </a:moveTo>
                          <a:cubicBezTo>
                            <a:pt x="-376" y="1448"/>
                            <a:pt x="8769" y="27902"/>
                            <a:pt x="8498" y="44791"/>
                          </a:cubicBezTo>
                          <a:cubicBezTo>
                            <a:pt x="9805" y="60661"/>
                            <a:pt x="10296" y="92940"/>
                            <a:pt x="10296" y="92941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40" name="フリーフォーム: 図形 339">
              <a:extLst>
                <a:ext uri="{FF2B5EF4-FFF2-40B4-BE49-F238E27FC236}">
                  <a16:creationId xmlns:a16="http://schemas.microsoft.com/office/drawing/2014/main" id="{C7F4B590-F1F6-9564-52CC-E4FBABC56B94}"/>
                </a:ext>
              </a:extLst>
            </p:cNvPr>
            <p:cNvSpPr/>
            <p:nvPr/>
          </p:nvSpPr>
          <p:spPr>
            <a:xfrm>
              <a:off x="7378812" y="2884157"/>
              <a:ext cx="69672" cy="123875"/>
            </a:xfrm>
            <a:custGeom>
              <a:avLst/>
              <a:gdLst>
                <a:gd name="csX0" fmla="*/ 52792 w 69672"/>
                <a:gd name="csY0" fmla="*/ -31 h 123875"/>
                <a:gd name="csX1" fmla="*/ -55 w 69672"/>
                <a:gd name="csY1" fmla="*/ 6349 h 123875"/>
                <a:gd name="csX2" fmla="*/ 12770 w 69672"/>
                <a:gd name="csY2" fmla="*/ 121827 h 123875"/>
                <a:gd name="csX3" fmla="*/ 69617 w 69672"/>
                <a:gd name="csY3" fmla="*/ 123844 h 1238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9672" h="123875">
                  <a:moveTo>
                    <a:pt x="52792" y="-31"/>
                  </a:moveTo>
                  <a:lnTo>
                    <a:pt x="-55" y="6349"/>
                  </a:lnTo>
                  <a:cubicBezTo>
                    <a:pt x="-55" y="6349"/>
                    <a:pt x="10073" y="121157"/>
                    <a:pt x="12770" y="121827"/>
                  </a:cubicBezTo>
                  <a:cubicBezTo>
                    <a:pt x="15464" y="122505"/>
                    <a:pt x="69617" y="123844"/>
                    <a:pt x="69617" y="123844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50216300">
                    <a:custGeom>
                      <a:avLst/>
                      <a:gdLst>
                        <a:gd name="csX0" fmla="*/ 52792 w 69672"/>
                        <a:gd name="csY0" fmla="*/ -31 h 123875"/>
                        <a:gd name="csX1" fmla="*/ -55 w 69672"/>
                        <a:gd name="csY1" fmla="*/ 6349 h 123875"/>
                        <a:gd name="csX2" fmla="*/ 12770 w 69672"/>
                        <a:gd name="csY2" fmla="*/ 121827 h 123875"/>
                        <a:gd name="csX3" fmla="*/ 69617 w 69672"/>
                        <a:gd name="csY3" fmla="*/ 123844 h 123875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</a:cxnLst>
                      <a:rect l="l" t="t" r="r" b="b"/>
                      <a:pathLst>
                        <a:path w="69672" h="123875" extrusionOk="0">
                          <a:moveTo>
                            <a:pt x="52792" y="-31"/>
                          </a:moveTo>
                          <a:cubicBezTo>
                            <a:pt x="39879" y="2812"/>
                            <a:pt x="19447" y="-767"/>
                            <a:pt x="-55" y="6349"/>
                          </a:cubicBezTo>
                          <a:cubicBezTo>
                            <a:pt x="161" y="5597"/>
                            <a:pt x="9947" y="121251"/>
                            <a:pt x="12770" y="121827"/>
                          </a:cubicBezTo>
                          <a:cubicBezTo>
                            <a:pt x="15464" y="122505"/>
                            <a:pt x="69617" y="123844"/>
                            <a:pt x="69617" y="123844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41" name="フリーフォーム: 図形 340">
              <a:extLst>
                <a:ext uri="{FF2B5EF4-FFF2-40B4-BE49-F238E27FC236}">
                  <a16:creationId xmlns:a16="http://schemas.microsoft.com/office/drawing/2014/main" id="{B969EC9D-26AC-1666-A0DE-63AB2ACF73C2}"/>
                </a:ext>
              </a:extLst>
            </p:cNvPr>
            <p:cNvSpPr/>
            <p:nvPr/>
          </p:nvSpPr>
          <p:spPr>
            <a:xfrm>
              <a:off x="6918713" y="2991157"/>
              <a:ext cx="91645" cy="114015"/>
            </a:xfrm>
            <a:custGeom>
              <a:avLst/>
              <a:gdLst>
                <a:gd name="csX0" fmla="*/ -70 w 91645"/>
                <a:gd name="csY0" fmla="*/ 4881 h 114015"/>
                <a:gd name="csX1" fmla="*/ 71726 w 91645"/>
                <a:gd name="csY1" fmla="*/ -27 h 114015"/>
                <a:gd name="csX2" fmla="*/ 91575 w 91645"/>
                <a:gd name="csY2" fmla="*/ 102824 h 114015"/>
                <a:gd name="csX3" fmla="*/ 21085 w 91645"/>
                <a:gd name="csY3" fmla="*/ 113989 h 1140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1645" h="114015">
                  <a:moveTo>
                    <a:pt x="-70" y="4881"/>
                  </a:moveTo>
                  <a:lnTo>
                    <a:pt x="71726" y="-27"/>
                  </a:lnTo>
                  <a:lnTo>
                    <a:pt x="91575" y="102824"/>
                  </a:lnTo>
                  <a:lnTo>
                    <a:pt x="21085" y="113989"/>
                  </a:ln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925401965">
                    <a:custGeom>
                      <a:avLst/>
                      <a:gdLst>
                        <a:gd name="csX0" fmla="*/ -70 w 91645"/>
                        <a:gd name="csY0" fmla="*/ 4881 h 114015"/>
                        <a:gd name="csX1" fmla="*/ 71726 w 91645"/>
                        <a:gd name="csY1" fmla="*/ -27 h 114015"/>
                        <a:gd name="csX2" fmla="*/ 91575 w 91645"/>
                        <a:gd name="csY2" fmla="*/ 102824 h 114015"/>
                        <a:gd name="csX3" fmla="*/ 21085 w 91645"/>
                        <a:gd name="csY3" fmla="*/ 113989 h 114015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</a:cxnLst>
                      <a:rect l="l" t="t" r="r" b="b"/>
                      <a:pathLst>
                        <a:path w="91645" h="114015" extrusionOk="0">
                          <a:moveTo>
                            <a:pt x="-70" y="4881"/>
                          </a:moveTo>
                          <a:cubicBezTo>
                            <a:pt x="27601" y="-4345"/>
                            <a:pt x="50373" y="1933"/>
                            <a:pt x="71726" y="-27"/>
                          </a:cubicBezTo>
                          <a:cubicBezTo>
                            <a:pt x="79217" y="20492"/>
                            <a:pt x="74071" y="57421"/>
                            <a:pt x="91575" y="102824"/>
                          </a:cubicBezTo>
                          <a:cubicBezTo>
                            <a:pt x="67046" y="107320"/>
                            <a:pt x="52004" y="107403"/>
                            <a:pt x="21085" y="113989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42" name="フリーフォーム: 図形 341">
              <a:extLst>
                <a:ext uri="{FF2B5EF4-FFF2-40B4-BE49-F238E27FC236}">
                  <a16:creationId xmlns:a16="http://schemas.microsoft.com/office/drawing/2014/main" id="{24C77F80-8C97-47C6-6FAF-8ADA45F11BF7}"/>
                </a:ext>
              </a:extLst>
            </p:cNvPr>
            <p:cNvSpPr/>
            <p:nvPr/>
          </p:nvSpPr>
          <p:spPr>
            <a:xfrm>
              <a:off x="6903031" y="2823037"/>
              <a:ext cx="520297" cy="96210"/>
            </a:xfrm>
            <a:custGeom>
              <a:avLst/>
              <a:gdLst>
                <a:gd name="csX0" fmla="*/ -63 w 520297"/>
                <a:gd name="csY0" fmla="*/ 96177 h 96210"/>
                <a:gd name="csX1" fmla="*/ 520234 w 520297"/>
                <a:gd name="csY1" fmla="*/ -33 h 962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20297" h="96210">
                  <a:moveTo>
                    <a:pt x="-63" y="96177"/>
                  </a:moveTo>
                  <a:lnTo>
                    <a:pt x="520234" y="-33"/>
                  </a:ln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802901190">
                    <a:custGeom>
                      <a:avLst/>
                      <a:gdLst>
                        <a:gd name="csX0" fmla="*/ -63 w 520297"/>
                        <a:gd name="csY0" fmla="*/ 96177 h 96210"/>
                        <a:gd name="csX1" fmla="*/ 520234 w 520297"/>
                        <a:gd name="csY1" fmla="*/ -33 h 9621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520297" h="96210" extrusionOk="0">
                          <a:moveTo>
                            <a:pt x="-63" y="96177"/>
                          </a:moveTo>
                          <a:cubicBezTo>
                            <a:pt x="212020" y="17720"/>
                            <a:pt x="291162" y="79639"/>
                            <a:pt x="520234" y="-33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43" name="フリーフォーム: 図形 342">
              <a:extLst>
                <a:ext uri="{FF2B5EF4-FFF2-40B4-BE49-F238E27FC236}">
                  <a16:creationId xmlns:a16="http://schemas.microsoft.com/office/drawing/2014/main" id="{F31A2A2D-069B-42DB-8976-1E5EBB26A4C1}"/>
                </a:ext>
              </a:extLst>
            </p:cNvPr>
            <p:cNvSpPr/>
            <p:nvPr/>
          </p:nvSpPr>
          <p:spPr>
            <a:xfrm>
              <a:off x="6963473" y="3097602"/>
              <a:ext cx="497182" cy="108992"/>
            </a:xfrm>
            <a:custGeom>
              <a:avLst/>
              <a:gdLst>
                <a:gd name="csX0" fmla="*/ -62 w 497182"/>
                <a:gd name="csY0" fmla="*/ 108969 h 108992"/>
                <a:gd name="csX1" fmla="*/ 497121 w 497182"/>
                <a:gd name="csY1" fmla="*/ -24 h 1089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97182" h="108992">
                  <a:moveTo>
                    <a:pt x="-62" y="108969"/>
                  </a:moveTo>
                  <a:lnTo>
                    <a:pt x="497121" y="-24"/>
                  </a:ln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88618097">
                    <a:custGeom>
                      <a:avLst/>
                      <a:gdLst>
                        <a:gd name="csX0" fmla="*/ -62 w 497182"/>
                        <a:gd name="csY0" fmla="*/ 108969 h 108992"/>
                        <a:gd name="csX1" fmla="*/ 497121 w 497182"/>
                        <a:gd name="csY1" fmla="*/ -24 h 108992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497182" h="108992" extrusionOk="0">
                          <a:moveTo>
                            <a:pt x="-62" y="108969"/>
                          </a:moveTo>
                          <a:cubicBezTo>
                            <a:pt x="135388" y="61322"/>
                            <a:pt x="254768" y="66611"/>
                            <a:pt x="497121" y="-24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44" name="フリーフォーム: 図形 343">
              <a:extLst>
                <a:ext uri="{FF2B5EF4-FFF2-40B4-BE49-F238E27FC236}">
                  <a16:creationId xmlns:a16="http://schemas.microsoft.com/office/drawing/2014/main" id="{6F9A26AC-7895-FAA5-7079-BC77AE5D0E29}"/>
                </a:ext>
              </a:extLst>
            </p:cNvPr>
            <p:cNvSpPr/>
            <p:nvPr/>
          </p:nvSpPr>
          <p:spPr>
            <a:xfrm>
              <a:off x="7458941" y="3080090"/>
              <a:ext cx="33080" cy="5104"/>
            </a:xfrm>
            <a:custGeom>
              <a:avLst/>
              <a:gdLst>
                <a:gd name="csX0" fmla="*/ -53 w 33080"/>
                <a:gd name="csY0" fmla="*/ 5079 h 5104"/>
                <a:gd name="csX1" fmla="*/ 33027 w 33080"/>
                <a:gd name="csY1" fmla="*/ -26 h 51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3080" h="5104">
                  <a:moveTo>
                    <a:pt x="-53" y="5079"/>
                  </a:moveTo>
                  <a:lnTo>
                    <a:pt x="33027" y="-26"/>
                  </a:ln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29740561">
                    <a:custGeom>
                      <a:avLst/>
                      <a:gdLst>
                        <a:gd name="csX0" fmla="*/ -53 w 33080"/>
                        <a:gd name="csY0" fmla="*/ 5079 h 5104"/>
                        <a:gd name="csX1" fmla="*/ 33027 w 33080"/>
                        <a:gd name="csY1" fmla="*/ -26 h 5104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33080" h="5104" extrusionOk="0">
                          <a:moveTo>
                            <a:pt x="-53" y="5079"/>
                          </a:moveTo>
                          <a:cubicBezTo>
                            <a:pt x="7772" y="70"/>
                            <a:pt x="23159" y="2621"/>
                            <a:pt x="33027" y="-26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45" name="フリーフォーム: 図形 344">
              <a:extLst>
                <a:ext uri="{FF2B5EF4-FFF2-40B4-BE49-F238E27FC236}">
                  <a16:creationId xmlns:a16="http://schemas.microsoft.com/office/drawing/2014/main" id="{A348278D-2F3D-BF71-4E83-14BB842593C9}"/>
                </a:ext>
              </a:extLst>
            </p:cNvPr>
            <p:cNvSpPr/>
            <p:nvPr/>
          </p:nvSpPr>
          <p:spPr>
            <a:xfrm>
              <a:off x="7423329" y="2823037"/>
              <a:ext cx="33650" cy="2924"/>
            </a:xfrm>
            <a:custGeom>
              <a:avLst/>
              <a:gdLst>
                <a:gd name="csX0" fmla="*/ -54 w 33650"/>
                <a:gd name="csY0" fmla="*/ -35 h 2924"/>
                <a:gd name="csX1" fmla="*/ 33597 w 33650"/>
                <a:gd name="csY1" fmla="*/ 2890 h 29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3650" h="2924">
                  <a:moveTo>
                    <a:pt x="-54" y="-35"/>
                  </a:moveTo>
                  <a:lnTo>
                    <a:pt x="33597" y="2890"/>
                  </a:ln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3261706108">
                    <a:custGeom>
                      <a:avLst/>
                      <a:gdLst>
                        <a:gd name="csX0" fmla="*/ -54 w 33650"/>
                        <a:gd name="csY0" fmla="*/ -35 h 2924"/>
                        <a:gd name="csX1" fmla="*/ 33597 w 33650"/>
                        <a:gd name="csY1" fmla="*/ 2890 h 2924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33650" h="2924" extrusionOk="0">
                          <a:moveTo>
                            <a:pt x="-54" y="-35"/>
                          </a:moveTo>
                          <a:cubicBezTo>
                            <a:pt x="13389" y="820"/>
                            <a:pt x="24501" y="5981"/>
                            <a:pt x="33597" y="2890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46" name="フリーフォーム: 図形 345">
              <a:extLst>
                <a:ext uri="{FF2B5EF4-FFF2-40B4-BE49-F238E27FC236}">
                  <a16:creationId xmlns:a16="http://schemas.microsoft.com/office/drawing/2014/main" id="{17621806-4CF1-F227-7EC7-686FA961F6D9}"/>
                </a:ext>
              </a:extLst>
            </p:cNvPr>
            <p:cNvSpPr/>
            <p:nvPr/>
          </p:nvSpPr>
          <p:spPr>
            <a:xfrm>
              <a:off x="7431659" y="2884157"/>
              <a:ext cx="33897" cy="2385"/>
            </a:xfrm>
            <a:custGeom>
              <a:avLst/>
              <a:gdLst>
                <a:gd name="csX0" fmla="*/ -54 w 33897"/>
                <a:gd name="csY0" fmla="*/ -33 h 2385"/>
                <a:gd name="csX1" fmla="*/ 33844 w 33897"/>
                <a:gd name="csY1" fmla="*/ 2353 h 23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3897" h="2385">
                  <a:moveTo>
                    <a:pt x="-54" y="-33"/>
                  </a:moveTo>
                  <a:lnTo>
                    <a:pt x="33844" y="2353"/>
                  </a:ln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855526363">
                    <a:custGeom>
                      <a:avLst/>
                      <a:gdLst>
                        <a:gd name="csX0" fmla="*/ -54 w 33897"/>
                        <a:gd name="csY0" fmla="*/ -33 h 2385"/>
                        <a:gd name="csX1" fmla="*/ 33844 w 33897"/>
                        <a:gd name="csY1" fmla="*/ 2353 h 2385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33897" h="2385" extrusionOk="0">
                          <a:moveTo>
                            <a:pt x="-54" y="-33"/>
                          </a:moveTo>
                          <a:cubicBezTo>
                            <a:pt x="10649" y="-2813"/>
                            <a:pt x="26212" y="5155"/>
                            <a:pt x="33844" y="2353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47" name="フリーフォーム: 図形 346">
              <a:extLst>
                <a:ext uri="{FF2B5EF4-FFF2-40B4-BE49-F238E27FC236}">
                  <a16:creationId xmlns:a16="http://schemas.microsoft.com/office/drawing/2014/main" id="{78B0AA04-D2E6-D3C0-A1B0-F33FDFC5CCF6}"/>
                </a:ext>
              </a:extLst>
            </p:cNvPr>
            <p:cNvSpPr/>
            <p:nvPr/>
          </p:nvSpPr>
          <p:spPr>
            <a:xfrm>
              <a:off x="7408136" y="2631662"/>
              <a:ext cx="11924" cy="78257"/>
            </a:xfrm>
            <a:custGeom>
              <a:avLst/>
              <a:gdLst>
                <a:gd name="csX0" fmla="*/ -55 w 11924"/>
                <a:gd name="csY0" fmla="*/ 78218 h 78257"/>
                <a:gd name="csX1" fmla="*/ 11870 w 11924"/>
                <a:gd name="csY1" fmla="*/ -40 h 782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1924" h="78257">
                  <a:moveTo>
                    <a:pt x="-55" y="78218"/>
                  </a:moveTo>
                  <a:lnTo>
                    <a:pt x="11870" y="-40"/>
                  </a:ln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13641730">
                    <a:custGeom>
                      <a:avLst/>
                      <a:gdLst>
                        <a:gd name="csX0" fmla="*/ -55 w 11924"/>
                        <a:gd name="csY0" fmla="*/ 78218 h 78257"/>
                        <a:gd name="csX1" fmla="*/ 11870 w 11924"/>
                        <a:gd name="csY1" fmla="*/ -40 h 78257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11924" h="78257" extrusionOk="0">
                          <a:moveTo>
                            <a:pt x="-55" y="78218"/>
                          </a:moveTo>
                          <a:cubicBezTo>
                            <a:pt x="-2884" y="52491"/>
                            <a:pt x="14912" y="16518"/>
                            <a:pt x="11870" y="-40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48" name="フリーフォーム: 図形 347">
              <a:extLst>
                <a:ext uri="{FF2B5EF4-FFF2-40B4-BE49-F238E27FC236}">
                  <a16:creationId xmlns:a16="http://schemas.microsoft.com/office/drawing/2014/main" id="{34DCAD0C-0F83-FD01-D348-6B5071D52664}"/>
                </a:ext>
              </a:extLst>
            </p:cNvPr>
            <p:cNvSpPr/>
            <p:nvPr/>
          </p:nvSpPr>
          <p:spPr>
            <a:xfrm>
              <a:off x="6870931" y="2720047"/>
              <a:ext cx="26708" cy="123997"/>
            </a:xfrm>
            <a:custGeom>
              <a:avLst/>
              <a:gdLst>
                <a:gd name="csX0" fmla="*/ 16752 w 26708"/>
                <a:gd name="csY0" fmla="*/ -36 h 123997"/>
                <a:gd name="csX1" fmla="*/ -73 w 26708"/>
                <a:gd name="csY1" fmla="*/ 41825 h 123997"/>
                <a:gd name="csX2" fmla="*/ 26636 w 26708"/>
                <a:gd name="csY2" fmla="*/ 123962 h 1239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6708" h="123997">
                  <a:moveTo>
                    <a:pt x="16752" y="-36"/>
                  </a:moveTo>
                  <a:cubicBezTo>
                    <a:pt x="16752" y="-36"/>
                    <a:pt x="-73" y="36099"/>
                    <a:pt x="-73" y="41825"/>
                  </a:cubicBezTo>
                  <a:cubicBezTo>
                    <a:pt x="-73" y="47559"/>
                    <a:pt x="26636" y="123962"/>
                    <a:pt x="26636" y="123962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245253470">
                    <a:custGeom>
                      <a:avLst/>
                      <a:gdLst>
                        <a:gd name="csX0" fmla="*/ 16752 w 26708"/>
                        <a:gd name="csY0" fmla="*/ -36 h 123997"/>
                        <a:gd name="csX1" fmla="*/ -73 w 26708"/>
                        <a:gd name="csY1" fmla="*/ 41825 h 123997"/>
                        <a:gd name="csX2" fmla="*/ 26636 w 26708"/>
                        <a:gd name="csY2" fmla="*/ 123962 h 123997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</a:cxnLst>
                      <a:rect l="l" t="t" r="r" b="b"/>
                      <a:pathLst>
                        <a:path w="26708" h="123997" extrusionOk="0">
                          <a:moveTo>
                            <a:pt x="16752" y="-36"/>
                          </a:moveTo>
                          <a:cubicBezTo>
                            <a:pt x="16383" y="214"/>
                            <a:pt x="595" y="37544"/>
                            <a:pt x="-73" y="41825"/>
                          </a:cubicBezTo>
                          <a:cubicBezTo>
                            <a:pt x="-73" y="47558"/>
                            <a:pt x="26635" y="123961"/>
                            <a:pt x="26636" y="123962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49" name="フリーフォーム: 図形 348">
              <a:extLst>
                <a:ext uri="{FF2B5EF4-FFF2-40B4-BE49-F238E27FC236}">
                  <a16:creationId xmlns:a16="http://schemas.microsoft.com/office/drawing/2014/main" id="{E8CF34DB-BF1E-12A5-61B0-275733AAB0D5}"/>
                </a:ext>
              </a:extLst>
            </p:cNvPr>
            <p:cNvSpPr/>
            <p:nvPr/>
          </p:nvSpPr>
          <p:spPr>
            <a:xfrm>
              <a:off x="7953427" y="2948276"/>
              <a:ext cx="301888" cy="289741"/>
            </a:xfrm>
            <a:custGeom>
              <a:avLst/>
              <a:gdLst>
                <a:gd name="csX0" fmla="*/ 301857 w 301888"/>
                <a:gd name="csY0" fmla="*/ 289716 h 289741"/>
                <a:gd name="csX1" fmla="*/ 88837 w 301888"/>
                <a:gd name="csY1" fmla="*/ 91063 h 289741"/>
                <a:gd name="csX2" fmla="*/ -31 w 301888"/>
                <a:gd name="csY2" fmla="*/ -26 h 2897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01888" h="289741">
                  <a:moveTo>
                    <a:pt x="301857" y="289716"/>
                  </a:moveTo>
                  <a:cubicBezTo>
                    <a:pt x="301857" y="289716"/>
                    <a:pt x="177703" y="182144"/>
                    <a:pt x="88837" y="91063"/>
                  </a:cubicBezTo>
                  <a:cubicBezTo>
                    <a:pt x="-31" y="-26"/>
                    <a:pt x="-31" y="-26"/>
                    <a:pt x="-31" y="-26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3801725544">
                    <a:custGeom>
                      <a:avLst/>
                      <a:gdLst>
                        <a:gd name="csX0" fmla="*/ 301857 w 301888"/>
                        <a:gd name="csY0" fmla="*/ 289716 h 289741"/>
                        <a:gd name="csX1" fmla="*/ 88837 w 301888"/>
                        <a:gd name="csY1" fmla="*/ 91063 h 289741"/>
                        <a:gd name="csX2" fmla="*/ -31 w 301888"/>
                        <a:gd name="csY2" fmla="*/ -26 h 289741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</a:cxnLst>
                      <a:rect l="l" t="t" r="r" b="b"/>
                      <a:pathLst>
                        <a:path w="301888" h="289741" extrusionOk="0">
                          <a:moveTo>
                            <a:pt x="301857" y="289716"/>
                          </a:moveTo>
                          <a:cubicBezTo>
                            <a:pt x="307429" y="297872"/>
                            <a:pt x="179259" y="153308"/>
                            <a:pt x="88837" y="91063"/>
                          </a:cubicBezTo>
                          <a:cubicBezTo>
                            <a:pt x="-31" y="-27"/>
                            <a:pt x="-31" y="-26"/>
                            <a:pt x="-31" y="-26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50" name="フリーフォーム: 図形 349">
              <a:extLst>
                <a:ext uri="{FF2B5EF4-FFF2-40B4-BE49-F238E27FC236}">
                  <a16:creationId xmlns:a16="http://schemas.microsoft.com/office/drawing/2014/main" id="{6C7459DF-9716-7407-A173-BA4551B24D4C}"/>
                </a:ext>
              </a:extLst>
            </p:cNvPr>
            <p:cNvSpPr/>
            <p:nvPr/>
          </p:nvSpPr>
          <p:spPr>
            <a:xfrm>
              <a:off x="8265906" y="3121501"/>
              <a:ext cx="475482" cy="159495"/>
            </a:xfrm>
            <a:custGeom>
              <a:avLst/>
              <a:gdLst>
                <a:gd name="csX0" fmla="*/ 475464 w 475482"/>
                <a:gd name="csY0" fmla="*/ -22 h 159495"/>
                <a:gd name="csX1" fmla="*/ 227158 w 475482"/>
                <a:gd name="csY1" fmla="*/ 55365 h 159495"/>
                <a:gd name="csX2" fmla="*/ 18959 w 475482"/>
                <a:gd name="csY2" fmla="*/ 63966 h 159495"/>
                <a:gd name="csX3" fmla="*/ 84872 w 475482"/>
                <a:gd name="csY3" fmla="*/ 98344 h 159495"/>
                <a:gd name="csX4" fmla="*/ 370424 w 475482"/>
                <a:gd name="csY4" fmla="*/ 159474 h 1594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75482" h="159495">
                  <a:moveTo>
                    <a:pt x="475464" y="-22"/>
                  </a:moveTo>
                  <a:cubicBezTo>
                    <a:pt x="475464" y="-22"/>
                    <a:pt x="302631" y="52506"/>
                    <a:pt x="227158" y="55365"/>
                  </a:cubicBezTo>
                  <a:cubicBezTo>
                    <a:pt x="151688" y="58232"/>
                    <a:pt x="24675" y="59187"/>
                    <a:pt x="18959" y="63966"/>
                  </a:cubicBezTo>
                  <a:cubicBezTo>
                    <a:pt x="13241" y="68736"/>
                    <a:pt x="-47857" y="85929"/>
                    <a:pt x="84872" y="98344"/>
                  </a:cubicBezTo>
                  <a:cubicBezTo>
                    <a:pt x="217601" y="110760"/>
                    <a:pt x="370424" y="159474"/>
                    <a:pt x="370424" y="159474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657987621">
                    <a:custGeom>
                      <a:avLst/>
                      <a:gdLst>
                        <a:gd name="csX0" fmla="*/ 475464 w 475482"/>
                        <a:gd name="csY0" fmla="*/ -22 h 159495"/>
                        <a:gd name="csX1" fmla="*/ 227158 w 475482"/>
                        <a:gd name="csY1" fmla="*/ 55365 h 159495"/>
                        <a:gd name="csX2" fmla="*/ 18959 w 475482"/>
                        <a:gd name="csY2" fmla="*/ 63966 h 159495"/>
                        <a:gd name="csX3" fmla="*/ 84872 w 475482"/>
                        <a:gd name="csY3" fmla="*/ 98344 h 159495"/>
                        <a:gd name="csX4" fmla="*/ 370424 w 475482"/>
                        <a:gd name="csY4" fmla="*/ 159474 h 159495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</a:cxnLst>
                      <a:rect l="l" t="t" r="r" b="b"/>
                      <a:pathLst>
                        <a:path w="475482" h="159495" extrusionOk="0">
                          <a:moveTo>
                            <a:pt x="475464" y="-22"/>
                          </a:moveTo>
                          <a:cubicBezTo>
                            <a:pt x="470181" y="21198"/>
                            <a:pt x="318377" y="59195"/>
                            <a:pt x="227158" y="55365"/>
                          </a:cubicBezTo>
                          <a:cubicBezTo>
                            <a:pt x="150441" y="58611"/>
                            <a:pt x="23994" y="57500"/>
                            <a:pt x="18959" y="63966"/>
                          </a:cubicBezTo>
                          <a:cubicBezTo>
                            <a:pt x="22663" y="85025"/>
                            <a:pt x="-48950" y="92132"/>
                            <a:pt x="84872" y="98344"/>
                          </a:cubicBezTo>
                          <a:cubicBezTo>
                            <a:pt x="217601" y="110759"/>
                            <a:pt x="370424" y="159473"/>
                            <a:pt x="370424" y="159474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51" name="フリーフォーム: 図形 350">
              <a:extLst>
                <a:ext uri="{FF2B5EF4-FFF2-40B4-BE49-F238E27FC236}">
                  <a16:creationId xmlns:a16="http://schemas.microsoft.com/office/drawing/2014/main" id="{0731109A-CF4C-F76A-5430-E8F52BA18156}"/>
                </a:ext>
              </a:extLst>
            </p:cNvPr>
            <p:cNvSpPr/>
            <p:nvPr/>
          </p:nvSpPr>
          <p:spPr>
            <a:xfrm>
              <a:off x="8656441" y="3256166"/>
              <a:ext cx="494732" cy="406400"/>
            </a:xfrm>
            <a:custGeom>
              <a:avLst/>
              <a:gdLst>
                <a:gd name="csX0" fmla="*/ -4 w 494732"/>
                <a:gd name="csY0" fmla="*/ 261483 h 406400"/>
                <a:gd name="csX1" fmla="*/ 109772 w 494732"/>
                <a:gd name="csY1" fmla="*/ 388698 h 406400"/>
                <a:gd name="csX2" fmla="*/ 145141 w 494732"/>
                <a:gd name="csY2" fmla="*/ 401114 h 406400"/>
                <a:gd name="csX3" fmla="*/ 241604 w 494732"/>
                <a:gd name="csY3" fmla="*/ 261679 h 406400"/>
                <a:gd name="csX4" fmla="*/ 494728 w 494732"/>
                <a:gd name="csY4" fmla="*/ -13 h 406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94732" h="406400">
                  <a:moveTo>
                    <a:pt x="-4" y="261483"/>
                  </a:moveTo>
                  <a:cubicBezTo>
                    <a:pt x="-4" y="261483"/>
                    <a:pt x="90743" y="372469"/>
                    <a:pt x="109772" y="388698"/>
                  </a:cubicBezTo>
                  <a:cubicBezTo>
                    <a:pt x="128886" y="404937"/>
                    <a:pt x="138934" y="412100"/>
                    <a:pt x="145141" y="401114"/>
                  </a:cubicBezTo>
                  <a:cubicBezTo>
                    <a:pt x="151347" y="390136"/>
                    <a:pt x="228209" y="282687"/>
                    <a:pt x="241604" y="261679"/>
                  </a:cubicBezTo>
                  <a:cubicBezTo>
                    <a:pt x="255000" y="240663"/>
                    <a:pt x="494728" y="-13"/>
                    <a:pt x="494728" y="-13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564501257">
                    <a:custGeom>
                      <a:avLst/>
                      <a:gdLst>
                        <a:gd name="csX0" fmla="*/ -4 w 494732"/>
                        <a:gd name="csY0" fmla="*/ 261483 h 406400"/>
                        <a:gd name="csX1" fmla="*/ 109772 w 494732"/>
                        <a:gd name="csY1" fmla="*/ 388698 h 406400"/>
                        <a:gd name="csX2" fmla="*/ 145141 w 494732"/>
                        <a:gd name="csY2" fmla="*/ 401114 h 406400"/>
                        <a:gd name="csX3" fmla="*/ 241604 w 494732"/>
                        <a:gd name="csY3" fmla="*/ 261679 h 406400"/>
                        <a:gd name="csX4" fmla="*/ 494728 w 494732"/>
                        <a:gd name="csY4" fmla="*/ -13 h 40640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</a:cxnLst>
                      <a:rect l="l" t="t" r="r" b="b"/>
                      <a:pathLst>
                        <a:path w="494732" h="406400" extrusionOk="0">
                          <a:moveTo>
                            <a:pt x="-4" y="261483"/>
                          </a:moveTo>
                          <a:cubicBezTo>
                            <a:pt x="5470" y="260302"/>
                            <a:pt x="87312" y="367598"/>
                            <a:pt x="109772" y="388698"/>
                          </a:cubicBezTo>
                          <a:cubicBezTo>
                            <a:pt x="131279" y="402906"/>
                            <a:pt x="137704" y="411133"/>
                            <a:pt x="145141" y="401114"/>
                          </a:cubicBezTo>
                          <a:cubicBezTo>
                            <a:pt x="152954" y="385454"/>
                            <a:pt x="226617" y="287889"/>
                            <a:pt x="241604" y="261679"/>
                          </a:cubicBezTo>
                          <a:cubicBezTo>
                            <a:pt x="255000" y="240663"/>
                            <a:pt x="494727" y="-13"/>
                            <a:pt x="494728" y="-13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52" name="フリーフォーム: 図形 351">
              <a:extLst>
                <a:ext uri="{FF2B5EF4-FFF2-40B4-BE49-F238E27FC236}">
                  <a16:creationId xmlns:a16="http://schemas.microsoft.com/office/drawing/2014/main" id="{2AC588CC-1E99-E9F7-FDCA-C816D0C3C58A}"/>
                </a:ext>
              </a:extLst>
            </p:cNvPr>
            <p:cNvSpPr/>
            <p:nvPr/>
          </p:nvSpPr>
          <p:spPr>
            <a:xfrm>
              <a:off x="9102413" y="3232689"/>
              <a:ext cx="100464" cy="47417"/>
            </a:xfrm>
            <a:custGeom>
              <a:avLst/>
              <a:gdLst>
                <a:gd name="csX0" fmla="*/ 4 w 100464"/>
                <a:gd name="csY0" fmla="*/ 9604 h 47417"/>
                <a:gd name="csX1" fmla="*/ 26304 w 100464"/>
                <a:gd name="csY1" fmla="*/ 1012 h 47417"/>
                <a:gd name="csX2" fmla="*/ 100468 w 100464"/>
                <a:gd name="csY2" fmla="*/ 47397 h 474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0464" h="47417">
                  <a:moveTo>
                    <a:pt x="4" y="9604"/>
                  </a:moveTo>
                  <a:cubicBezTo>
                    <a:pt x="4" y="9604"/>
                    <a:pt x="16256" y="-3767"/>
                    <a:pt x="26304" y="1012"/>
                  </a:cubicBezTo>
                  <a:cubicBezTo>
                    <a:pt x="36350" y="5782"/>
                    <a:pt x="100468" y="47397"/>
                    <a:pt x="100468" y="47397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127819692">
                    <a:custGeom>
                      <a:avLst/>
                      <a:gdLst>
                        <a:gd name="csX0" fmla="*/ 4 w 100464"/>
                        <a:gd name="csY0" fmla="*/ 9604 h 47417"/>
                        <a:gd name="csX1" fmla="*/ 26304 w 100464"/>
                        <a:gd name="csY1" fmla="*/ 1012 h 47417"/>
                        <a:gd name="csX2" fmla="*/ 100468 w 100464"/>
                        <a:gd name="csY2" fmla="*/ 47397 h 47417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</a:cxnLst>
                      <a:rect l="l" t="t" r="r" b="b"/>
                      <a:pathLst>
                        <a:path w="100464" h="47417" extrusionOk="0">
                          <a:moveTo>
                            <a:pt x="4" y="9604"/>
                          </a:moveTo>
                          <a:cubicBezTo>
                            <a:pt x="-2368" y="10696"/>
                            <a:pt x="14713" y="-1559"/>
                            <a:pt x="26304" y="1012"/>
                          </a:cubicBezTo>
                          <a:cubicBezTo>
                            <a:pt x="36351" y="5782"/>
                            <a:pt x="100468" y="47398"/>
                            <a:pt x="100468" y="47397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53" name="フリーフォーム: 図形 352">
              <a:extLst>
                <a:ext uri="{FF2B5EF4-FFF2-40B4-BE49-F238E27FC236}">
                  <a16:creationId xmlns:a16="http://schemas.microsoft.com/office/drawing/2014/main" id="{88C7D58D-94AE-9E3C-88C0-BB9446E2222F}"/>
                </a:ext>
              </a:extLst>
            </p:cNvPr>
            <p:cNvSpPr/>
            <p:nvPr/>
          </p:nvSpPr>
          <p:spPr>
            <a:xfrm>
              <a:off x="8752007" y="3659213"/>
              <a:ext cx="32753" cy="52549"/>
            </a:xfrm>
            <a:custGeom>
              <a:avLst/>
              <a:gdLst>
                <a:gd name="csX0" fmla="*/ -9 w 32753"/>
                <a:gd name="csY0" fmla="*/ 50995 h 52549"/>
                <a:gd name="csX1" fmla="*/ 19023 w 32753"/>
                <a:gd name="csY1" fmla="*/ 42966 h 52549"/>
                <a:gd name="csX2" fmla="*/ 32745 w 32753"/>
                <a:gd name="csY2" fmla="*/ -5 h 525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2753" h="52549">
                  <a:moveTo>
                    <a:pt x="-9" y="50995"/>
                  </a:moveTo>
                  <a:cubicBezTo>
                    <a:pt x="-9" y="50995"/>
                    <a:pt x="6851" y="57774"/>
                    <a:pt x="19023" y="42966"/>
                  </a:cubicBezTo>
                  <a:cubicBezTo>
                    <a:pt x="31192" y="28165"/>
                    <a:pt x="32745" y="-5"/>
                    <a:pt x="32745" y="-5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3987717849">
                    <a:custGeom>
                      <a:avLst/>
                      <a:gdLst>
                        <a:gd name="csX0" fmla="*/ -9 w 32753"/>
                        <a:gd name="csY0" fmla="*/ 50995 h 52549"/>
                        <a:gd name="csX1" fmla="*/ 19023 w 32753"/>
                        <a:gd name="csY1" fmla="*/ 42966 h 52549"/>
                        <a:gd name="csX2" fmla="*/ 32745 w 32753"/>
                        <a:gd name="csY2" fmla="*/ -5 h 52549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</a:cxnLst>
                      <a:rect l="l" t="t" r="r" b="b"/>
                      <a:pathLst>
                        <a:path w="32753" h="52549" extrusionOk="0">
                          <a:moveTo>
                            <a:pt x="-9" y="50995"/>
                          </a:moveTo>
                          <a:cubicBezTo>
                            <a:pt x="-542" y="48753"/>
                            <a:pt x="5200" y="59230"/>
                            <a:pt x="19023" y="42966"/>
                          </a:cubicBezTo>
                          <a:cubicBezTo>
                            <a:pt x="31192" y="28165"/>
                            <a:pt x="32745" y="-6"/>
                            <a:pt x="32745" y="-5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54" name="フリーフォーム: 図形 353">
              <a:extLst>
                <a:ext uri="{FF2B5EF4-FFF2-40B4-BE49-F238E27FC236}">
                  <a16:creationId xmlns:a16="http://schemas.microsoft.com/office/drawing/2014/main" id="{64A3AB10-4068-1F7D-7510-19243CAC9E84}"/>
                </a:ext>
              </a:extLst>
            </p:cNvPr>
            <p:cNvSpPr/>
            <p:nvPr/>
          </p:nvSpPr>
          <p:spPr>
            <a:xfrm>
              <a:off x="8125824" y="3392862"/>
              <a:ext cx="485616" cy="448589"/>
            </a:xfrm>
            <a:custGeom>
              <a:avLst/>
              <a:gdLst>
                <a:gd name="csX0" fmla="*/ 10053 w 485616"/>
                <a:gd name="csY0" fmla="*/ 151731 h 448589"/>
                <a:gd name="csX1" fmla="*/ 3355 w 485616"/>
                <a:gd name="csY1" fmla="*/ 70550 h 448589"/>
                <a:gd name="csX2" fmla="*/ 94100 w 485616"/>
                <a:gd name="csY2" fmla="*/ 828 h 448589"/>
                <a:gd name="csX3" fmla="*/ 319536 w 485616"/>
                <a:gd name="csY3" fmla="*/ 92513 h 448589"/>
                <a:gd name="csX4" fmla="*/ 468520 w 485616"/>
                <a:gd name="csY4" fmla="*/ 279706 h 448589"/>
                <a:gd name="csX5" fmla="*/ 467538 w 485616"/>
                <a:gd name="csY5" fmla="*/ 421060 h 448589"/>
                <a:gd name="csX6" fmla="*/ 366256 w 485616"/>
                <a:gd name="csY6" fmla="*/ 445891 h 448589"/>
                <a:gd name="csX7" fmla="*/ 211554 w 485616"/>
                <a:gd name="csY7" fmla="*/ 379992 h 448589"/>
                <a:gd name="csX8" fmla="*/ 100798 w 485616"/>
                <a:gd name="csY8" fmla="*/ 292121 h 4485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85616" h="448589">
                  <a:moveTo>
                    <a:pt x="10053" y="151731"/>
                  </a:moveTo>
                  <a:cubicBezTo>
                    <a:pt x="10053" y="151731"/>
                    <a:pt x="-7099" y="112573"/>
                    <a:pt x="3355" y="70550"/>
                  </a:cubicBezTo>
                  <a:cubicBezTo>
                    <a:pt x="13892" y="28525"/>
                    <a:pt x="23448" y="-5861"/>
                    <a:pt x="94100" y="828"/>
                  </a:cubicBezTo>
                  <a:cubicBezTo>
                    <a:pt x="164752" y="7509"/>
                    <a:pt x="221111" y="3687"/>
                    <a:pt x="319536" y="92513"/>
                  </a:cubicBezTo>
                  <a:cubicBezTo>
                    <a:pt x="417877" y="181340"/>
                    <a:pt x="448427" y="212852"/>
                    <a:pt x="468520" y="279706"/>
                  </a:cubicBezTo>
                  <a:cubicBezTo>
                    <a:pt x="488531" y="346568"/>
                    <a:pt x="494249" y="387637"/>
                    <a:pt x="467538" y="421060"/>
                  </a:cubicBezTo>
                  <a:cubicBezTo>
                    <a:pt x="440829" y="454492"/>
                    <a:pt x="394027" y="449713"/>
                    <a:pt x="366256" y="445891"/>
                  </a:cubicBezTo>
                  <a:cubicBezTo>
                    <a:pt x="338568" y="442076"/>
                    <a:pt x="288007" y="431564"/>
                    <a:pt x="211554" y="379992"/>
                  </a:cubicBezTo>
                  <a:cubicBezTo>
                    <a:pt x="135184" y="328419"/>
                    <a:pt x="100798" y="292121"/>
                    <a:pt x="100798" y="292121"/>
                  </a:cubicBezTo>
                </a:path>
              </a:pathLst>
            </a:custGeom>
            <a:noFill/>
            <a:ln w="6350" cap="sq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92773112">
                    <a:custGeom>
                      <a:avLst/>
                      <a:gdLst>
                        <a:gd name="csX0" fmla="*/ 10053 w 485616"/>
                        <a:gd name="csY0" fmla="*/ 151731 h 448589"/>
                        <a:gd name="csX1" fmla="*/ 3355 w 485616"/>
                        <a:gd name="csY1" fmla="*/ 70550 h 448589"/>
                        <a:gd name="csX2" fmla="*/ 94100 w 485616"/>
                        <a:gd name="csY2" fmla="*/ 828 h 448589"/>
                        <a:gd name="csX3" fmla="*/ 319536 w 485616"/>
                        <a:gd name="csY3" fmla="*/ 92513 h 448589"/>
                        <a:gd name="csX4" fmla="*/ 468520 w 485616"/>
                        <a:gd name="csY4" fmla="*/ 279706 h 448589"/>
                        <a:gd name="csX5" fmla="*/ 467538 w 485616"/>
                        <a:gd name="csY5" fmla="*/ 421060 h 448589"/>
                        <a:gd name="csX6" fmla="*/ 366256 w 485616"/>
                        <a:gd name="csY6" fmla="*/ 445891 h 448589"/>
                        <a:gd name="csX7" fmla="*/ 211554 w 485616"/>
                        <a:gd name="csY7" fmla="*/ 379992 h 448589"/>
                        <a:gd name="csX8" fmla="*/ 100798 w 485616"/>
                        <a:gd name="csY8" fmla="*/ 292121 h 448589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</a:cxnLst>
                      <a:rect l="l" t="t" r="r" b="b"/>
                      <a:pathLst>
                        <a:path w="485616" h="448589" extrusionOk="0">
                          <a:moveTo>
                            <a:pt x="10053" y="151731"/>
                          </a:moveTo>
                          <a:cubicBezTo>
                            <a:pt x="20666" y="148909"/>
                            <a:pt x="-13504" y="104312"/>
                            <a:pt x="3355" y="70550"/>
                          </a:cubicBezTo>
                          <a:cubicBezTo>
                            <a:pt x="9154" y="25090"/>
                            <a:pt x="24584" y="2646"/>
                            <a:pt x="94100" y="828"/>
                          </a:cubicBezTo>
                          <a:cubicBezTo>
                            <a:pt x="171979" y="10813"/>
                            <a:pt x="224832" y="13780"/>
                            <a:pt x="319536" y="92513"/>
                          </a:cubicBezTo>
                          <a:cubicBezTo>
                            <a:pt x="418551" y="176269"/>
                            <a:pt x="447248" y="214970"/>
                            <a:pt x="468520" y="279706"/>
                          </a:cubicBezTo>
                          <a:cubicBezTo>
                            <a:pt x="491930" y="336210"/>
                            <a:pt x="491775" y="383791"/>
                            <a:pt x="467538" y="421060"/>
                          </a:cubicBezTo>
                          <a:cubicBezTo>
                            <a:pt x="442901" y="452181"/>
                            <a:pt x="399101" y="443371"/>
                            <a:pt x="366256" y="445891"/>
                          </a:cubicBezTo>
                          <a:cubicBezTo>
                            <a:pt x="332402" y="434228"/>
                            <a:pt x="292181" y="430550"/>
                            <a:pt x="211554" y="379992"/>
                          </a:cubicBezTo>
                          <a:cubicBezTo>
                            <a:pt x="135184" y="328419"/>
                            <a:pt x="100798" y="292121"/>
                            <a:pt x="100798" y="292121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55" name="フリーフォーム: 図形 354">
              <a:extLst>
                <a:ext uri="{FF2B5EF4-FFF2-40B4-BE49-F238E27FC236}">
                  <a16:creationId xmlns:a16="http://schemas.microsoft.com/office/drawing/2014/main" id="{DF1101C6-DA87-C421-E4CC-952E390B11D5}"/>
                </a:ext>
              </a:extLst>
            </p:cNvPr>
            <p:cNvSpPr/>
            <p:nvPr/>
          </p:nvSpPr>
          <p:spPr>
            <a:xfrm>
              <a:off x="6071371" y="3011414"/>
              <a:ext cx="105773" cy="241435"/>
            </a:xfrm>
            <a:custGeom>
              <a:avLst/>
              <a:gdLst>
                <a:gd name="csX0" fmla="*/ -99 w 105773"/>
                <a:gd name="csY0" fmla="*/ -24 h 241435"/>
                <a:gd name="csX1" fmla="*/ 105675 w 105773"/>
                <a:gd name="csY1" fmla="*/ 241411 h 2414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5773" h="241435">
                  <a:moveTo>
                    <a:pt x="-99" y="-24"/>
                  </a:moveTo>
                  <a:lnTo>
                    <a:pt x="105675" y="241411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321151788">
                    <a:custGeom>
                      <a:avLst/>
                      <a:gdLst>
                        <a:gd name="csX0" fmla="*/ -99 w 105773"/>
                        <a:gd name="csY0" fmla="*/ -24 h 241435"/>
                        <a:gd name="csX1" fmla="*/ 105675 w 105773"/>
                        <a:gd name="csY1" fmla="*/ 241411 h 241435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105773" h="241435" extrusionOk="0">
                          <a:moveTo>
                            <a:pt x="-99" y="-24"/>
                          </a:moveTo>
                          <a:cubicBezTo>
                            <a:pt x="39980" y="81994"/>
                            <a:pt x="52907" y="168382"/>
                            <a:pt x="105675" y="241411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56" name="フリーフォーム: 図形 355">
              <a:extLst>
                <a:ext uri="{FF2B5EF4-FFF2-40B4-BE49-F238E27FC236}">
                  <a16:creationId xmlns:a16="http://schemas.microsoft.com/office/drawing/2014/main" id="{57517F7A-0EE0-2661-DECC-79E9908D2163}"/>
                </a:ext>
              </a:extLst>
            </p:cNvPr>
            <p:cNvSpPr/>
            <p:nvPr/>
          </p:nvSpPr>
          <p:spPr>
            <a:xfrm>
              <a:off x="9561612" y="4501237"/>
              <a:ext cx="143756" cy="43216"/>
            </a:xfrm>
            <a:custGeom>
              <a:avLst/>
              <a:gdLst>
                <a:gd name="csX0" fmla="*/ 21 w 143756"/>
                <a:gd name="csY0" fmla="*/ 23 h 43216"/>
                <a:gd name="csX1" fmla="*/ 105305 w 143756"/>
                <a:gd name="csY1" fmla="*/ 27026 h 43216"/>
                <a:gd name="csX2" fmla="*/ 143777 w 143756"/>
                <a:gd name="csY2" fmla="*/ 43239 h 432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43756" h="43216">
                  <a:moveTo>
                    <a:pt x="21" y="23"/>
                  </a:moveTo>
                  <a:lnTo>
                    <a:pt x="105305" y="27026"/>
                  </a:lnTo>
                  <a:lnTo>
                    <a:pt x="143777" y="43239"/>
                  </a:lnTo>
                </a:path>
              </a:pathLst>
            </a:custGeom>
            <a:solidFill>
              <a:srgbClr val="FFD5D5">
                <a:alpha val="50000"/>
              </a:srgbClr>
            </a:solidFill>
            <a:ln w="6350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801395702">
                    <a:custGeom>
                      <a:avLst/>
                      <a:gdLst>
                        <a:gd name="csX0" fmla="*/ 21 w 143756"/>
                        <a:gd name="csY0" fmla="*/ 23 h 43216"/>
                        <a:gd name="csX1" fmla="*/ 105305 w 143756"/>
                        <a:gd name="csY1" fmla="*/ 27026 h 43216"/>
                        <a:gd name="csX2" fmla="*/ 143777 w 143756"/>
                        <a:gd name="csY2" fmla="*/ 43239 h 43216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</a:cxnLst>
                      <a:rect l="l" t="t" r="r" b="b"/>
                      <a:pathLst>
                        <a:path w="143756" h="43216" fill="none" extrusionOk="0">
                          <a:moveTo>
                            <a:pt x="21" y="23"/>
                          </a:moveTo>
                          <a:cubicBezTo>
                            <a:pt x="26583" y="2905"/>
                            <a:pt x="53288" y="22376"/>
                            <a:pt x="105305" y="27026"/>
                          </a:cubicBezTo>
                          <a:cubicBezTo>
                            <a:pt x="119543" y="28015"/>
                            <a:pt x="134514" y="42836"/>
                            <a:pt x="143777" y="43239"/>
                          </a:cubicBezTo>
                        </a:path>
                        <a:path w="143756" h="43216" stroke="0" extrusionOk="0">
                          <a:moveTo>
                            <a:pt x="21" y="23"/>
                          </a:moveTo>
                          <a:cubicBezTo>
                            <a:pt x="36223" y="3415"/>
                            <a:pt x="83115" y="25536"/>
                            <a:pt x="105305" y="27026"/>
                          </a:cubicBezTo>
                          <a:cubicBezTo>
                            <a:pt x="118668" y="30049"/>
                            <a:pt x="128519" y="41228"/>
                            <a:pt x="143777" y="43239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57" name="フリーフォーム: 図形 356">
              <a:extLst>
                <a:ext uri="{FF2B5EF4-FFF2-40B4-BE49-F238E27FC236}">
                  <a16:creationId xmlns:a16="http://schemas.microsoft.com/office/drawing/2014/main" id="{8F3A3383-A667-A1CB-68E3-F5DFF8B11A63}"/>
                </a:ext>
              </a:extLst>
            </p:cNvPr>
            <p:cNvSpPr/>
            <p:nvPr/>
          </p:nvSpPr>
          <p:spPr>
            <a:xfrm>
              <a:off x="9509338" y="4537690"/>
              <a:ext cx="188597" cy="65507"/>
            </a:xfrm>
            <a:custGeom>
              <a:avLst/>
              <a:gdLst>
                <a:gd name="csX0" fmla="*/ 103 w 188597"/>
                <a:gd name="csY0" fmla="*/ 4779 h 65507"/>
                <a:gd name="csX1" fmla="*/ 31303 w 188597"/>
                <a:gd name="csY1" fmla="*/ 33 h 65507"/>
                <a:gd name="csX2" fmla="*/ 172445 w 188597"/>
                <a:gd name="csY2" fmla="*/ 52055 h 65507"/>
                <a:gd name="csX3" fmla="*/ 188617 w 188597"/>
                <a:gd name="csY3" fmla="*/ 65532 h 655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8597" h="65507">
                  <a:moveTo>
                    <a:pt x="103" y="4779"/>
                  </a:moveTo>
                  <a:cubicBezTo>
                    <a:pt x="103" y="4779"/>
                    <a:pt x="-3165" y="711"/>
                    <a:pt x="31303" y="33"/>
                  </a:cubicBezTo>
                  <a:cubicBezTo>
                    <a:pt x="65689" y="-645"/>
                    <a:pt x="156190" y="38496"/>
                    <a:pt x="172445" y="52055"/>
                  </a:cubicBezTo>
                  <a:cubicBezTo>
                    <a:pt x="188617" y="65532"/>
                    <a:pt x="188617" y="65532"/>
                    <a:pt x="188617" y="65532"/>
                  </a:cubicBez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954266580">
                    <a:custGeom>
                      <a:avLst/>
                      <a:gdLst>
                        <a:gd name="csX0" fmla="*/ 103 w 188597"/>
                        <a:gd name="csY0" fmla="*/ 4779 h 65507"/>
                        <a:gd name="csX1" fmla="*/ 31303 w 188597"/>
                        <a:gd name="csY1" fmla="*/ 33 h 65507"/>
                        <a:gd name="csX2" fmla="*/ 172445 w 188597"/>
                        <a:gd name="csY2" fmla="*/ 52055 h 65507"/>
                        <a:gd name="csX3" fmla="*/ 188617 w 188597"/>
                        <a:gd name="csY3" fmla="*/ 65532 h 65507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</a:cxnLst>
                      <a:rect l="l" t="t" r="r" b="b"/>
                      <a:pathLst>
                        <a:path w="188597" h="65507" extrusionOk="0">
                          <a:moveTo>
                            <a:pt x="103" y="4779"/>
                          </a:moveTo>
                          <a:cubicBezTo>
                            <a:pt x="782" y="3924"/>
                            <a:pt x="-3657" y="1415"/>
                            <a:pt x="31303" y="33"/>
                          </a:cubicBezTo>
                          <a:cubicBezTo>
                            <a:pt x="64084" y="-1188"/>
                            <a:pt x="155384" y="39800"/>
                            <a:pt x="172445" y="52055"/>
                          </a:cubicBezTo>
                          <a:cubicBezTo>
                            <a:pt x="188617" y="65532"/>
                            <a:pt x="188617" y="65532"/>
                            <a:pt x="188617" y="65532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58" name="フリーフォーム: 図形 357">
              <a:extLst>
                <a:ext uri="{FF2B5EF4-FFF2-40B4-BE49-F238E27FC236}">
                  <a16:creationId xmlns:a16="http://schemas.microsoft.com/office/drawing/2014/main" id="{4C540ABF-A7F2-D010-4709-2E8CD9B21060}"/>
                </a:ext>
              </a:extLst>
            </p:cNvPr>
            <p:cNvSpPr/>
            <p:nvPr/>
          </p:nvSpPr>
          <p:spPr>
            <a:xfrm>
              <a:off x="9449386" y="4570519"/>
              <a:ext cx="156743" cy="107005"/>
            </a:xfrm>
            <a:custGeom>
              <a:avLst/>
              <a:gdLst>
                <a:gd name="csX0" fmla="*/ 17 w 156743"/>
                <a:gd name="csY0" fmla="*/ 441 h 107005"/>
                <a:gd name="csX1" fmla="*/ 48699 w 156743"/>
                <a:gd name="csY1" fmla="*/ 10406 h 107005"/>
                <a:gd name="csX2" fmla="*/ 139200 w 156743"/>
                <a:gd name="csY2" fmla="*/ 80650 h 107005"/>
                <a:gd name="csX3" fmla="*/ 156760 w 156743"/>
                <a:gd name="csY3" fmla="*/ 107032 h 1070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6743" h="107005">
                  <a:moveTo>
                    <a:pt x="17" y="441"/>
                  </a:moveTo>
                  <a:cubicBezTo>
                    <a:pt x="17" y="441"/>
                    <a:pt x="30403" y="-3080"/>
                    <a:pt x="48699" y="10406"/>
                  </a:cubicBezTo>
                  <a:cubicBezTo>
                    <a:pt x="66912" y="23964"/>
                    <a:pt x="122292" y="54349"/>
                    <a:pt x="139200" y="80650"/>
                  </a:cubicBezTo>
                  <a:cubicBezTo>
                    <a:pt x="156025" y="107032"/>
                    <a:pt x="156760" y="107032"/>
                    <a:pt x="156760" y="107032"/>
                  </a:cubicBez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436500902">
                    <a:custGeom>
                      <a:avLst/>
                      <a:gdLst>
                        <a:gd name="csX0" fmla="*/ 17 w 156743"/>
                        <a:gd name="csY0" fmla="*/ 441 h 107005"/>
                        <a:gd name="csX1" fmla="*/ 48699 w 156743"/>
                        <a:gd name="csY1" fmla="*/ 10406 h 107005"/>
                        <a:gd name="csX2" fmla="*/ 139200 w 156743"/>
                        <a:gd name="csY2" fmla="*/ 80650 h 107005"/>
                        <a:gd name="csX3" fmla="*/ 156760 w 156743"/>
                        <a:gd name="csY3" fmla="*/ 107032 h 107005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</a:cxnLst>
                      <a:rect l="l" t="t" r="r" b="b"/>
                      <a:pathLst>
                        <a:path w="156743" h="107005" extrusionOk="0">
                          <a:moveTo>
                            <a:pt x="17" y="441"/>
                          </a:moveTo>
                          <a:cubicBezTo>
                            <a:pt x="-972" y="-393"/>
                            <a:pt x="35397" y="-3095"/>
                            <a:pt x="48699" y="10406"/>
                          </a:cubicBezTo>
                          <a:cubicBezTo>
                            <a:pt x="71743" y="30774"/>
                            <a:pt x="128774" y="57200"/>
                            <a:pt x="139200" y="80650"/>
                          </a:cubicBezTo>
                          <a:cubicBezTo>
                            <a:pt x="156025" y="107032"/>
                            <a:pt x="156760" y="107032"/>
                            <a:pt x="156760" y="107032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59" name="フリーフォーム: 図形 358">
              <a:extLst>
                <a:ext uri="{FF2B5EF4-FFF2-40B4-BE49-F238E27FC236}">
                  <a16:creationId xmlns:a16="http://schemas.microsoft.com/office/drawing/2014/main" id="{01FD7F2D-058F-3C80-D111-E7BDA32EDB83}"/>
                </a:ext>
              </a:extLst>
            </p:cNvPr>
            <p:cNvSpPr/>
            <p:nvPr/>
          </p:nvSpPr>
          <p:spPr>
            <a:xfrm>
              <a:off x="9380775" y="4588280"/>
              <a:ext cx="169974" cy="118894"/>
            </a:xfrm>
            <a:custGeom>
              <a:avLst/>
              <a:gdLst>
                <a:gd name="csX0" fmla="*/ 15 w 169974"/>
                <a:gd name="csY0" fmla="*/ 1222 h 118894"/>
                <a:gd name="csX1" fmla="*/ 97049 w 169974"/>
                <a:gd name="csY1" fmla="*/ 28421 h 118894"/>
                <a:gd name="csX2" fmla="*/ 169989 w 169974"/>
                <a:gd name="csY2" fmla="*/ 118922 h 1188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69974" h="118894">
                  <a:moveTo>
                    <a:pt x="15" y="1222"/>
                  </a:moveTo>
                  <a:cubicBezTo>
                    <a:pt x="15" y="1222"/>
                    <a:pt x="61192" y="-8661"/>
                    <a:pt x="97049" y="28421"/>
                  </a:cubicBezTo>
                  <a:cubicBezTo>
                    <a:pt x="132826" y="65586"/>
                    <a:pt x="169989" y="118922"/>
                    <a:pt x="169989" y="118922"/>
                  </a:cubicBez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478879255">
                    <a:custGeom>
                      <a:avLst/>
                      <a:gdLst>
                        <a:gd name="csX0" fmla="*/ 15 w 169974"/>
                        <a:gd name="csY0" fmla="*/ 1222 h 118894"/>
                        <a:gd name="csX1" fmla="*/ 97049 w 169974"/>
                        <a:gd name="csY1" fmla="*/ 28421 h 118894"/>
                        <a:gd name="csX2" fmla="*/ 169989 w 169974"/>
                        <a:gd name="csY2" fmla="*/ 118922 h 118894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</a:cxnLst>
                      <a:rect l="l" t="t" r="r" b="b"/>
                      <a:pathLst>
                        <a:path w="169974" h="118894" extrusionOk="0">
                          <a:moveTo>
                            <a:pt x="15" y="1222"/>
                          </a:moveTo>
                          <a:cubicBezTo>
                            <a:pt x="-331" y="2284"/>
                            <a:pt x="66028" y="-16501"/>
                            <a:pt x="97049" y="28421"/>
                          </a:cubicBezTo>
                          <a:cubicBezTo>
                            <a:pt x="132826" y="65587"/>
                            <a:pt x="169990" y="118922"/>
                            <a:pt x="169989" y="118922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60" name="フリーフォーム: 図形 359">
              <a:extLst>
                <a:ext uri="{FF2B5EF4-FFF2-40B4-BE49-F238E27FC236}">
                  <a16:creationId xmlns:a16="http://schemas.microsoft.com/office/drawing/2014/main" id="{022EE85F-F342-52E5-DA2C-5DEA5537BC5F}"/>
                </a:ext>
              </a:extLst>
            </p:cNvPr>
            <p:cNvSpPr/>
            <p:nvPr/>
          </p:nvSpPr>
          <p:spPr>
            <a:xfrm>
              <a:off x="6398171" y="2184125"/>
              <a:ext cx="100982" cy="123515"/>
            </a:xfrm>
            <a:custGeom>
              <a:avLst/>
              <a:gdLst>
                <a:gd name="csX0" fmla="*/ 100132 w 100982"/>
                <a:gd name="csY0" fmla="*/ 123461 h 123515"/>
                <a:gd name="csX1" fmla="*/ 91802 w 100982"/>
                <a:gd name="csY1" fmla="*/ 95845 h 123515"/>
                <a:gd name="csX2" fmla="*/ 39117 w 100982"/>
                <a:gd name="csY2" fmla="*/ 31008 h 123515"/>
                <a:gd name="csX3" fmla="*/ -88 w 100982"/>
                <a:gd name="csY3" fmla="*/ -54 h 1235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0982" h="123515">
                  <a:moveTo>
                    <a:pt x="100132" y="123461"/>
                  </a:moveTo>
                  <a:cubicBezTo>
                    <a:pt x="100132" y="123461"/>
                    <a:pt x="104624" y="117457"/>
                    <a:pt x="91802" y="95845"/>
                  </a:cubicBezTo>
                  <a:cubicBezTo>
                    <a:pt x="78977" y="74233"/>
                    <a:pt x="60028" y="52620"/>
                    <a:pt x="39117" y="31008"/>
                  </a:cubicBezTo>
                  <a:cubicBezTo>
                    <a:pt x="18208" y="9404"/>
                    <a:pt x="-88" y="-54"/>
                    <a:pt x="-88" y="-54"/>
                  </a:cubicBez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82016867">
                    <a:custGeom>
                      <a:avLst/>
                      <a:gdLst>
                        <a:gd name="csX0" fmla="*/ 100132 w 100982"/>
                        <a:gd name="csY0" fmla="*/ 123461 h 123515"/>
                        <a:gd name="csX1" fmla="*/ 91802 w 100982"/>
                        <a:gd name="csY1" fmla="*/ 95845 h 123515"/>
                        <a:gd name="csX2" fmla="*/ 39117 w 100982"/>
                        <a:gd name="csY2" fmla="*/ 31008 h 123515"/>
                        <a:gd name="csX3" fmla="*/ -88 w 100982"/>
                        <a:gd name="csY3" fmla="*/ -54 h 123515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</a:cxnLst>
                      <a:rect l="l" t="t" r="r" b="b"/>
                      <a:pathLst>
                        <a:path w="100982" h="123515" extrusionOk="0">
                          <a:moveTo>
                            <a:pt x="100132" y="123461"/>
                          </a:moveTo>
                          <a:cubicBezTo>
                            <a:pt x="100475" y="123769"/>
                            <a:pt x="104589" y="117618"/>
                            <a:pt x="91802" y="95845"/>
                          </a:cubicBezTo>
                          <a:cubicBezTo>
                            <a:pt x="80962" y="68556"/>
                            <a:pt x="61493" y="53383"/>
                            <a:pt x="39117" y="31008"/>
                          </a:cubicBezTo>
                          <a:cubicBezTo>
                            <a:pt x="18207" y="9404"/>
                            <a:pt x="-89" y="-54"/>
                            <a:pt x="-88" y="-54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61" name="フリーフォーム: 図形 360">
              <a:extLst>
                <a:ext uri="{FF2B5EF4-FFF2-40B4-BE49-F238E27FC236}">
                  <a16:creationId xmlns:a16="http://schemas.microsoft.com/office/drawing/2014/main" id="{FBCCA387-2344-603D-CA1D-F5BF624A53D3}"/>
                </a:ext>
              </a:extLst>
            </p:cNvPr>
            <p:cNvSpPr/>
            <p:nvPr/>
          </p:nvSpPr>
          <p:spPr>
            <a:xfrm>
              <a:off x="6456325" y="2135501"/>
              <a:ext cx="91612" cy="137980"/>
            </a:xfrm>
            <a:custGeom>
              <a:avLst/>
              <a:gdLst>
                <a:gd name="csX0" fmla="*/ 89600 w 91612"/>
                <a:gd name="csY0" fmla="*/ 137925 h 137980"/>
                <a:gd name="csX1" fmla="*/ 84291 w 91612"/>
                <a:gd name="csY1" fmla="*/ 114075 h 137980"/>
                <a:gd name="csX2" fmla="*/ 40427 w 91612"/>
                <a:gd name="csY2" fmla="*/ 52619 h 137980"/>
                <a:gd name="csX3" fmla="*/ -86 w 91612"/>
                <a:gd name="csY3" fmla="*/ -56 h 1379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1612" h="137980">
                  <a:moveTo>
                    <a:pt x="89600" y="137925"/>
                  </a:moveTo>
                  <a:cubicBezTo>
                    <a:pt x="89600" y="137925"/>
                    <a:pt x="96460" y="129610"/>
                    <a:pt x="84291" y="114075"/>
                  </a:cubicBezTo>
                  <a:cubicBezTo>
                    <a:pt x="72119" y="98547"/>
                    <a:pt x="57255" y="70180"/>
                    <a:pt x="40427" y="52619"/>
                  </a:cubicBezTo>
                  <a:cubicBezTo>
                    <a:pt x="23520" y="35058"/>
                    <a:pt x="-86" y="-56"/>
                    <a:pt x="-86" y="-56"/>
                  </a:cubicBez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40409032">
                    <a:custGeom>
                      <a:avLst/>
                      <a:gdLst>
                        <a:gd name="csX0" fmla="*/ 89600 w 91612"/>
                        <a:gd name="csY0" fmla="*/ 137925 h 137980"/>
                        <a:gd name="csX1" fmla="*/ 84291 w 91612"/>
                        <a:gd name="csY1" fmla="*/ 114075 h 137980"/>
                        <a:gd name="csX2" fmla="*/ 40427 w 91612"/>
                        <a:gd name="csY2" fmla="*/ 52619 h 137980"/>
                        <a:gd name="csX3" fmla="*/ -86 w 91612"/>
                        <a:gd name="csY3" fmla="*/ -56 h 13798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</a:cxnLst>
                      <a:rect l="l" t="t" r="r" b="b"/>
                      <a:pathLst>
                        <a:path w="91612" h="137980" extrusionOk="0">
                          <a:moveTo>
                            <a:pt x="89600" y="137925"/>
                          </a:moveTo>
                          <a:cubicBezTo>
                            <a:pt x="91131" y="137659"/>
                            <a:pt x="97501" y="130041"/>
                            <a:pt x="84291" y="114075"/>
                          </a:cubicBezTo>
                          <a:cubicBezTo>
                            <a:pt x="71485" y="101211"/>
                            <a:pt x="56224" y="68651"/>
                            <a:pt x="40427" y="52619"/>
                          </a:cubicBezTo>
                          <a:cubicBezTo>
                            <a:pt x="23520" y="35058"/>
                            <a:pt x="-86" y="-56"/>
                            <a:pt x="-86" y="-56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62" name="フリーフォーム: 図形 361">
              <a:extLst>
                <a:ext uri="{FF2B5EF4-FFF2-40B4-BE49-F238E27FC236}">
                  <a16:creationId xmlns:a16="http://schemas.microsoft.com/office/drawing/2014/main" id="{77A51C08-00AB-2DEA-6F9A-1ECD0975F906}"/>
                </a:ext>
              </a:extLst>
            </p:cNvPr>
            <p:cNvSpPr/>
            <p:nvPr/>
          </p:nvSpPr>
          <p:spPr>
            <a:xfrm>
              <a:off x="6519137" y="2103760"/>
              <a:ext cx="79799" cy="135089"/>
            </a:xfrm>
            <a:custGeom>
              <a:avLst/>
              <a:gdLst>
                <a:gd name="csX0" fmla="*/ 79716 w 79799"/>
                <a:gd name="csY0" fmla="*/ 135032 h 135089"/>
                <a:gd name="csX1" fmla="*/ 42388 w 79799"/>
                <a:gd name="csY1" fmla="*/ 53296 h 135089"/>
                <a:gd name="csX2" fmla="*/ -84 w 79799"/>
                <a:gd name="csY2" fmla="*/ -57 h 1350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9799" h="135089">
                  <a:moveTo>
                    <a:pt x="79716" y="135032"/>
                  </a:moveTo>
                  <a:cubicBezTo>
                    <a:pt x="70815" y="100572"/>
                    <a:pt x="55948" y="72204"/>
                    <a:pt x="42388" y="53296"/>
                  </a:cubicBezTo>
                  <a:cubicBezTo>
                    <a:pt x="28913" y="34387"/>
                    <a:pt x="-84" y="-57"/>
                    <a:pt x="-84" y="-57"/>
                  </a:cubicBez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34388529">
                    <a:custGeom>
                      <a:avLst/>
                      <a:gdLst>
                        <a:gd name="csX0" fmla="*/ 79716 w 79799"/>
                        <a:gd name="csY0" fmla="*/ 135032 h 135089"/>
                        <a:gd name="csX1" fmla="*/ 42388 w 79799"/>
                        <a:gd name="csY1" fmla="*/ 53296 h 135089"/>
                        <a:gd name="csX2" fmla="*/ -84 w 79799"/>
                        <a:gd name="csY2" fmla="*/ -57 h 135089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</a:cxnLst>
                      <a:rect l="l" t="t" r="r" b="b"/>
                      <a:pathLst>
                        <a:path w="79799" h="135089" extrusionOk="0">
                          <a:moveTo>
                            <a:pt x="79716" y="135032"/>
                          </a:moveTo>
                          <a:cubicBezTo>
                            <a:pt x="72581" y="98253"/>
                            <a:pt x="54180" y="69483"/>
                            <a:pt x="42388" y="53296"/>
                          </a:cubicBezTo>
                          <a:cubicBezTo>
                            <a:pt x="28913" y="34387"/>
                            <a:pt x="-84" y="-57"/>
                            <a:pt x="-84" y="-57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63" name="フリーフォーム: 図形 362">
              <a:extLst>
                <a:ext uri="{FF2B5EF4-FFF2-40B4-BE49-F238E27FC236}">
                  <a16:creationId xmlns:a16="http://schemas.microsoft.com/office/drawing/2014/main" id="{8793A340-0FF0-3AA0-62A7-E497E7564429}"/>
                </a:ext>
              </a:extLst>
            </p:cNvPr>
            <p:cNvSpPr/>
            <p:nvPr/>
          </p:nvSpPr>
          <p:spPr>
            <a:xfrm>
              <a:off x="6608250" y="2104438"/>
              <a:ext cx="59871" cy="94290"/>
            </a:xfrm>
            <a:custGeom>
              <a:avLst/>
              <a:gdLst>
                <a:gd name="csX0" fmla="*/ 59790 w 59871"/>
                <a:gd name="csY0" fmla="*/ 94233 h 94290"/>
                <a:gd name="csX1" fmla="*/ 31693 w 59871"/>
                <a:gd name="csY1" fmla="*/ 60720 h 94290"/>
                <a:gd name="csX2" fmla="*/ -81 w 59871"/>
                <a:gd name="csY2" fmla="*/ -58 h 942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9871" h="94290">
                  <a:moveTo>
                    <a:pt x="59790" y="94233"/>
                  </a:moveTo>
                  <a:cubicBezTo>
                    <a:pt x="59790" y="94233"/>
                    <a:pt x="42473" y="84358"/>
                    <a:pt x="31693" y="60720"/>
                  </a:cubicBezTo>
                  <a:cubicBezTo>
                    <a:pt x="20830" y="37082"/>
                    <a:pt x="-81" y="-58"/>
                    <a:pt x="-81" y="-58"/>
                  </a:cubicBez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659570851">
                    <a:custGeom>
                      <a:avLst/>
                      <a:gdLst>
                        <a:gd name="csX0" fmla="*/ 59790 w 59871"/>
                        <a:gd name="csY0" fmla="*/ 94233 h 94290"/>
                        <a:gd name="csX1" fmla="*/ 31693 w 59871"/>
                        <a:gd name="csY1" fmla="*/ 60720 h 94290"/>
                        <a:gd name="csX2" fmla="*/ -81 w 59871"/>
                        <a:gd name="csY2" fmla="*/ -58 h 9429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</a:cxnLst>
                      <a:rect l="l" t="t" r="r" b="b"/>
                      <a:pathLst>
                        <a:path w="59871" h="94290" extrusionOk="0">
                          <a:moveTo>
                            <a:pt x="59790" y="94233"/>
                          </a:moveTo>
                          <a:cubicBezTo>
                            <a:pt x="59261" y="98285"/>
                            <a:pt x="47997" y="84705"/>
                            <a:pt x="31693" y="60720"/>
                          </a:cubicBezTo>
                          <a:cubicBezTo>
                            <a:pt x="20829" y="37082"/>
                            <a:pt x="-80" y="-59"/>
                            <a:pt x="-81" y="-58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64" name="フリーフォーム: 図形 363">
              <a:extLst>
                <a:ext uri="{FF2B5EF4-FFF2-40B4-BE49-F238E27FC236}">
                  <a16:creationId xmlns:a16="http://schemas.microsoft.com/office/drawing/2014/main" id="{74707B5D-8F2D-5E20-5509-AD49F72F1DE4}"/>
                </a:ext>
              </a:extLst>
            </p:cNvPr>
            <p:cNvSpPr/>
            <p:nvPr/>
          </p:nvSpPr>
          <p:spPr>
            <a:xfrm>
              <a:off x="6674410" y="2100379"/>
              <a:ext cx="59380" cy="73485"/>
            </a:xfrm>
            <a:custGeom>
              <a:avLst/>
              <a:gdLst>
                <a:gd name="csX0" fmla="*/ 59301 w 59380"/>
                <a:gd name="csY0" fmla="*/ 73355 h 73485"/>
                <a:gd name="csX1" fmla="*/ 28262 w 59380"/>
                <a:gd name="csY1" fmla="*/ 55320 h 73485"/>
                <a:gd name="csX2" fmla="*/ -79 w 59380"/>
                <a:gd name="csY2" fmla="*/ -58 h 734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9380" h="73485">
                  <a:moveTo>
                    <a:pt x="59301" y="73355"/>
                  </a:moveTo>
                  <a:cubicBezTo>
                    <a:pt x="59301" y="73355"/>
                    <a:pt x="37084" y="75585"/>
                    <a:pt x="28262" y="55320"/>
                  </a:cubicBezTo>
                  <a:cubicBezTo>
                    <a:pt x="19523" y="35064"/>
                    <a:pt x="-79" y="-58"/>
                    <a:pt x="-79" y="-58"/>
                  </a:cubicBez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977288898">
                    <a:custGeom>
                      <a:avLst/>
                      <a:gdLst>
                        <a:gd name="csX0" fmla="*/ 59301 w 59380"/>
                        <a:gd name="csY0" fmla="*/ 73355 h 73485"/>
                        <a:gd name="csX1" fmla="*/ 28262 w 59380"/>
                        <a:gd name="csY1" fmla="*/ 55320 h 73485"/>
                        <a:gd name="csX2" fmla="*/ -79 w 59380"/>
                        <a:gd name="csY2" fmla="*/ -58 h 73485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</a:cxnLst>
                      <a:rect l="l" t="t" r="r" b="b"/>
                      <a:pathLst>
                        <a:path w="59380" h="73485" extrusionOk="0">
                          <a:moveTo>
                            <a:pt x="59301" y="73355"/>
                          </a:moveTo>
                          <a:cubicBezTo>
                            <a:pt x="61011" y="76489"/>
                            <a:pt x="38360" y="79883"/>
                            <a:pt x="28262" y="55320"/>
                          </a:cubicBezTo>
                          <a:cubicBezTo>
                            <a:pt x="19522" y="35063"/>
                            <a:pt x="-79" y="-58"/>
                            <a:pt x="-79" y="-58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65" name="フリーフォーム: 図形 364">
              <a:extLst>
                <a:ext uri="{FF2B5EF4-FFF2-40B4-BE49-F238E27FC236}">
                  <a16:creationId xmlns:a16="http://schemas.microsoft.com/office/drawing/2014/main" id="{25D06492-8890-7C7F-F25D-43BB1B4CF3C8}"/>
                </a:ext>
              </a:extLst>
            </p:cNvPr>
            <p:cNvSpPr/>
            <p:nvPr/>
          </p:nvSpPr>
          <p:spPr>
            <a:xfrm>
              <a:off x="9585871" y="2301971"/>
              <a:ext cx="269425" cy="309027"/>
            </a:xfrm>
            <a:custGeom>
              <a:avLst/>
              <a:gdLst>
                <a:gd name="csX0" fmla="*/ 24 w 269425"/>
                <a:gd name="csY0" fmla="*/ 21900 h 309027"/>
                <a:gd name="csX1" fmla="*/ 54585 w 269425"/>
                <a:gd name="csY1" fmla="*/ 26744 h 309027"/>
                <a:gd name="csX2" fmla="*/ 157993 w 269425"/>
                <a:gd name="csY2" fmla="*/ -47 h 309027"/>
                <a:gd name="csX3" fmla="*/ 205284 w 269425"/>
                <a:gd name="csY3" fmla="*/ -47 h 309027"/>
                <a:gd name="csX4" fmla="*/ 231422 w 269425"/>
                <a:gd name="csY4" fmla="*/ 42312 h 309027"/>
                <a:gd name="csX5" fmla="*/ 269076 w 269425"/>
                <a:gd name="csY5" fmla="*/ 147858 h 309027"/>
                <a:gd name="csX6" fmla="*/ 266055 w 269425"/>
                <a:gd name="csY6" fmla="*/ 273130 h 309027"/>
                <a:gd name="csX7" fmla="*/ 242449 w 269425"/>
                <a:gd name="csY7" fmla="*/ 288665 h 309027"/>
                <a:gd name="csX8" fmla="*/ 169836 w 269425"/>
                <a:gd name="csY8" fmla="*/ 308586 h 309027"/>
                <a:gd name="csX9" fmla="*/ 171142 w 269425"/>
                <a:gd name="csY9" fmla="*/ 301472 h 309027"/>
                <a:gd name="csX10" fmla="*/ 128017 w 269425"/>
                <a:gd name="csY10" fmla="*/ 308889 h 309027"/>
                <a:gd name="csX11" fmla="*/ 130711 w 269425"/>
                <a:gd name="csY11" fmla="*/ 279550 h 309027"/>
                <a:gd name="csX12" fmla="*/ 123605 w 269425"/>
                <a:gd name="csY12" fmla="*/ 257259 h 309027"/>
                <a:gd name="csX13" fmla="*/ 123605 w 269425"/>
                <a:gd name="csY13" fmla="*/ 246453 h 309027"/>
                <a:gd name="csX14" fmla="*/ 119522 w 269425"/>
                <a:gd name="csY14" fmla="*/ 201546 h 309027"/>
                <a:gd name="csX15" fmla="*/ 101634 w 269425"/>
                <a:gd name="csY15" fmla="*/ 206275 h 309027"/>
                <a:gd name="csX16" fmla="*/ 103676 w 269425"/>
                <a:gd name="csY16" fmla="*/ 182972 h 309027"/>
                <a:gd name="csX17" fmla="*/ 87095 w 269425"/>
                <a:gd name="csY17" fmla="*/ 146845 h 309027"/>
                <a:gd name="csX18" fmla="*/ 61121 w 269425"/>
                <a:gd name="csY18" fmla="*/ 90789 h 309027"/>
                <a:gd name="csX19" fmla="*/ 37516 w 269425"/>
                <a:gd name="csY19" fmla="*/ 36757 h 309027"/>
                <a:gd name="csX20" fmla="*/ 24 w 269425"/>
                <a:gd name="csY20" fmla="*/ 21900 h 3090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269425" h="309027">
                  <a:moveTo>
                    <a:pt x="24" y="21900"/>
                  </a:moveTo>
                  <a:cubicBezTo>
                    <a:pt x="24" y="21900"/>
                    <a:pt x="19382" y="32960"/>
                    <a:pt x="54585" y="26744"/>
                  </a:cubicBezTo>
                  <a:cubicBezTo>
                    <a:pt x="89709" y="20536"/>
                    <a:pt x="157993" y="-47"/>
                    <a:pt x="157993" y="-47"/>
                  </a:cubicBezTo>
                  <a:lnTo>
                    <a:pt x="205284" y="-47"/>
                  </a:lnTo>
                  <a:cubicBezTo>
                    <a:pt x="205284" y="-47"/>
                    <a:pt x="226848" y="33719"/>
                    <a:pt x="231422" y="42312"/>
                  </a:cubicBezTo>
                  <a:cubicBezTo>
                    <a:pt x="236078" y="50896"/>
                    <a:pt x="273568" y="113830"/>
                    <a:pt x="269076" y="147858"/>
                  </a:cubicBezTo>
                  <a:cubicBezTo>
                    <a:pt x="264667" y="181877"/>
                    <a:pt x="266055" y="273130"/>
                    <a:pt x="266055" y="273130"/>
                  </a:cubicBezTo>
                  <a:lnTo>
                    <a:pt x="242449" y="288665"/>
                  </a:lnTo>
                  <a:lnTo>
                    <a:pt x="169836" y="308586"/>
                  </a:lnTo>
                  <a:lnTo>
                    <a:pt x="171142" y="301472"/>
                  </a:lnTo>
                  <a:cubicBezTo>
                    <a:pt x="171142" y="301472"/>
                    <a:pt x="137247" y="307312"/>
                    <a:pt x="128017" y="308889"/>
                  </a:cubicBezTo>
                  <a:cubicBezTo>
                    <a:pt x="118868" y="310465"/>
                    <a:pt x="129976" y="291368"/>
                    <a:pt x="130711" y="279550"/>
                  </a:cubicBezTo>
                  <a:cubicBezTo>
                    <a:pt x="131364" y="267731"/>
                    <a:pt x="127934" y="259963"/>
                    <a:pt x="123605" y="257259"/>
                  </a:cubicBezTo>
                  <a:cubicBezTo>
                    <a:pt x="119195" y="254556"/>
                    <a:pt x="120910" y="256246"/>
                    <a:pt x="123605" y="246453"/>
                  </a:cubicBezTo>
                  <a:cubicBezTo>
                    <a:pt x="126302" y="236660"/>
                    <a:pt x="119522" y="201546"/>
                    <a:pt x="119522" y="201546"/>
                  </a:cubicBezTo>
                  <a:lnTo>
                    <a:pt x="101634" y="206275"/>
                  </a:lnTo>
                  <a:cubicBezTo>
                    <a:pt x="101634" y="206275"/>
                    <a:pt x="105308" y="199177"/>
                    <a:pt x="103676" y="182972"/>
                  </a:cubicBezTo>
                  <a:cubicBezTo>
                    <a:pt x="101961" y="166767"/>
                    <a:pt x="87095" y="146845"/>
                    <a:pt x="87095" y="146845"/>
                  </a:cubicBezTo>
                  <a:lnTo>
                    <a:pt x="61121" y="90789"/>
                  </a:lnTo>
                  <a:cubicBezTo>
                    <a:pt x="61121" y="90789"/>
                    <a:pt x="41925" y="42965"/>
                    <a:pt x="37516" y="36757"/>
                  </a:cubicBezTo>
                  <a:cubicBezTo>
                    <a:pt x="33024" y="30558"/>
                    <a:pt x="24" y="21900"/>
                    <a:pt x="24" y="21900"/>
                  </a:cubicBezTo>
                  <a:close/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extLst>
                <a:ext uri="{C807C97D-BFC1-408E-A445-0C87EB9F89A2}">
                  <ask:lineSketchStyleProps xmlns:ask="http://schemas.microsoft.com/office/drawing/2018/sketchyshapes" sd="3344014435">
                    <a:custGeom>
                      <a:avLst/>
                      <a:gdLst>
                        <a:gd name="csX0" fmla="*/ 24 w 269425"/>
                        <a:gd name="csY0" fmla="*/ 21900 h 309027"/>
                        <a:gd name="csX1" fmla="*/ 54585 w 269425"/>
                        <a:gd name="csY1" fmla="*/ 26744 h 309027"/>
                        <a:gd name="csX2" fmla="*/ 157993 w 269425"/>
                        <a:gd name="csY2" fmla="*/ -47 h 309027"/>
                        <a:gd name="csX3" fmla="*/ 205284 w 269425"/>
                        <a:gd name="csY3" fmla="*/ -47 h 309027"/>
                        <a:gd name="csX4" fmla="*/ 231422 w 269425"/>
                        <a:gd name="csY4" fmla="*/ 42312 h 309027"/>
                        <a:gd name="csX5" fmla="*/ 269076 w 269425"/>
                        <a:gd name="csY5" fmla="*/ 147858 h 309027"/>
                        <a:gd name="csX6" fmla="*/ 266055 w 269425"/>
                        <a:gd name="csY6" fmla="*/ 273130 h 309027"/>
                        <a:gd name="csX7" fmla="*/ 242449 w 269425"/>
                        <a:gd name="csY7" fmla="*/ 288665 h 309027"/>
                        <a:gd name="csX8" fmla="*/ 169836 w 269425"/>
                        <a:gd name="csY8" fmla="*/ 308586 h 309027"/>
                        <a:gd name="csX9" fmla="*/ 171142 w 269425"/>
                        <a:gd name="csY9" fmla="*/ 301472 h 309027"/>
                        <a:gd name="csX10" fmla="*/ 128017 w 269425"/>
                        <a:gd name="csY10" fmla="*/ 308889 h 309027"/>
                        <a:gd name="csX11" fmla="*/ 130711 w 269425"/>
                        <a:gd name="csY11" fmla="*/ 279550 h 309027"/>
                        <a:gd name="csX12" fmla="*/ 123605 w 269425"/>
                        <a:gd name="csY12" fmla="*/ 257259 h 309027"/>
                        <a:gd name="csX13" fmla="*/ 123605 w 269425"/>
                        <a:gd name="csY13" fmla="*/ 246453 h 309027"/>
                        <a:gd name="csX14" fmla="*/ 119522 w 269425"/>
                        <a:gd name="csY14" fmla="*/ 201546 h 309027"/>
                        <a:gd name="csX15" fmla="*/ 101634 w 269425"/>
                        <a:gd name="csY15" fmla="*/ 206275 h 309027"/>
                        <a:gd name="csX16" fmla="*/ 103676 w 269425"/>
                        <a:gd name="csY16" fmla="*/ 182972 h 309027"/>
                        <a:gd name="csX17" fmla="*/ 87095 w 269425"/>
                        <a:gd name="csY17" fmla="*/ 146845 h 309027"/>
                        <a:gd name="csX18" fmla="*/ 61121 w 269425"/>
                        <a:gd name="csY18" fmla="*/ 90789 h 309027"/>
                        <a:gd name="csX19" fmla="*/ 37516 w 269425"/>
                        <a:gd name="csY19" fmla="*/ 36757 h 309027"/>
                        <a:gd name="csX20" fmla="*/ 24 w 269425"/>
                        <a:gd name="csY20" fmla="*/ 21900 h 309027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  <a:cxn ang="0">
                          <a:pos x="csX13" y="csY13"/>
                        </a:cxn>
                        <a:cxn ang="0">
                          <a:pos x="csX14" y="csY14"/>
                        </a:cxn>
                        <a:cxn ang="0">
                          <a:pos x="csX15" y="csY15"/>
                        </a:cxn>
                        <a:cxn ang="0">
                          <a:pos x="csX16" y="csY16"/>
                        </a:cxn>
                        <a:cxn ang="0">
                          <a:pos x="csX17" y="csY17"/>
                        </a:cxn>
                        <a:cxn ang="0">
                          <a:pos x="csX18" y="csY18"/>
                        </a:cxn>
                        <a:cxn ang="0">
                          <a:pos x="csX19" y="csY19"/>
                        </a:cxn>
                        <a:cxn ang="0">
                          <a:pos x="csX20" y="csY20"/>
                        </a:cxn>
                      </a:cxnLst>
                      <a:rect l="l" t="t" r="r" b="b"/>
                      <a:pathLst>
                        <a:path w="269425" h="309027" extrusionOk="0">
                          <a:moveTo>
                            <a:pt x="24" y="21900"/>
                          </a:moveTo>
                          <a:cubicBezTo>
                            <a:pt x="689" y="23284"/>
                            <a:pt x="18827" y="29590"/>
                            <a:pt x="54585" y="26744"/>
                          </a:cubicBezTo>
                          <a:cubicBezTo>
                            <a:pt x="89709" y="20536"/>
                            <a:pt x="157992" y="-47"/>
                            <a:pt x="157993" y="-47"/>
                          </a:cubicBezTo>
                          <a:cubicBezTo>
                            <a:pt x="175576" y="-2606"/>
                            <a:pt x="182243" y="2410"/>
                            <a:pt x="205284" y="-47"/>
                          </a:cubicBezTo>
                          <a:cubicBezTo>
                            <a:pt x="205331" y="1566"/>
                            <a:pt x="225806" y="35848"/>
                            <a:pt x="231422" y="42312"/>
                          </a:cubicBezTo>
                          <a:cubicBezTo>
                            <a:pt x="231458" y="55710"/>
                            <a:pt x="271533" y="105803"/>
                            <a:pt x="269076" y="147858"/>
                          </a:cubicBezTo>
                          <a:cubicBezTo>
                            <a:pt x="264667" y="181876"/>
                            <a:pt x="266055" y="273129"/>
                            <a:pt x="266055" y="273130"/>
                          </a:cubicBezTo>
                          <a:cubicBezTo>
                            <a:pt x="261309" y="279595"/>
                            <a:pt x="250336" y="280134"/>
                            <a:pt x="242449" y="288665"/>
                          </a:cubicBezTo>
                          <a:cubicBezTo>
                            <a:pt x="208813" y="298920"/>
                            <a:pt x="188108" y="299821"/>
                            <a:pt x="169836" y="308586"/>
                          </a:cubicBezTo>
                          <a:cubicBezTo>
                            <a:pt x="170052" y="305770"/>
                            <a:pt x="170808" y="303868"/>
                            <a:pt x="171142" y="301472"/>
                          </a:cubicBezTo>
                          <a:cubicBezTo>
                            <a:pt x="155202" y="306518"/>
                            <a:pt x="144004" y="302337"/>
                            <a:pt x="128017" y="308889"/>
                          </a:cubicBezTo>
                          <a:cubicBezTo>
                            <a:pt x="118816" y="311536"/>
                            <a:pt x="128927" y="291475"/>
                            <a:pt x="130711" y="279550"/>
                          </a:cubicBezTo>
                          <a:cubicBezTo>
                            <a:pt x="130499" y="268106"/>
                            <a:pt x="129343" y="260367"/>
                            <a:pt x="123605" y="257259"/>
                          </a:cubicBezTo>
                          <a:cubicBezTo>
                            <a:pt x="119383" y="254357"/>
                            <a:pt x="121374" y="256623"/>
                            <a:pt x="123605" y="246453"/>
                          </a:cubicBezTo>
                          <a:cubicBezTo>
                            <a:pt x="126301" y="236660"/>
                            <a:pt x="119522" y="201546"/>
                            <a:pt x="119522" y="201546"/>
                          </a:cubicBezTo>
                          <a:cubicBezTo>
                            <a:pt x="116076" y="204466"/>
                            <a:pt x="107161" y="204555"/>
                            <a:pt x="101634" y="206275"/>
                          </a:cubicBezTo>
                          <a:cubicBezTo>
                            <a:pt x="102516" y="204722"/>
                            <a:pt x="105356" y="199462"/>
                            <a:pt x="103676" y="182972"/>
                          </a:cubicBezTo>
                          <a:cubicBezTo>
                            <a:pt x="101960" y="166767"/>
                            <a:pt x="87095" y="146846"/>
                            <a:pt x="87095" y="146845"/>
                          </a:cubicBezTo>
                          <a:cubicBezTo>
                            <a:pt x="75190" y="122058"/>
                            <a:pt x="74767" y="111836"/>
                            <a:pt x="61121" y="90789"/>
                          </a:cubicBezTo>
                          <a:cubicBezTo>
                            <a:pt x="60926" y="90725"/>
                            <a:pt x="42857" y="42864"/>
                            <a:pt x="37516" y="36757"/>
                          </a:cubicBezTo>
                          <a:cubicBezTo>
                            <a:pt x="33024" y="30558"/>
                            <a:pt x="24" y="21900"/>
                            <a:pt x="24" y="2190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66" name="フリーフォーム: 図形 365">
              <a:extLst>
                <a:ext uri="{FF2B5EF4-FFF2-40B4-BE49-F238E27FC236}">
                  <a16:creationId xmlns:a16="http://schemas.microsoft.com/office/drawing/2014/main" id="{194DF265-74D9-6E80-F235-1B209EF411B3}"/>
                </a:ext>
              </a:extLst>
            </p:cNvPr>
            <p:cNvSpPr/>
            <p:nvPr/>
          </p:nvSpPr>
          <p:spPr>
            <a:xfrm>
              <a:off x="9706757" y="2301971"/>
              <a:ext cx="120223" cy="298889"/>
            </a:xfrm>
            <a:custGeom>
              <a:avLst/>
              <a:gdLst>
                <a:gd name="csX0" fmla="*/ 25 w 120223"/>
                <a:gd name="csY0" fmla="*/ 15022 h 298889"/>
                <a:gd name="csX1" fmla="*/ 37108 w 120223"/>
                <a:gd name="csY1" fmla="*/ -47 h 298889"/>
                <a:gd name="csX2" fmla="*/ 88485 w 120223"/>
                <a:gd name="csY2" fmla="*/ 48920 h 298889"/>
                <a:gd name="csX3" fmla="*/ 120176 w 120223"/>
                <a:gd name="csY3" fmla="*/ 194113 h 298889"/>
                <a:gd name="csX4" fmla="*/ 102207 w 120223"/>
                <a:gd name="csY4" fmla="*/ 292365 h 298889"/>
                <a:gd name="csX5" fmla="*/ 65450 w 120223"/>
                <a:gd name="csY5" fmla="*/ 298842 h 298889"/>
                <a:gd name="csX6" fmla="*/ 81051 w 120223"/>
                <a:gd name="csY6" fmla="*/ 240711 h 298889"/>
                <a:gd name="csX7" fmla="*/ 70188 w 120223"/>
                <a:gd name="csY7" fmla="*/ 120504 h 298889"/>
                <a:gd name="csX8" fmla="*/ 25 w 120223"/>
                <a:gd name="csY8" fmla="*/ 15022 h 2988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0223" h="298889">
                  <a:moveTo>
                    <a:pt x="25" y="15022"/>
                  </a:moveTo>
                  <a:cubicBezTo>
                    <a:pt x="25" y="15022"/>
                    <a:pt x="13503" y="-47"/>
                    <a:pt x="37108" y="-47"/>
                  </a:cubicBezTo>
                  <a:cubicBezTo>
                    <a:pt x="60794" y="-47"/>
                    <a:pt x="68227" y="2991"/>
                    <a:pt x="88485" y="48920"/>
                  </a:cubicBezTo>
                  <a:cubicBezTo>
                    <a:pt x="98121" y="70818"/>
                    <a:pt x="119032" y="101578"/>
                    <a:pt x="120176" y="194113"/>
                  </a:cubicBezTo>
                  <a:cubicBezTo>
                    <a:pt x="120665" y="232224"/>
                    <a:pt x="119114" y="286100"/>
                    <a:pt x="102207" y="292365"/>
                  </a:cubicBezTo>
                  <a:cubicBezTo>
                    <a:pt x="85217" y="298621"/>
                    <a:pt x="65450" y="298842"/>
                    <a:pt x="65450" y="298842"/>
                  </a:cubicBezTo>
                  <a:cubicBezTo>
                    <a:pt x="65450" y="298842"/>
                    <a:pt x="80560" y="275180"/>
                    <a:pt x="81051" y="240711"/>
                  </a:cubicBezTo>
                  <a:cubicBezTo>
                    <a:pt x="81705" y="197576"/>
                    <a:pt x="83584" y="165745"/>
                    <a:pt x="70188" y="120504"/>
                  </a:cubicBezTo>
                  <a:cubicBezTo>
                    <a:pt x="61040" y="89343"/>
                    <a:pt x="51239" y="38154"/>
                    <a:pt x="25" y="15022"/>
                  </a:cubicBezTo>
                  <a:close/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extLst>
                <a:ext uri="{C807C97D-BFC1-408E-A445-0C87EB9F89A2}">
                  <ask:lineSketchStyleProps xmlns:ask="http://schemas.microsoft.com/office/drawing/2018/sketchyshapes" sd="1565773420">
                    <a:custGeom>
                      <a:avLst/>
                      <a:gdLst>
                        <a:gd name="csX0" fmla="*/ 25 w 120223"/>
                        <a:gd name="csY0" fmla="*/ 15022 h 298889"/>
                        <a:gd name="csX1" fmla="*/ 37108 w 120223"/>
                        <a:gd name="csY1" fmla="*/ -47 h 298889"/>
                        <a:gd name="csX2" fmla="*/ 88485 w 120223"/>
                        <a:gd name="csY2" fmla="*/ 48920 h 298889"/>
                        <a:gd name="csX3" fmla="*/ 120176 w 120223"/>
                        <a:gd name="csY3" fmla="*/ 194113 h 298889"/>
                        <a:gd name="csX4" fmla="*/ 102207 w 120223"/>
                        <a:gd name="csY4" fmla="*/ 292365 h 298889"/>
                        <a:gd name="csX5" fmla="*/ 65450 w 120223"/>
                        <a:gd name="csY5" fmla="*/ 298842 h 298889"/>
                        <a:gd name="csX6" fmla="*/ 81051 w 120223"/>
                        <a:gd name="csY6" fmla="*/ 240711 h 298889"/>
                        <a:gd name="csX7" fmla="*/ 70188 w 120223"/>
                        <a:gd name="csY7" fmla="*/ 120504 h 298889"/>
                        <a:gd name="csX8" fmla="*/ 25 w 120223"/>
                        <a:gd name="csY8" fmla="*/ 15022 h 298889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</a:cxnLst>
                      <a:rect l="l" t="t" r="r" b="b"/>
                      <a:pathLst>
                        <a:path w="120223" h="298889" extrusionOk="0">
                          <a:moveTo>
                            <a:pt x="25" y="15022"/>
                          </a:moveTo>
                          <a:cubicBezTo>
                            <a:pt x="415" y="15330"/>
                            <a:pt x="10278" y="-1084"/>
                            <a:pt x="37108" y="-47"/>
                          </a:cubicBezTo>
                          <a:cubicBezTo>
                            <a:pt x="61374" y="-29"/>
                            <a:pt x="68933" y="4998"/>
                            <a:pt x="88485" y="48920"/>
                          </a:cubicBezTo>
                          <a:cubicBezTo>
                            <a:pt x="91145" y="69071"/>
                            <a:pt x="115797" y="99250"/>
                            <a:pt x="120176" y="194113"/>
                          </a:cubicBezTo>
                          <a:cubicBezTo>
                            <a:pt x="120318" y="227250"/>
                            <a:pt x="117747" y="284397"/>
                            <a:pt x="102207" y="292365"/>
                          </a:cubicBezTo>
                          <a:cubicBezTo>
                            <a:pt x="85217" y="298622"/>
                            <a:pt x="65450" y="298842"/>
                            <a:pt x="65450" y="298842"/>
                          </a:cubicBezTo>
                          <a:cubicBezTo>
                            <a:pt x="61192" y="293986"/>
                            <a:pt x="75770" y="272819"/>
                            <a:pt x="81051" y="240711"/>
                          </a:cubicBezTo>
                          <a:cubicBezTo>
                            <a:pt x="82752" y="206053"/>
                            <a:pt x="86460" y="160408"/>
                            <a:pt x="70188" y="120504"/>
                          </a:cubicBezTo>
                          <a:cubicBezTo>
                            <a:pt x="57375" y="98180"/>
                            <a:pt x="40699" y="40014"/>
                            <a:pt x="25" y="15022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67" name="フリーフォーム: 図形 366">
              <a:extLst>
                <a:ext uri="{FF2B5EF4-FFF2-40B4-BE49-F238E27FC236}">
                  <a16:creationId xmlns:a16="http://schemas.microsoft.com/office/drawing/2014/main" id="{9C88B03E-17F6-9900-4537-06CFEF687352}"/>
                </a:ext>
              </a:extLst>
            </p:cNvPr>
            <p:cNvSpPr/>
            <p:nvPr/>
          </p:nvSpPr>
          <p:spPr>
            <a:xfrm>
              <a:off x="9667877" y="2432650"/>
              <a:ext cx="79393" cy="7451"/>
            </a:xfrm>
            <a:custGeom>
              <a:avLst/>
              <a:gdLst>
                <a:gd name="csX0" fmla="*/ 23 w 79393"/>
                <a:gd name="csY0" fmla="*/ 5147 h 7451"/>
                <a:gd name="csX1" fmla="*/ 57771 w 79393"/>
                <a:gd name="csY1" fmla="*/ 5359 h 7451"/>
                <a:gd name="csX2" fmla="*/ 79417 w 79393"/>
                <a:gd name="csY2" fmla="*/ -48 h 74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9393" h="7451">
                  <a:moveTo>
                    <a:pt x="23" y="5147"/>
                  </a:moveTo>
                  <a:cubicBezTo>
                    <a:pt x="23" y="5147"/>
                    <a:pt x="37189" y="10080"/>
                    <a:pt x="57771" y="5359"/>
                  </a:cubicBezTo>
                  <a:cubicBezTo>
                    <a:pt x="78355" y="629"/>
                    <a:pt x="79417" y="-48"/>
                    <a:pt x="79417" y="-48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extLst>
                <a:ext uri="{C807C97D-BFC1-408E-A445-0C87EB9F89A2}">
                  <ask:lineSketchStyleProps xmlns:ask="http://schemas.microsoft.com/office/drawing/2018/sketchyshapes" sd="3071618138">
                    <a:custGeom>
                      <a:avLst/>
                      <a:gdLst>
                        <a:gd name="csX0" fmla="*/ 23 w 79393"/>
                        <a:gd name="csY0" fmla="*/ 5147 h 7451"/>
                        <a:gd name="csX1" fmla="*/ 57771 w 79393"/>
                        <a:gd name="csY1" fmla="*/ 5359 h 7451"/>
                        <a:gd name="csX2" fmla="*/ 79417 w 79393"/>
                        <a:gd name="csY2" fmla="*/ -48 h 7451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</a:cxnLst>
                      <a:rect l="l" t="t" r="r" b="b"/>
                      <a:pathLst>
                        <a:path w="79393" h="7451" extrusionOk="0">
                          <a:moveTo>
                            <a:pt x="23" y="5147"/>
                          </a:moveTo>
                          <a:cubicBezTo>
                            <a:pt x="3875" y="2466"/>
                            <a:pt x="38029" y="9665"/>
                            <a:pt x="57771" y="5359"/>
                          </a:cubicBezTo>
                          <a:cubicBezTo>
                            <a:pt x="78355" y="629"/>
                            <a:pt x="79417" y="-48"/>
                            <a:pt x="79417" y="-48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68" name="フリーフォーム: 図形 367">
              <a:extLst>
                <a:ext uri="{FF2B5EF4-FFF2-40B4-BE49-F238E27FC236}">
                  <a16:creationId xmlns:a16="http://schemas.microsoft.com/office/drawing/2014/main" id="{F1A4053B-238A-58FB-1096-43E7B46D586D}"/>
                </a:ext>
              </a:extLst>
            </p:cNvPr>
            <p:cNvSpPr/>
            <p:nvPr/>
          </p:nvSpPr>
          <p:spPr>
            <a:xfrm>
              <a:off x="9696383" y="2481519"/>
              <a:ext cx="91074" cy="24405"/>
            </a:xfrm>
            <a:custGeom>
              <a:avLst/>
              <a:gdLst>
                <a:gd name="csX0" fmla="*/ 24 w 91074"/>
                <a:gd name="csY0" fmla="*/ 24360 h 24405"/>
                <a:gd name="csX1" fmla="*/ 54915 w 91074"/>
                <a:gd name="csY1" fmla="*/ 2078 h 24405"/>
                <a:gd name="csX2" fmla="*/ 56957 w 91074"/>
                <a:gd name="csY2" fmla="*/ 9502 h 24405"/>
                <a:gd name="csX3" fmla="*/ 91099 w 91074"/>
                <a:gd name="csY3" fmla="*/ -46 h 244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1074" h="24405">
                  <a:moveTo>
                    <a:pt x="24" y="24360"/>
                  </a:moveTo>
                  <a:lnTo>
                    <a:pt x="54915" y="2078"/>
                  </a:lnTo>
                  <a:cubicBezTo>
                    <a:pt x="54915" y="2078"/>
                    <a:pt x="52871" y="8489"/>
                    <a:pt x="56957" y="9502"/>
                  </a:cubicBezTo>
                  <a:cubicBezTo>
                    <a:pt x="61040" y="10515"/>
                    <a:pt x="91099" y="-46"/>
                    <a:pt x="91099" y="-46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extLst>
                <a:ext uri="{C807C97D-BFC1-408E-A445-0C87EB9F89A2}">
                  <ask:lineSketchStyleProps xmlns:ask="http://schemas.microsoft.com/office/drawing/2018/sketchyshapes" sd="1994426451">
                    <a:custGeom>
                      <a:avLst/>
                      <a:gdLst>
                        <a:gd name="csX0" fmla="*/ 24 w 91074"/>
                        <a:gd name="csY0" fmla="*/ 24360 h 24405"/>
                        <a:gd name="csX1" fmla="*/ 54915 w 91074"/>
                        <a:gd name="csY1" fmla="*/ 2078 h 24405"/>
                        <a:gd name="csX2" fmla="*/ 56957 w 91074"/>
                        <a:gd name="csY2" fmla="*/ 9502 h 24405"/>
                        <a:gd name="csX3" fmla="*/ 91099 w 91074"/>
                        <a:gd name="csY3" fmla="*/ -46 h 24405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</a:cxnLst>
                      <a:rect l="l" t="t" r="r" b="b"/>
                      <a:pathLst>
                        <a:path w="91074" h="24405" extrusionOk="0">
                          <a:moveTo>
                            <a:pt x="24" y="24360"/>
                          </a:moveTo>
                          <a:cubicBezTo>
                            <a:pt x="22966" y="10123"/>
                            <a:pt x="40781" y="12933"/>
                            <a:pt x="54915" y="2078"/>
                          </a:cubicBezTo>
                          <a:cubicBezTo>
                            <a:pt x="54263" y="1891"/>
                            <a:pt x="52700" y="7889"/>
                            <a:pt x="56957" y="9502"/>
                          </a:cubicBezTo>
                          <a:cubicBezTo>
                            <a:pt x="61040" y="10515"/>
                            <a:pt x="91099" y="-45"/>
                            <a:pt x="91099" y="-46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69" name="フリーフォーム: 図形 368">
              <a:extLst>
                <a:ext uri="{FF2B5EF4-FFF2-40B4-BE49-F238E27FC236}">
                  <a16:creationId xmlns:a16="http://schemas.microsoft.com/office/drawing/2014/main" id="{F76EAD06-D9D5-748B-90F4-9EF7BC5E4CC2}"/>
                </a:ext>
              </a:extLst>
            </p:cNvPr>
            <p:cNvSpPr/>
            <p:nvPr/>
          </p:nvSpPr>
          <p:spPr>
            <a:xfrm>
              <a:off x="9648766" y="2337396"/>
              <a:ext cx="87803" cy="15258"/>
            </a:xfrm>
            <a:custGeom>
              <a:avLst/>
              <a:gdLst>
                <a:gd name="csX0" fmla="*/ 87826 w 87803"/>
                <a:gd name="csY0" fmla="*/ -51 h 15258"/>
                <a:gd name="csX1" fmla="*/ 21993 w 87803"/>
                <a:gd name="csY1" fmla="*/ 6141 h 15258"/>
                <a:gd name="csX2" fmla="*/ 23 w 87803"/>
                <a:gd name="csY2" fmla="*/ 15207 h 152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87803" h="15258">
                  <a:moveTo>
                    <a:pt x="87826" y="-51"/>
                  </a:moveTo>
                  <a:cubicBezTo>
                    <a:pt x="87826" y="-51"/>
                    <a:pt x="42986" y="889"/>
                    <a:pt x="21993" y="6141"/>
                  </a:cubicBezTo>
                  <a:cubicBezTo>
                    <a:pt x="1002" y="11393"/>
                    <a:pt x="23" y="15207"/>
                    <a:pt x="23" y="15207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extLst>
                <a:ext uri="{C807C97D-BFC1-408E-A445-0C87EB9F89A2}">
                  <ask:lineSketchStyleProps xmlns:ask="http://schemas.microsoft.com/office/drawing/2018/sketchyshapes" sd="278788390">
                    <a:custGeom>
                      <a:avLst/>
                      <a:gdLst>
                        <a:gd name="csX0" fmla="*/ 87826 w 87803"/>
                        <a:gd name="csY0" fmla="*/ -51 h 15258"/>
                        <a:gd name="csX1" fmla="*/ 21993 w 87803"/>
                        <a:gd name="csY1" fmla="*/ 6141 h 15258"/>
                        <a:gd name="csX2" fmla="*/ 23 w 87803"/>
                        <a:gd name="csY2" fmla="*/ 15207 h 15258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</a:cxnLst>
                      <a:rect l="l" t="t" r="r" b="b"/>
                      <a:pathLst>
                        <a:path w="87803" h="15258" extrusionOk="0">
                          <a:moveTo>
                            <a:pt x="87826" y="-51"/>
                          </a:moveTo>
                          <a:cubicBezTo>
                            <a:pt x="88252" y="210"/>
                            <a:pt x="41194" y="2939"/>
                            <a:pt x="21993" y="6141"/>
                          </a:cubicBezTo>
                          <a:cubicBezTo>
                            <a:pt x="1002" y="11393"/>
                            <a:pt x="23" y="15207"/>
                            <a:pt x="23" y="15207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0" name="フリーフォーム: 図形 369">
              <a:extLst>
                <a:ext uri="{FF2B5EF4-FFF2-40B4-BE49-F238E27FC236}">
                  <a16:creationId xmlns:a16="http://schemas.microsoft.com/office/drawing/2014/main" id="{228D7F79-E826-1AC9-C2B1-131287E8BD5A}"/>
                </a:ext>
              </a:extLst>
            </p:cNvPr>
            <p:cNvSpPr/>
            <p:nvPr/>
          </p:nvSpPr>
          <p:spPr>
            <a:xfrm>
              <a:off x="9706757" y="2556582"/>
              <a:ext cx="69510" cy="14342"/>
            </a:xfrm>
            <a:custGeom>
              <a:avLst/>
              <a:gdLst>
                <a:gd name="csX0" fmla="*/ 24 w 69510"/>
                <a:gd name="csY0" fmla="*/ -44 h 14342"/>
                <a:gd name="csX1" fmla="*/ 37434 w 69510"/>
                <a:gd name="csY1" fmla="*/ 14299 h 14342"/>
                <a:gd name="csX2" fmla="*/ 69535 w 69510"/>
                <a:gd name="csY2" fmla="*/ 12617 h 143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9510" h="14342">
                  <a:moveTo>
                    <a:pt x="24" y="-44"/>
                  </a:moveTo>
                  <a:cubicBezTo>
                    <a:pt x="24" y="-44"/>
                    <a:pt x="27142" y="14299"/>
                    <a:pt x="37434" y="14299"/>
                  </a:cubicBezTo>
                  <a:cubicBezTo>
                    <a:pt x="47806" y="14299"/>
                    <a:pt x="69535" y="12617"/>
                    <a:pt x="69535" y="12617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extLst>
                <a:ext uri="{C807C97D-BFC1-408E-A445-0C87EB9F89A2}">
                  <ask:lineSketchStyleProps xmlns:ask="http://schemas.microsoft.com/office/drawing/2018/sketchyshapes" sd="1321142147">
                    <a:custGeom>
                      <a:avLst/>
                      <a:gdLst>
                        <a:gd name="csX0" fmla="*/ 24 w 69510"/>
                        <a:gd name="csY0" fmla="*/ -44 h 14342"/>
                        <a:gd name="csX1" fmla="*/ 37434 w 69510"/>
                        <a:gd name="csY1" fmla="*/ 14299 h 14342"/>
                        <a:gd name="csX2" fmla="*/ 69535 w 69510"/>
                        <a:gd name="csY2" fmla="*/ 12617 h 14342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</a:cxnLst>
                      <a:rect l="l" t="t" r="r" b="b"/>
                      <a:pathLst>
                        <a:path w="69510" h="14342" extrusionOk="0">
                          <a:moveTo>
                            <a:pt x="24" y="-44"/>
                          </a:moveTo>
                          <a:cubicBezTo>
                            <a:pt x="805" y="428"/>
                            <a:pt x="26130" y="11725"/>
                            <a:pt x="37434" y="14299"/>
                          </a:cubicBezTo>
                          <a:cubicBezTo>
                            <a:pt x="47807" y="14299"/>
                            <a:pt x="69534" y="12618"/>
                            <a:pt x="69535" y="12617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1" name="フリーフォーム: 図形 370">
              <a:extLst>
                <a:ext uri="{FF2B5EF4-FFF2-40B4-BE49-F238E27FC236}">
                  <a16:creationId xmlns:a16="http://schemas.microsoft.com/office/drawing/2014/main" id="{A2D55331-23F7-7A72-7EDC-5227830DBCB0}"/>
                </a:ext>
              </a:extLst>
            </p:cNvPr>
            <p:cNvSpPr/>
            <p:nvPr/>
          </p:nvSpPr>
          <p:spPr>
            <a:xfrm>
              <a:off x="3032677" y="3622506"/>
              <a:ext cx="17862" cy="103087"/>
            </a:xfrm>
            <a:custGeom>
              <a:avLst/>
              <a:gdLst>
                <a:gd name="csX0" fmla="*/ 7041 w 17862"/>
                <a:gd name="csY0" fmla="*/ -6 h 103087"/>
                <a:gd name="csX1" fmla="*/ 98 w 17862"/>
                <a:gd name="csY1" fmla="*/ 47033 h 103087"/>
                <a:gd name="csX2" fmla="*/ 17659 w 17862"/>
                <a:gd name="csY2" fmla="*/ 103082 h 1030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7862" h="103087">
                  <a:moveTo>
                    <a:pt x="7041" y="-6"/>
                  </a:moveTo>
                  <a:cubicBezTo>
                    <a:pt x="7041" y="-6"/>
                    <a:pt x="-1943" y="27781"/>
                    <a:pt x="98" y="47033"/>
                  </a:cubicBezTo>
                  <a:cubicBezTo>
                    <a:pt x="2140" y="66277"/>
                    <a:pt x="17659" y="103082"/>
                    <a:pt x="17659" y="103082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extLst>
                <a:ext uri="{C807C97D-BFC1-408E-A445-0C87EB9F89A2}">
                  <ask:lineSketchStyleProps xmlns:ask="http://schemas.microsoft.com/office/drawing/2018/sketchyshapes" sd="4027016967">
                    <a:custGeom>
                      <a:avLst/>
                      <a:gdLst>
                        <a:gd name="csX0" fmla="*/ 7041 w 17862"/>
                        <a:gd name="csY0" fmla="*/ -6 h 103087"/>
                        <a:gd name="csX1" fmla="*/ 98 w 17862"/>
                        <a:gd name="csY1" fmla="*/ 47033 h 103087"/>
                        <a:gd name="csX2" fmla="*/ 17659 w 17862"/>
                        <a:gd name="csY2" fmla="*/ 103082 h 103087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</a:cxnLst>
                      <a:rect l="l" t="t" r="r" b="b"/>
                      <a:pathLst>
                        <a:path w="17862" h="103087" extrusionOk="0">
                          <a:moveTo>
                            <a:pt x="7041" y="-6"/>
                          </a:moveTo>
                          <a:cubicBezTo>
                            <a:pt x="7799" y="3773"/>
                            <a:pt x="-3027" y="25651"/>
                            <a:pt x="98" y="47033"/>
                          </a:cubicBezTo>
                          <a:cubicBezTo>
                            <a:pt x="2139" y="66278"/>
                            <a:pt x="17658" y="103082"/>
                            <a:pt x="17659" y="103082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2" name="フリーフォーム: 図形 371">
              <a:extLst>
                <a:ext uri="{FF2B5EF4-FFF2-40B4-BE49-F238E27FC236}">
                  <a16:creationId xmlns:a16="http://schemas.microsoft.com/office/drawing/2014/main" id="{4DF27925-E8FA-4ED7-A927-58AB602EE583}"/>
                </a:ext>
              </a:extLst>
            </p:cNvPr>
            <p:cNvSpPr/>
            <p:nvPr/>
          </p:nvSpPr>
          <p:spPr>
            <a:xfrm>
              <a:off x="3090726" y="3663983"/>
              <a:ext cx="60606" cy="15282"/>
            </a:xfrm>
            <a:custGeom>
              <a:avLst/>
              <a:gdLst>
                <a:gd name="csX0" fmla="*/ -201 w 60606"/>
                <a:gd name="csY0" fmla="*/ 15277 h 15282"/>
                <a:gd name="csX1" fmla="*/ 60405 w 60606"/>
                <a:gd name="csY1" fmla="*/ -6 h 152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0606" h="15282">
                  <a:moveTo>
                    <a:pt x="-201" y="15277"/>
                  </a:moveTo>
                  <a:lnTo>
                    <a:pt x="60405" y="-6"/>
                  </a:ln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extLst>
                <a:ext uri="{C807C97D-BFC1-408E-A445-0C87EB9F89A2}">
                  <ask:lineSketchStyleProps xmlns:ask="http://schemas.microsoft.com/office/drawing/2018/sketchyshapes" sd="3624947208">
                    <a:custGeom>
                      <a:avLst/>
                      <a:gdLst>
                        <a:gd name="csX0" fmla="*/ -201 w 60606"/>
                        <a:gd name="csY0" fmla="*/ 15277 h 15282"/>
                        <a:gd name="csX1" fmla="*/ 60405 w 60606"/>
                        <a:gd name="csY1" fmla="*/ -6 h 15282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60606" h="15282" extrusionOk="0">
                          <a:moveTo>
                            <a:pt x="-201" y="15277"/>
                          </a:moveTo>
                          <a:cubicBezTo>
                            <a:pt x="24828" y="3167"/>
                            <a:pt x="45664" y="6416"/>
                            <a:pt x="60405" y="-6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3" name="フリーフォーム: 図形 372">
              <a:extLst>
                <a:ext uri="{FF2B5EF4-FFF2-40B4-BE49-F238E27FC236}">
                  <a16:creationId xmlns:a16="http://schemas.microsoft.com/office/drawing/2014/main" id="{FE551589-473E-0AB3-6AC8-A26B4ABB62E7}"/>
                </a:ext>
              </a:extLst>
            </p:cNvPr>
            <p:cNvSpPr/>
            <p:nvPr/>
          </p:nvSpPr>
          <p:spPr>
            <a:xfrm>
              <a:off x="7903684" y="2310417"/>
              <a:ext cx="782572" cy="406550"/>
            </a:xfrm>
            <a:custGeom>
              <a:avLst/>
              <a:gdLst>
                <a:gd name="csX0" fmla="*/ -25 w 782572"/>
                <a:gd name="csY0" fmla="*/ 188291 h 406550"/>
                <a:gd name="csX1" fmla="*/ 396285 w 782572"/>
                <a:gd name="csY1" fmla="*/ 406506 h 406550"/>
                <a:gd name="csX2" fmla="*/ 542163 w 782572"/>
                <a:gd name="csY2" fmla="*/ 179592 h 406550"/>
                <a:gd name="csX3" fmla="*/ 738031 w 782572"/>
                <a:gd name="csY3" fmla="*/ 21567 h 406550"/>
                <a:gd name="csX4" fmla="*/ 782547 w 782572"/>
                <a:gd name="csY4" fmla="*/ -45 h 4065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82572" h="406550">
                  <a:moveTo>
                    <a:pt x="-25" y="188291"/>
                  </a:moveTo>
                  <a:cubicBezTo>
                    <a:pt x="-25" y="188291"/>
                    <a:pt x="388199" y="406506"/>
                    <a:pt x="396285" y="406506"/>
                  </a:cubicBezTo>
                  <a:cubicBezTo>
                    <a:pt x="404371" y="406506"/>
                    <a:pt x="484089" y="252532"/>
                    <a:pt x="542163" y="179592"/>
                  </a:cubicBezTo>
                  <a:cubicBezTo>
                    <a:pt x="600237" y="106653"/>
                    <a:pt x="702909" y="40476"/>
                    <a:pt x="738031" y="21567"/>
                  </a:cubicBezTo>
                  <a:cubicBezTo>
                    <a:pt x="773153" y="2650"/>
                    <a:pt x="782547" y="-45"/>
                    <a:pt x="782547" y="-45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extLst>
                <a:ext uri="{C807C97D-BFC1-408E-A445-0C87EB9F89A2}">
                  <ask:lineSketchStyleProps xmlns:ask="http://schemas.microsoft.com/office/drawing/2018/sketchyshapes" sd="663211142">
                    <a:custGeom>
                      <a:avLst/>
                      <a:gdLst>
                        <a:gd name="csX0" fmla="*/ -25 w 782572"/>
                        <a:gd name="csY0" fmla="*/ 188291 h 406550"/>
                        <a:gd name="csX1" fmla="*/ 396285 w 782572"/>
                        <a:gd name="csY1" fmla="*/ 406506 h 406550"/>
                        <a:gd name="csX2" fmla="*/ 542163 w 782572"/>
                        <a:gd name="csY2" fmla="*/ 179592 h 406550"/>
                        <a:gd name="csX3" fmla="*/ 738031 w 782572"/>
                        <a:gd name="csY3" fmla="*/ 21567 h 406550"/>
                        <a:gd name="csX4" fmla="*/ 782547 w 782572"/>
                        <a:gd name="csY4" fmla="*/ -45 h 40655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</a:cxnLst>
                      <a:rect l="l" t="t" r="r" b="b"/>
                      <a:pathLst>
                        <a:path w="782572" h="406550" extrusionOk="0">
                          <a:moveTo>
                            <a:pt x="-25" y="188291"/>
                          </a:moveTo>
                          <a:cubicBezTo>
                            <a:pt x="332" y="187465"/>
                            <a:pt x="387868" y="406731"/>
                            <a:pt x="396285" y="406506"/>
                          </a:cubicBezTo>
                          <a:cubicBezTo>
                            <a:pt x="406769" y="402803"/>
                            <a:pt x="486282" y="255957"/>
                            <a:pt x="542163" y="179592"/>
                          </a:cubicBezTo>
                          <a:cubicBezTo>
                            <a:pt x="590184" y="100296"/>
                            <a:pt x="704514" y="41762"/>
                            <a:pt x="738031" y="21567"/>
                          </a:cubicBezTo>
                          <a:cubicBezTo>
                            <a:pt x="773153" y="2649"/>
                            <a:pt x="782546" y="-45"/>
                            <a:pt x="782547" y="-45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4" name="フリーフォーム: 図形 373">
              <a:extLst>
                <a:ext uri="{FF2B5EF4-FFF2-40B4-BE49-F238E27FC236}">
                  <a16:creationId xmlns:a16="http://schemas.microsoft.com/office/drawing/2014/main" id="{2EC2092C-0635-C3CA-A29F-B61C9C452D36}"/>
                </a:ext>
              </a:extLst>
            </p:cNvPr>
            <p:cNvSpPr/>
            <p:nvPr/>
          </p:nvSpPr>
          <p:spPr>
            <a:xfrm>
              <a:off x="8000578" y="2220134"/>
              <a:ext cx="648350" cy="392496"/>
            </a:xfrm>
            <a:custGeom>
              <a:avLst/>
              <a:gdLst>
                <a:gd name="csX0" fmla="*/ 287793 w 648350"/>
                <a:gd name="csY0" fmla="*/ 392448 h 392496"/>
                <a:gd name="csX1" fmla="*/ 607 w 648350"/>
                <a:gd name="csY1" fmla="*/ 275736 h 392496"/>
                <a:gd name="csX2" fmla="*/ 79918 w 648350"/>
                <a:gd name="csY2" fmla="*/ 104781 h 392496"/>
                <a:gd name="csX3" fmla="*/ 213627 w 648350"/>
                <a:gd name="csY3" fmla="*/ 16910 h 392496"/>
                <a:gd name="csX4" fmla="*/ 366449 w 648350"/>
                <a:gd name="csY4" fmla="*/ 673 h 392496"/>
                <a:gd name="csX5" fmla="*/ 543121 w 648350"/>
                <a:gd name="csY5" fmla="*/ 25503 h 392496"/>
                <a:gd name="csX6" fmla="*/ 634849 w 648350"/>
                <a:gd name="csY6" fmla="*/ 81854 h 392496"/>
                <a:gd name="csX7" fmla="*/ 648326 w 648350"/>
                <a:gd name="csY7" fmla="*/ 107983 h 3924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648350" h="392496">
                  <a:moveTo>
                    <a:pt x="287793" y="392448"/>
                  </a:moveTo>
                  <a:cubicBezTo>
                    <a:pt x="287793" y="392448"/>
                    <a:pt x="7305" y="300567"/>
                    <a:pt x="607" y="275736"/>
                  </a:cubicBezTo>
                  <a:cubicBezTo>
                    <a:pt x="-6009" y="250905"/>
                    <a:pt x="40711" y="141072"/>
                    <a:pt x="79918" y="104781"/>
                  </a:cubicBezTo>
                  <a:cubicBezTo>
                    <a:pt x="119043" y="68483"/>
                    <a:pt x="166825" y="30281"/>
                    <a:pt x="213627" y="16910"/>
                  </a:cubicBezTo>
                  <a:cubicBezTo>
                    <a:pt x="260429" y="3539"/>
                    <a:pt x="333942" y="-2194"/>
                    <a:pt x="366449" y="673"/>
                  </a:cubicBezTo>
                  <a:cubicBezTo>
                    <a:pt x="398876" y="3539"/>
                    <a:pt x="511594" y="14999"/>
                    <a:pt x="543121" y="25503"/>
                  </a:cubicBezTo>
                  <a:cubicBezTo>
                    <a:pt x="574651" y="36015"/>
                    <a:pt x="621289" y="55732"/>
                    <a:pt x="634849" y="81854"/>
                  </a:cubicBezTo>
                  <a:cubicBezTo>
                    <a:pt x="648326" y="107983"/>
                    <a:pt x="648326" y="107983"/>
                    <a:pt x="648326" y="107983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  <a:prstDash val="solid"/>
              <a:round/>
              <a:extLst>
                <a:ext uri="{C807C97D-BFC1-408E-A445-0C87EB9F89A2}">
                  <ask:lineSketchStyleProps xmlns:ask="http://schemas.microsoft.com/office/drawing/2018/sketchyshapes" sd="3129992882">
                    <a:custGeom>
                      <a:avLst/>
                      <a:gdLst>
                        <a:gd name="csX0" fmla="*/ 287793 w 648350"/>
                        <a:gd name="csY0" fmla="*/ 392448 h 392496"/>
                        <a:gd name="csX1" fmla="*/ 607 w 648350"/>
                        <a:gd name="csY1" fmla="*/ 275736 h 392496"/>
                        <a:gd name="csX2" fmla="*/ 79918 w 648350"/>
                        <a:gd name="csY2" fmla="*/ 104781 h 392496"/>
                        <a:gd name="csX3" fmla="*/ 213627 w 648350"/>
                        <a:gd name="csY3" fmla="*/ 16910 h 392496"/>
                        <a:gd name="csX4" fmla="*/ 366449 w 648350"/>
                        <a:gd name="csY4" fmla="*/ 673 h 392496"/>
                        <a:gd name="csX5" fmla="*/ 543121 w 648350"/>
                        <a:gd name="csY5" fmla="*/ 25503 h 392496"/>
                        <a:gd name="csX6" fmla="*/ 634849 w 648350"/>
                        <a:gd name="csY6" fmla="*/ 81854 h 392496"/>
                        <a:gd name="csX7" fmla="*/ 648326 w 648350"/>
                        <a:gd name="csY7" fmla="*/ 107983 h 392496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</a:cxnLst>
                      <a:rect l="l" t="t" r="r" b="b"/>
                      <a:pathLst>
                        <a:path w="648350" h="392496" extrusionOk="0">
                          <a:moveTo>
                            <a:pt x="287793" y="392448"/>
                          </a:moveTo>
                          <a:cubicBezTo>
                            <a:pt x="287709" y="393030"/>
                            <a:pt x="14348" y="297866"/>
                            <a:pt x="607" y="275736"/>
                          </a:cubicBezTo>
                          <a:cubicBezTo>
                            <a:pt x="-2033" y="258607"/>
                            <a:pt x="42763" y="142080"/>
                            <a:pt x="79918" y="104781"/>
                          </a:cubicBezTo>
                          <a:cubicBezTo>
                            <a:pt x="126727" y="77944"/>
                            <a:pt x="179965" y="30949"/>
                            <a:pt x="213627" y="16910"/>
                          </a:cubicBezTo>
                          <a:cubicBezTo>
                            <a:pt x="259874" y="-3360"/>
                            <a:pt x="337918" y="-2340"/>
                            <a:pt x="366449" y="673"/>
                          </a:cubicBezTo>
                          <a:cubicBezTo>
                            <a:pt x="398183" y="3103"/>
                            <a:pt x="512969" y="18102"/>
                            <a:pt x="543121" y="25503"/>
                          </a:cubicBezTo>
                          <a:cubicBezTo>
                            <a:pt x="573603" y="35693"/>
                            <a:pt x="621434" y="58401"/>
                            <a:pt x="634849" y="81854"/>
                          </a:cubicBezTo>
                          <a:cubicBezTo>
                            <a:pt x="648326" y="107984"/>
                            <a:pt x="648326" y="107983"/>
                            <a:pt x="648326" y="107983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375" name="テキスト ボックス 374">
            <a:extLst>
              <a:ext uri="{FF2B5EF4-FFF2-40B4-BE49-F238E27FC236}">
                <a16:creationId xmlns:a16="http://schemas.microsoft.com/office/drawing/2014/main" id="{6D4FCA35-1C65-03C8-E5F2-9B2BF2FD49BD}"/>
              </a:ext>
            </a:extLst>
          </p:cNvPr>
          <p:cNvSpPr txBox="1"/>
          <p:nvPr/>
        </p:nvSpPr>
        <p:spPr>
          <a:xfrm>
            <a:off x="5496560" y="1855282"/>
            <a:ext cx="2440092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/>
              <a:t>パイプ</a:t>
            </a:r>
            <a:endParaRPr kumimoji="1" lang="en-US" altLang="ja-JP" sz="1100" dirty="0"/>
          </a:p>
          <a:p>
            <a:r>
              <a:rPr kumimoji="1" lang="ja-JP" altLang="en-US" sz="800" dirty="0">
                <a:solidFill>
                  <a:schemeClr val="bg1">
                    <a:lumMod val="75000"/>
                  </a:schemeClr>
                </a:solidFill>
              </a:rPr>
              <a:t>アクリル　肉厚</a:t>
            </a:r>
            <a:r>
              <a:rPr kumimoji="1" lang="en-US" altLang="ja-JP" sz="800" dirty="0">
                <a:solidFill>
                  <a:schemeClr val="bg1">
                    <a:lumMod val="75000"/>
                  </a:schemeClr>
                </a:solidFill>
              </a:rPr>
              <a:t>2mm</a:t>
            </a:r>
            <a:r>
              <a:rPr kumimoji="1" lang="ja-JP" altLang="en-US" sz="800" dirty="0">
                <a:solidFill>
                  <a:schemeClr val="bg1">
                    <a:lumMod val="75000"/>
                  </a:schemeClr>
                </a:solidFill>
              </a:rPr>
              <a:t>　外径</a:t>
            </a:r>
            <a:r>
              <a:rPr kumimoji="1" lang="en-US" altLang="ja-JP" sz="800" dirty="0">
                <a:solidFill>
                  <a:schemeClr val="bg1">
                    <a:lumMod val="75000"/>
                  </a:schemeClr>
                </a:solidFill>
              </a:rPr>
              <a:t>40mm</a:t>
            </a:r>
            <a:r>
              <a:rPr kumimoji="1" lang="ja-JP" altLang="en-US" sz="800" dirty="0">
                <a:solidFill>
                  <a:schemeClr val="bg1">
                    <a:lumMod val="75000"/>
                  </a:schemeClr>
                </a:solidFill>
              </a:rPr>
              <a:t>　定尺</a:t>
            </a:r>
            <a:r>
              <a:rPr kumimoji="1" lang="en-US" altLang="ja-JP" sz="800" dirty="0">
                <a:solidFill>
                  <a:schemeClr val="bg1">
                    <a:lumMod val="75000"/>
                  </a:schemeClr>
                </a:solidFill>
              </a:rPr>
              <a:t>1020mm</a:t>
            </a:r>
            <a:endParaRPr kumimoji="1" lang="ja-JP" alt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77" name="テキスト ボックス 376">
            <a:extLst>
              <a:ext uri="{FF2B5EF4-FFF2-40B4-BE49-F238E27FC236}">
                <a16:creationId xmlns:a16="http://schemas.microsoft.com/office/drawing/2014/main" id="{F28D8B06-12D6-F825-7067-B3F793E19770}"/>
              </a:ext>
            </a:extLst>
          </p:cNvPr>
          <p:cNvSpPr txBox="1"/>
          <p:nvPr/>
        </p:nvSpPr>
        <p:spPr>
          <a:xfrm>
            <a:off x="8226752" y="1123856"/>
            <a:ext cx="2074607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/>
              <a:t>掃除機</a:t>
            </a:r>
            <a:endParaRPr kumimoji="1" lang="en-US" altLang="ja-JP" sz="1100" dirty="0"/>
          </a:p>
          <a:p>
            <a:r>
              <a:rPr kumimoji="1" lang="ja-JP" altLang="en-US" sz="800" dirty="0">
                <a:solidFill>
                  <a:schemeClr val="bg1">
                    <a:lumMod val="75000"/>
                  </a:schemeClr>
                </a:solidFill>
              </a:rPr>
              <a:t>日立　紙パック式クリーナー（</a:t>
            </a:r>
            <a:r>
              <a:rPr kumimoji="1" lang="en-US" altLang="ja-JP" sz="800" dirty="0">
                <a:solidFill>
                  <a:schemeClr val="bg1">
                    <a:lumMod val="75000"/>
                  </a:schemeClr>
                </a:solidFill>
              </a:rPr>
              <a:t>CV-VR7</a:t>
            </a:r>
            <a:r>
              <a:rPr kumimoji="1" lang="ja-JP" altLang="en-US" sz="800" dirty="0">
                <a:solidFill>
                  <a:schemeClr val="bg1">
                    <a:lumMod val="75000"/>
                  </a:schemeClr>
                </a:solidFill>
              </a:rPr>
              <a:t>）</a:t>
            </a:r>
          </a:p>
        </p:txBody>
      </p:sp>
      <p:sp>
        <p:nvSpPr>
          <p:cNvPr id="381" name="テキスト ボックス 380">
            <a:extLst>
              <a:ext uri="{FF2B5EF4-FFF2-40B4-BE49-F238E27FC236}">
                <a16:creationId xmlns:a16="http://schemas.microsoft.com/office/drawing/2014/main" id="{CCAC7376-0807-8059-26DD-269C7B365036}"/>
              </a:ext>
            </a:extLst>
          </p:cNvPr>
          <p:cNvSpPr txBox="1"/>
          <p:nvPr/>
        </p:nvSpPr>
        <p:spPr>
          <a:xfrm>
            <a:off x="5620944" y="5249572"/>
            <a:ext cx="2808782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/>
              <a:t>レーザーポインター</a:t>
            </a:r>
            <a:endParaRPr kumimoji="1" lang="en-US" altLang="ja-JP" sz="1100" dirty="0"/>
          </a:p>
          <a:p>
            <a:r>
              <a:rPr kumimoji="1" lang="ja-JP" altLang="en-US" sz="800" dirty="0">
                <a:solidFill>
                  <a:schemeClr val="bg1">
                    <a:lumMod val="75000"/>
                  </a:schemeClr>
                </a:solidFill>
              </a:rPr>
              <a:t>ライフパッション　猫　おもちゃ　</a:t>
            </a:r>
            <a:r>
              <a:rPr kumimoji="1" lang="en-US" altLang="ja-JP" sz="800" dirty="0">
                <a:solidFill>
                  <a:schemeClr val="bg1">
                    <a:lumMod val="75000"/>
                  </a:schemeClr>
                </a:solidFill>
              </a:rPr>
              <a:t>7in1</a:t>
            </a:r>
            <a:r>
              <a:rPr kumimoji="1" lang="ja-JP" altLang="en-US" sz="800" dirty="0">
                <a:solidFill>
                  <a:schemeClr val="bg1">
                    <a:lumMod val="75000"/>
                  </a:schemeClr>
                </a:solidFill>
              </a:rPr>
              <a:t>多機能</a:t>
            </a:r>
            <a:r>
              <a:rPr kumimoji="1" lang="en-US" altLang="ja-JP" sz="800" dirty="0">
                <a:solidFill>
                  <a:schemeClr val="bg1">
                    <a:lumMod val="75000"/>
                  </a:schemeClr>
                </a:solidFill>
              </a:rPr>
              <a:t>LED</a:t>
            </a:r>
            <a:r>
              <a:rPr kumimoji="1" lang="ja-JP" altLang="en-US" sz="800" dirty="0">
                <a:solidFill>
                  <a:schemeClr val="bg1">
                    <a:lumMod val="75000"/>
                  </a:schemeClr>
                </a:solidFill>
              </a:rPr>
              <a:t>ライト</a:t>
            </a:r>
          </a:p>
        </p:txBody>
      </p:sp>
      <p:sp>
        <p:nvSpPr>
          <p:cNvPr id="383" name="テキスト ボックス 382">
            <a:extLst>
              <a:ext uri="{FF2B5EF4-FFF2-40B4-BE49-F238E27FC236}">
                <a16:creationId xmlns:a16="http://schemas.microsoft.com/office/drawing/2014/main" id="{552F545E-8F8C-63B1-2205-F1D3CE3AD60A}"/>
              </a:ext>
            </a:extLst>
          </p:cNvPr>
          <p:cNvSpPr txBox="1"/>
          <p:nvPr/>
        </p:nvSpPr>
        <p:spPr>
          <a:xfrm>
            <a:off x="8145923" y="5629673"/>
            <a:ext cx="2545890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/>
              <a:t>T</a:t>
            </a:r>
            <a:r>
              <a:rPr kumimoji="1" lang="ja-JP" altLang="en-US" sz="1100" dirty="0"/>
              <a:t>字継手</a:t>
            </a:r>
            <a:endParaRPr kumimoji="1" lang="en-US" altLang="ja-JP" sz="1100" dirty="0"/>
          </a:p>
          <a:p>
            <a:r>
              <a:rPr kumimoji="1" lang="ja-JP" altLang="en-US" sz="800" dirty="0">
                <a:solidFill>
                  <a:schemeClr val="bg1">
                    <a:lumMod val="75000"/>
                  </a:schemeClr>
                </a:solidFill>
              </a:rPr>
              <a:t>肉厚</a:t>
            </a:r>
            <a:r>
              <a:rPr kumimoji="1" lang="en-US" altLang="ja-JP" sz="800" dirty="0">
                <a:solidFill>
                  <a:schemeClr val="bg1">
                    <a:lumMod val="75000"/>
                  </a:schemeClr>
                </a:solidFill>
              </a:rPr>
              <a:t>2mm</a:t>
            </a:r>
            <a:r>
              <a:rPr kumimoji="1" lang="ja-JP" altLang="en-US" sz="800" dirty="0">
                <a:solidFill>
                  <a:schemeClr val="bg1">
                    <a:lumMod val="75000"/>
                  </a:schemeClr>
                </a:solidFill>
              </a:rPr>
              <a:t>　外径</a:t>
            </a:r>
            <a:r>
              <a:rPr kumimoji="1" lang="en-US" altLang="ja-JP" sz="800" dirty="0">
                <a:solidFill>
                  <a:schemeClr val="bg1">
                    <a:lumMod val="75000"/>
                  </a:schemeClr>
                </a:solidFill>
              </a:rPr>
              <a:t>45mm</a:t>
            </a:r>
            <a:r>
              <a:rPr kumimoji="1" lang="ja-JP" altLang="en-US" sz="800" dirty="0">
                <a:solidFill>
                  <a:schemeClr val="bg1">
                    <a:lumMod val="75000"/>
                  </a:schemeClr>
                </a:solidFill>
              </a:rPr>
              <a:t>　高さ</a:t>
            </a:r>
            <a:r>
              <a:rPr kumimoji="1" lang="en-US" altLang="ja-JP" sz="800" dirty="0">
                <a:solidFill>
                  <a:schemeClr val="bg1">
                    <a:lumMod val="75000"/>
                  </a:schemeClr>
                </a:solidFill>
              </a:rPr>
              <a:t>100mm</a:t>
            </a:r>
            <a:r>
              <a:rPr kumimoji="1" lang="ja-JP" altLang="en-US" sz="800" dirty="0">
                <a:solidFill>
                  <a:schemeClr val="bg1">
                    <a:lumMod val="75000"/>
                  </a:schemeClr>
                </a:solidFill>
              </a:rPr>
              <a:t>　長さ</a:t>
            </a:r>
            <a:r>
              <a:rPr kumimoji="1" lang="en-US" altLang="ja-JP" sz="800" dirty="0">
                <a:solidFill>
                  <a:schemeClr val="bg1">
                    <a:lumMod val="75000"/>
                  </a:schemeClr>
                </a:solidFill>
              </a:rPr>
              <a:t>22.5mm</a:t>
            </a:r>
            <a:endParaRPr kumimoji="1" lang="ja-JP" alt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92" name="テキスト ボックス 391">
            <a:extLst>
              <a:ext uri="{FF2B5EF4-FFF2-40B4-BE49-F238E27FC236}">
                <a16:creationId xmlns:a16="http://schemas.microsoft.com/office/drawing/2014/main" id="{26D1103C-1D5A-035C-713A-C98F7D99A77F}"/>
              </a:ext>
            </a:extLst>
          </p:cNvPr>
          <p:cNvSpPr txBox="1"/>
          <p:nvPr/>
        </p:nvSpPr>
        <p:spPr>
          <a:xfrm>
            <a:off x="5763260" y="4138494"/>
            <a:ext cx="3257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/>
              <a:t>弾</a:t>
            </a:r>
          </a:p>
        </p:txBody>
      </p:sp>
      <p:cxnSp>
        <p:nvCxnSpPr>
          <p:cNvPr id="394" name="直線コネクタ 393">
            <a:extLst>
              <a:ext uri="{FF2B5EF4-FFF2-40B4-BE49-F238E27FC236}">
                <a16:creationId xmlns:a16="http://schemas.microsoft.com/office/drawing/2014/main" id="{9CD41044-D174-EE05-8D4E-48AAF7FE9F15}"/>
              </a:ext>
            </a:extLst>
          </p:cNvPr>
          <p:cNvCxnSpPr>
            <a:cxnSpLocks/>
          </p:cNvCxnSpPr>
          <p:nvPr/>
        </p:nvCxnSpPr>
        <p:spPr>
          <a:xfrm flipV="1">
            <a:off x="5763260" y="2246064"/>
            <a:ext cx="0" cy="147497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headEnd type="oval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2" name="直線コネクタ 401">
            <a:extLst>
              <a:ext uri="{FF2B5EF4-FFF2-40B4-BE49-F238E27FC236}">
                <a16:creationId xmlns:a16="http://schemas.microsoft.com/office/drawing/2014/main" id="{AEE71E6F-0C2E-F208-4345-65BB0E22AB06}"/>
              </a:ext>
            </a:extLst>
          </p:cNvPr>
          <p:cNvCxnSpPr>
            <a:cxnSpLocks/>
          </p:cNvCxnSpPr>
          <p:nvPr/>
        </p:nvCxnSpPr>
        <p:spPr>
          <a:xfrm flipV="1">
            <a:off x="8597900" y="1508577"/>
            <a:ext cx="0" cy="147497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headEnd type="oval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3" name="直線コネクタ 402">
            <a:extLst>
              <a:ext uri="{FF2B5EF4-FFF2-40B4-BE49-F238E27FC236}">
                <a16:creationId xmlns:a16="http://schemas.microsoft.com/office/drawing/2014/main" id="{245CDFA3-C072-206C-CB9D-82E21F5EB5FF}"/>
              </a:ext>
            </a:extLst>
          </p:cNvPr>
          <p:cNvCxnSpPr>
            <a:cxnSpLocks/>
            <a:endCxn id="392" idx="1"/>
          </p:cNvCxnSpPr>
          <p:nvPr/>
        </p:nvCxnSpPr>
        <p:spPr>
          <a:xfrm>
            <a:off x="4635500" y="3928431"/>
            <a:ext cx="1127760" cy="340868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headEnd type="oval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8" name="直線コネクタ 407">
            <a:extLst>
              <a:ext uri="{FF2B5EF4-FFF2-40B4-BE49-F238E27FC236}">
                <a16:creationId xmlns:a16="http://schemas.microsoft.com/office/drawing/2014/main" id="{CDE9F644-B691-6960-1CFE-8A52DE20AE89}"/>
              </a:ext>
            </a:extLst>
          </p:cNvPr>
          <p:cNvCxnSpPr>
            <a:cxnSpLocks/>
          </p:cNvCxnSpPr>
          <p:nvPr/>
        </p:nvCxnSpPr>
        <p:spPr>
          <a:xfrm flipH="1">
            <a:off x="6180614" y="3323278"/>
            <a:ext cx="1007586" cy="192629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headEnd type="oval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0" name="直線コネクタ 409">
            <a:extLst>
              <a:ext uri="{FF2B5EF4-FFF2-40B4-BE49-F238E27FC236}">
                <a16:creationId xmlns:a16="http://schemas.microsoft.com/office/drawing/2014/main" id="{A293F80C-22DA-E728-9144-ED21B5CC1137}"/>
              </a:ext>
            </a:extLst>
          </p:cNvPr>
          <p:cNvCxnSpPr>
            <a:cxnSpLocks/>
          </p:cNvCxnSpPr>
          <p:nvPr/>
        </p:nvCxnSpPr>
        <p:spPr>
          <a:xfrm flipH="1">
            <a:off x="8563277" y="2993156"/>
            <a:ext cx="952048" cy="2636517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headEnd type="oval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8" name="直線コネクタ 417">
            <a:extLst>
              <a:ext uri="{FF2B5EF4-FFF2-40B4-BE49-F238E27FC236}">
                <a16:creationId xmlns:a16="http://schemas.microsoft.com/office/drawing/2014/main" id="{1221A94A-DBE5-BE74-9382-3F4890801969}"/>
              </a:ext>
            </a:extLst>
          </p:cNvPr>
          <p:cNvCxnSpPr>
            <a:cxnSpLocks/>
            <a:endCxn id="426" idx="0"/>
          </p:cNvCxnSpPr>
          <p:nvPr/>
        </p:nvCxnSpPr>
        <p:spPr>
          <a:xfrm flipH="1">
            <a:off x="7329265" y="3330256"/>
            <a:ext cx="474362" cy="1564493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headEnd type="oval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0" name="直線コネクタ 419">
            <a:extLst>
              <a:ext uri="{FF2B5EF4-FFF2-40B4-BE49-F238E27FC236}">
                <a16:creationId xmlns:a16="http://schemas.microsoft.com/office/drawing/2014/main" id="{2D282D29-DF9D-8DB9-19D8-837277C1ED1D}"/>
              </a:ext>
            </a:extLst>
          </p:cNvPr>
          <p:cNvCxnSpPr>
            <a:cxnSpLocks/>
            <a:stCxn id="315" idx="7"/>
            <a:endCxn id="426" idx="0"/>
          </p:cNvCxnSpPr>
          <p:nvPr/>
        </p:nvCxnSpPr>
        <p:spPr>
          <a:xfrm flipH="1">
            <a:off x="7329265" y="3152241"/>
            <a:ext cx="980545" cy="1742508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headEnd type="oval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6" name="テキスト ボックス 425">
            <a:extLst>
              <a:ext uri="{FF2B5EF4-FFF2-40B4-BE49-F238E27FC236}">
                <a16:creationId xmlns:a16="http://schemas.microsoft.com/office/drawing/2014/main" id="{B05DBA84-417D-1426-5E41-A6D3CFBB6512}"/>
              </a:ext>
            </a:extLst>
          </p:cNvPr>
          <p:cNvSpPr txBox="1"/>
          <p:nvPr/>
        </p:nvSpPr>
        <p:spPr>
          <a:xfrm>
            <a:off x="7025335" y="4894749"/>
            <a:ext cx="607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/>
              <a:t>照準器</a:t>
            </a:r>
          </a:p>
        </p:txBody>
      </p:sp>
      <p:sp>
        <p:nvSpPr>
          <p:cNvPr id="432" name="テキスト ボックス 431">
            <a:extLst>
              <a:ext uri="{FF2B5EF4-FFF2-40B4-BE49-F238E27FC236}">
                <a16:creationId xmlns:a16="http://schemas.microsoft.com/office/drawing/2014/main" id="{E57F4897-11EE-99DD-9FEF-F493D7085083}"/>
              </a:ext>
            </a:extLst>
          </p:cNvPr>
          <p:cNvSpPr txBox="1"/>
          <p:nvPr/>
        </p:nvSpPr>
        <p:spPr>
          <a:xfrm>
            <a:off x="6265601" y="7007875"/>
            <a:ext cx="44262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/>
              <a:t>真空砲の大部分（掃除機・パイプ等）は</a:t>
            </a:r>
            <a:r>
              <a:rPr kumimoji="1" lang="en-US" altLang="ja-JP" sz="1100" dirty="0"/>
              <a:t>76</a:t>
            </a:r>
            <a:r>
              <a:rPr kumimoji="1" lang="ja-JP" altLang="en-US" sz="1100" dirty="0"/>
              <a:t>回生理科部が作ったもの</a:t>
            </a:r>
            <a:endParaRPr kumimoji="1" lang="en-US" altLang="ja-JP" sz="1100" dirty="0"/>
          </a:p>
        </p:txBody>
      </p:sp>
      <p:cxnSp>
        <p:nvCxnSpPr>
          <p:cNvPr id="433" name="直線コネクタ 432">
            <a:extLst>
              <a:ext uri="{FF2B5EF4-FFF2-40B4-BE49-F238E27FC236}">
                <a16:creationId xmlns:a16="http://schemas.microsoft.com/office/drawing/2014/main" id="{9A7B344A-DEEE-CFF2-0A3B-E3D802861C59}"/>
              </a:ext>
            </a:extLst>
          </p:cNvPr>
          <p:cNvCxnSpPr>
            <a:cxnSpLocks/>
          </p:cNvCxnSpPr>
          <p:nvPr/>
        </p:nvCxnSpPr>
        <p:spPr>
          <a:xfrm flipV="1">
            <a:off x="9705340" y="2133600"/>
            <a:ext cx="0" cy="859556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headEnd type="oval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6" name="テキスト ボックス 435">
            <a:extLst>
              <a:ext uri="{FF2B5EF4-FFF2-40B4-BE49-F238E27FC236}">
                <a16:creationId xmlns:a16="http://schemas.microsoft.com/office/drawing/2014/main" id="{D486C409-6002-FE4D-BC00-22934894A57D}"/>
              </a:ext>
            </a:extLst>
          </p:cNvPr>
          <p:cNvSpPr txBox="1"/>
          <p:nvPr/>
        </p:nvSpPr>
        <p:spPr>
          <a:xfrm>
            <a:off x="9390762" y="1875230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/>
              <a:t>アルミホイル</a:t>
            </a:r>
          </a:p>
        </p:txBody>
      </p:sp>
      <p:sp>
        <p:nvSpPr>
          <p:cNvPr id="438" name="テキスト ボックス 437">
            <a:extLst>
              <a:ext uri="{FF2B5EF4-FFF2-40B4-BE49-F238E27FC236}">
                <a16:creationId xmlns:a16="http://schemas.microsoft.com/office/drawing/2014/main" id="{EAD1074D-8DCB-F4D2-3448-01BA71124622}"/>
              </a:ext>
            </a:extLst>
          </p:cNvPr>
          <p:cNvSpPr txBox="1"/>
          <p:nvPr/>
        </p:nvSpPr>
        <p:spPr>
          <a:xfrm>
            <a:off x="-152784" y="-79143"/>
            <a:ext cx="66556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8000" i="1" dirty="0">
                <a:solidFill>
                  <a:schemeClr val="bg1"/>
                </a:solidFill>
                <a:latin typeface="Garamond" panose="02020404030301010803" pitchFamily="18" charset="0"/>
                <a:ea typeface="+mj-ea"/>
              </a:rPr>
              <a:t>1</a:t>
            </a:r>
            <a:endParaRPr kumimoji="1" lang="ja-JP" altLang="en-US" sz="8000" i="1" dirty="0">
              <a:solidFill>
                <a:schemeClr val="bg1"/>
              </a:solidFill>
              <a:latin typeface="Garamond" panose="02020404030301010803" pitchFamily="18" charset="0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7272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DCA29F41-FF7E-6E32-36DF-E93605FC12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41360" y="2399566"/>
            <a:ext cx="6983642" cy="3522541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C48A890-7133-69AD-8B91-786D761B3DB6}"/>
              </a:ext>
            </a:extLst>
          </p:cNvPr>
          <p:cNvSpPr/>
          <p:nvPr/>
        </p:nvSpPr>
        <p:spPr>
          <a:xfrm>
            <a:off x="90000" y="0"/>
            <a:ext cx="180000" cy="872775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88B59E5-F528-AEE8-E00B-F578B9042C37}"/>
              </a:ext>
            </a:extLst>
          </p:cNvPr>
          <p:cNvSpPr txBox="1"/>
          <p:nvPr/>
        </p:nvSpPr>
        <p:spPr>
          <a:xfrm>
            <a:off x="-152784" y="-79143"/>
            <a:ext cx="66556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8000" i="1" dirty="0">
                <a:solidFill>
                  <a:schemeClr val="bg1"/>
                </a:solidFill>
                <a:latin typeface="Garamond" panose="02020404030301010803" pitchFamily="18" charset="0"/>
                <a:ea typeface="+mj-ea"/>
              </a:rPr>
              <a:t>2</a:t>
            </a:r>
            <a:endParaRPr kumimoji="1" lang="ja-JP" altLang="en-US" sz="8000" i="1" dirty="0">
              <a:solidFill>
                <a:schemeClr val="bg1"/>
              </a:solidFill>
              <a:latin typeface="Garamond" panose="02020404030301010803" pitchFamily="18" charset="0"/>
              <a:ea typeface="+mj-ea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EA368A4-89EA-6518-D34E-3D6483C384F3}"/>
              </a:ext>
            </a:extLst>
          </p:cNvPr>
          <p:cNvSpPr txBox="1"/>
          <p:nvPr/>
        </p:nvSpPr>
        <p:spPr>
          <a:xfrm>
            <a:off x="288000" y="29019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>
                <a:latin typeface="+mj-ea"/>
                <a:ea typeface="+mj-ea"/>
              </a:rPr>
              <a:t>目次</a:t>
            </a:r>
          </a:p>
        </p:txBody>
      </p:sp>
      <p:grpSp>
        <p:nvGrpSpPr>
          <p:cNvPr id="113" name="グループ化 112">
            <a:extLst>
              <a:ext uri="{FF2B5EF4-FFF2-40B4-BE49-F238E27FC236}">
                <a16:creationId xmlns:a16="http://schemas.microsoft.com/office/drawing/2014/main" id="{89AC14B2-AB88-BA42-CECF-DD09CE01FC1F}"/>
              </a:ext>
            </a:extLst>
          </p:cNvPr>
          <p:cNvGrpSpPr/>
          <p:nvPr/>
        </p:nvGrpSpPr>
        <p:grpSpPr>
          <a:xfrm>
            <a:off x="7490513" y="214100"/>
            <a:ext cx="2913300" cy="582585"/>
            <a:chOff x="320" y="6779024"/>
            <a:chExt cx="4154610" cy="830816"/>
          </a:xfrm>
        </p:grpSpPr>
        <p:grpSp>
          <p:nvGrpSpPr>
            <p:cNvPr id="17" name="グラフィックス 13">
              <a:extLst>
                <a:ext uri="{FF2B5EF4-FFF2-40B4-BE49-F238E27FC236}">
                  <a16:creationId xmlns:a16="http://schemas.microsoft.com/office/drawing/2014/main" id="{58389812-CC17-5CFD-E1A7-509C3FB02A83}"/>
                </a:ext>
              </a:extLst>
            </p:cNvPr>
            <p:cNvGrpSpPr/>
            <p:nvPr/>
          </p:nvGrpSpPr>
          <p:grpSpPr>
            <a:xfrm>
              <a:off x="320" y="6779024"/>
              <a:ext cx="4154610" cy="810631"/>
              <a:chOff x="320" y="6779024"/>
              <a:chExt cx="4154610" cy="810631"/>
            </a:xfrm>
          </p:grpSpPr>
          <p:grpSp>
            <p:nvGrpSpPr>
              <p:cNvPr id="18" name="グラフィックス 13">
                <a:extLst>
                  <a:ext uri="{FF2B5EF4-FFF2-40B4-BE49-F238E27FC236}">
                    <a16:creationId xmlns:a16="http://schemas.microsoft.com/office/drawing/2014/main" id="{7BDC4810-F11A-ED7C-3667-1D041C15106E}"/>
                  </a:ext>
                </a:extLst>
              </p:cNvPr>
              <p:cNvGrpSpPr/>
              <p:nvPr/>
            </p:nvGrpSpPr>
            <p:grpSpPr>
              <a:xfrm>
                <a:off x="148295" y="7299523"/>
                <a:ext cx="571179" cy="288831"/>
                <a:chOff x="148295" y="7299523"/>
                <a:chExt cx="571179" cy="288831"/>
              </a:xfrm>
            </p:grpSpPr>
            <p:sp>
              <p:nvSpPr>
                <p:cNvPr id="19" name="フリーフォーム: 図形 18">
                  <a:extLst>
                    <a:ext uri="{FF2B5EF4-FFF2-40B4-BE49-F238E27FC236}">
                      <a16:creationId xmlns:a16="http://schemas.microsoft.com/office/drawing/2014/main" id="{F2E878D6-918C-1455-A5AF-F52FC8E79CC1}"/>
                    </a:ext>
                  </a:extLst>
                </p:cNvPr>
                <p:cNvSpPr/>
                <p:nvPr/>
              </p:nvSpPr>
              <p:spPr>
                <a:xfrm>
                  <a:off x="353786" y="7299523"/>
                  <a:ext cx="365688" cy="288831"/>
                </a:xfrm>
                <a:custGeom>
                  <a:avLst/>
                  <a:gdLst>
                    <a:gd name="csX0" fmla="*/ 21318 w 365688"/>
                    <a:gd name="csY0" fmla="*/ 11519 h 288831"/>
                    <a:gd name="csX1" fmla="*/ 46568 w 365688"/>
                    <a:gd name="csY1" fmla="*/ 726 h 288831"/>
                    <a:gd name="csX2" fmla="*/ 73277 w 365688"/>
                    <a:gd name="csY2" fmla="*/ 8591 h 288831"/>
                    <a:gd name="csX3" fmla="*/ 81510 w 365688"/>
                    <a:gd name="csY3" fmla="*/ 31281 h 288831"/>
                    <a:gd name="csX4" fmla="*/ 81694 w 365688"/>
                    <a:gd name="csY4" fmla="*/ 44819 h 288831"/>
                    <a:gd name="csX5" fmla="*/ 86631 w 365688"/>
                    <a:gd name="csY5" fmla="*/ 54516 h 288831"/>
                    <a:gd name="csX6" fmla="*/ 87544 w 365688"/>
                    <a:gd name="csY6" fmla="*/ 69335 h 288831"/>
                    <a:gd name="csX7" fmla="*/ 91207 w 365688"/>
                    <a:gd name="csY7" fmla="*/ 77568 h 288831"/>
                    <a:gd name="csX8" fmla="*/ 107857 w 365688"/>
                    <a:gd name="csY8" fmla="*/ 84514 h 288831"/>
                    <a:gd name="csX9" fmla="*/ 144991 w 365688"/>
                    <a:gd name="csY9" fmla="*/ 86530 h 288831"/>
                    <a:gd name="csX10" fmla="*/ 215793 w 365688"/>
                    <a:gd name="csY10" fmla="*/ 79026 h 288831"/>
                    <a:gd name="csX11" fmla="*/ 237564 w 365688"/>
                    <a:gd name="csY11" fmla="*/ 75185 h 288831"/>
                    <a:gd name="csX12" fmla="*/ 240125 w 365688"/>
                    <a:gd name="csY12" fmla="*/ 72440 h 288831"/>
                    <a:gd name="csX13" fmla="*/ 253479 w 365688"/>
                    <a:gd name="csY13" fmla="*/ 62566 h 288831"/>
                    <a:gd name="csX14" fmla="*/ 258416 w 365688"/>
                    <a:gd name="csY14" fmla="*/ 59270 h 288831"/>
                    <a:gd name="csX15" fmla="*/ 272690 w 365688"/>
                    <a:gd name="csY15" fmla="*/ 54516 h 288831"/>
                    <a:gd name="csX16" fmla="*/ 277627 w 365688"/>
                    <a:gd name="csY16" fmla="*/ 56709 h 288831"/>
                    <a:gd name="csX17" fmla="*/ 271954 w 365688"/>
                    <a:gd name="csY17" fmla="*/ 58173 h 288831"/>
                    <a:gd name="csX18" fmla="*/ 267569 w 365688"/>
                    <a:gd name="csY18" fmla="*/ 61285 h 288831"/>
                    <a:gd name="csX19" fmla="*/ 270129 w 365688"/>
                    <a:gd name="csY19" fmla="*/ 61647 h 288831"/>
                    <a:gd name="csX20" fmla="*/ 277995 w 365688"/>
                    <a:gd name="csY20" fmla="*/ 62927 h 288831"/>
                    <a:gd name="csX21" fmla="*/ 277627 w 365688"/>
                    <a:gd name="csY21" fmla="*/ 66039 h 288831"/>
                    <a:gd name="csX22" fmla="*/ 272690 w 365688"/>
                    <a:gd name="csY22" fmla="*/ 66768 h 288831"/>
                    <a:gd name="csX23" fmla="*/ 272138 w 365688"/>
                    <a:gd name="csY23" fmla="*/ 68232 h 288831"/>
                    <a:gd name="csX24" fmla="*/ 277995 w 365688"/>
                    <a:gd name="csY24" fmla="*/ 69151 h 288831"/>
                    <a:gd name="csX25" fmla="*/ 278179 w 365688"/>
                    <a:gd name="csY25" fmla="*/ 73175 h 288831"/>
                    <a:gd name="csX26" fmla="*/ 272690 w 365688"/>
                    <a:gd name="csY26" fmla="*/ 72808 h 288831"/>
                    <a:gd name="csX27" fmla="*/ 275250 w 365688"/>
                    <a:gd name="csY27" fmla="*/ 75920 h 288831"/>
                    <a:gd name="csX28" fmla="*/ 278362 w 365688"/>
                    <a:gd name="csY28" fmla="*/ 78664 h 288831"/>
                    <a:gd name="csX29" fmla="*/ 275802 w 365688"/>
                    <a:gd name="csY29" fmla="*/ 82137 h 288831"/>
                    <a:gd name="csX30" fmla="*/ 270497 w 365688"/>
                    <a:gd name="csY30" fmla="*/ 84337 h 288831"/>
                    <a:gd name="csX31" fmla="*/ 251470 w 365688"/>
                    <a:gd name="csY31" fmla="*/ 95130 h 288831"/>
                    <a:gd name="csX32" fmla="*/ 244334 w 365688"/>
                    <a:gd name="csY32" fmla="*/ 94211 h 288831"/>
                    <a:gd name="csX33" fmla="*/ 225307 w 365688"/>
                    <a:gd name="csY33" fmla="*/ 102445 h 288831"/>
                    <a:gd name="csX34" fmla="*/ 206622 w 365688"/>
                    <a:gd name="csY34" fmla="*/ 107819 h 288831"/>
                    <a:gd name="csX35" fmla="*/ 184116 w 365688"/>
                    <a:gd name="csY35" fmla="*/ 114810 h 288831"/>
                    <a:gd name="csX36" fmla="*/ 202255 w 365688"/>
                    <a:gd name="csY36" fmla="*/ 128608 h 288831"/>
                    <a:gd name="csX37" fmla="*/ 211300 w 365688"/>
                    <a:gd name="csY37" fmla="*/ 134078 h 288831"/>
                    <a:gd name="csX38" fmla="*/ 235999 w 365688"/>
                    <a:gd name="csY38" fmla="*/ 118797 h 288831"/>
                    <a:gd name="csX39" fmla="*/ 228343 w 365688"/>
                    <a:gd name="csY39" fmla="*/ 130402 h 288831"/>
                    <a:gd name="csX40" fmla="*/ 253733 w 365688"/>
                    <a:gd name="csY40" fmla="*/ 125388 h 288831"/>
                    <a:gd name="csX41" fmla="*/ 254176 w 365688"/>
                    <a:gd name="csY41" fmla="*/ 128583 h 288831"/>
                    <a:gd name="csX42" fmla="*/ 237330 w 365688"/>
                    <a:gd name="csY42" fmla="*/ 134306 h 288831"/>
                    <a:gd name="csX43" fmla="*/ 254842 w 365688"/>
                    <a:gd name="csY43" fmla="*/ 134971 h 288831"/>
                    <a:gd name="csX44" fmla="*/ 253289 w 365688"/>
                    <a:gd name="csY44" fmla="*/ 139839 h 288831"/>
                    <a:gd name="csX45" fmla="*/ 248783 w 365688"/>
                    <a:gd name="csY45" fmla="*/ 140099 h 288831"/>
                    <a:gd name="csX46" fmla="*/ 253562 w 365688"/>
                    <a:gd name="csY46" fmla="*/ 141499 h 288831"/>
                    <a:gd name="csX47" fmla="*/ 253143 w 365688"/>
                    <a:gd name="csY47" fmla="*/ 144732 h 288831"/>
                    <a:gd name="csX48" fmla="*/ 256971 w 365688"/>
                    <a:gd name="csY48" fmla="*/ 145454 h 288831"/>
                    <a:gd name="csX49" fmla="*/ 255698 w 365688"/>
                    <a:gd name="csY49" fmla="*/ 149219 h 288831"/>
                    <a:gd name="csX50" fmla="*/ 242242 w 365688"/>
                    <a:gd name="csY50" fmla="*/ 156787 h 288831"/>
                    <a:gd name="csX51" fmla="*/ 236829 w 365688"/>
                    <a:gd name="csY51" fmla="*/ 159709 h 288831"/>
                    <a:gd name="csX52" fmla="*/ 280555 w 365688"/>
                    <a:gd name="csY52" fmla="*/ 204347 h 288831"/>
                    <a:gd name="csX53" fmla="*/ 288788 w 365688"/>
                    <a:gd name="csY53" fmla="*/ 208372 h 288831"/>
                    <a:gd name="csX54" fmla="*/ 308183 w 365688"/>
                    <a:gd name="csY54" fmla="*/ 218253 h 288831"/>
                    <a:gd name="csX55" fmla="*/ 331963 w 365688"/>
                    <a:gd name="csY55" fmla="*/ 232704 h 288831"/>
                    <a:gd name="csX56" fmla="*/ 357759 w 365688"/>
                    <a:gd name="csY56" fmla="*/ 235816 h 288831"/>
                    <a:gd name="csX57" fmla="*/ 365478 w 365688"/>
                    <a:gd name="csY57" fmla="*/ 249087 h 288831"/>
                    <a:gd name="csX58" fmla="*/ 361213 w 365688"/>
                    <a:gd name="csY58" fmla="*/ 257365 h 288831"/>
                    <a:gd name="csX59" fmla="*/ 335341 w 365688"/>
                    <a:gd name="csY59" fmla="*/ 265256 h 288831"/>
                    <a:gd name="csX60" fmla="*/ 299379 w 365688"/>
                    <a:gd name="csY60" fmla="*/ 266935 h 288831"/>
                    <a:gd name="csX61" fmla="*/ 294721 w 365688"/>
                    <a:gd name="csY61" fmla="*/ 271980 h 288831"/>
                    <a:gd name="csX62" fmla="*/ 274927 w 365688"/>
                    <a:gd name="csY62" fmla="*/ 285176 h 288831"/>
                    <a:gd name="csX63" fmla="*/ 257073 w 365688"/>
                    <a:gd name="csY63" fmla="*/ 289061 h 288831"/>
                    <a:gd name="csX64" fmla="*/ 226156 w 365688"/>
                    <a:gd name="csY64" fmla="*/ 284270 h 288831"/>
                    <a:gd name="csX65" fmla="*/ 209988 w 365688"/>
                    <a:gd name="csY65" fmla="*/ 280777 h 288831"/>
                    <a:gd name="csX66" fmla="*/ 193946 w 365688"/>
                    <a:gd name="csY66" fmla="*/ 282070 h 288831"/>
                    <a:gd name="csX67" fmla="*/ 174286 w 365688"/>
                    <a:gd name="csY67" fmla="*/ 279485 h 288831"/>
                    <a:gd name="csX68" fmla="*/ 157851 w 365688"/>
                    <a:gd name="csY68" fmla="*/ 270820 h 288831"/>
                    <a:gd name="csX69" fmla="*/ 151513 w 365688"/>
                    <a:gd name="csY69" fmla="*/ 256978 h 288831"/>
                    <a:gd name="csX70" fmla="*/ 156431 w 365688"/>
                    <a:gd name="csY70" fmla="*/ 242616 h 288831"/>
                    <a:gd name="csX71" fmla="*/ 162643 w 365688"/>
                    <a:gd name="csY71" fmla="*/ 238864 h 288831"/>
                    <a:gd name="csX72" fmla="*/ 161603 w 365688"/>
                    <a:gd name="csY72" fmla="*/ 232786 h 288831"/>
                    <a:gd name="csX73" fmla="*/ 158371 w 365688"/>
                    <a:gd name="csY73" fmla="*/ 229680 h 288831"/>
                    <a:gd name="csX74" fmla="*/ 155398 w 365688"/>
                    <a:gd name="csY74" fmla="*/ 236925 h 288831"/>
                    <a:gd name="csX75" fmla="*/ 147114 w 365688"/>
                    <a:gd name="csY75" fmla="*/ 241710 h 288831"/>
                    <a:gd name="csX76" fmla="*/ 134958 w 365688"/>
                    <a:gd name="csY76" fmla="*/ 248441 h 288831"/>
                    <a:gd name="csX77" fmla="*/ 112705 w 365688"/>
                    <a:gd name="csY77" fmla="*/ 255939 h 288831"/>
                    <a:gd name="csX78" fmla="*/ 100904 w 365688"/>
                    <a:gd name="csY78" fmla="*/ 268380 h 288831"/>
                    <a:gd name="csX79" fmla="*/ 77485 w 365688"/>
                    <a:gd name="csY79" fmla="*/ 272221 h 288831"/>
                    <a:gd name="csX80" fmla="*/ 53705 w 365688"/>
                    <a:gd name="csY80" fmla="*/ 272589 h 288831"/>
                    <a:gd name="csX81" fmla="*/ 37967 w 365688"/>
                    <a:gd name="csY81" fmla="*/ 262524 h 288831"/>
                    <a:gd name="csX82" fmla="*/ 32663 w 365688"/>
                    <a:gd name="csY82" fmla="*/ 258132 h 288831"/>
                    <a:gd name="csX83" fmla="*/ 22420 w 365688"/>
                    <a:gd name="csY83" fmla="*/ 249170 h 288831"/>
                    <a:gd name="csX84" fmla="*/ 16748 w 365688"/>
                    <a:gd name="csY84" fmla="*/ 249899 h 288831"/>
                    <a:gd name="csX85" fmla="*/ 7051 w 365688"/>
                    <a:gd name="csY85" fmla="*/ 234168 h 288831"/>
                    <a:gd name="csX86" fmla="*/ 3210 w 365688"/>
                    <a:gd name="csY86" fmla="*/ 199771 h 288831"/>
                    <a:gd name="csX87" fmla="*/ 98 w 365688"/>
                    <a:gd name="csY87" fmla="*/ 165565 h 288831"/>
                    <a:gd name="csX88" fmla="*/ 4306 w 365688"/>
                    <a:gd name="csY88" fmla="*/ 125680 h 288831"/>
                    <a:gd name="csX89" fmla="*/ 15284 w 365688"/>
                    <a:gd name="csY89" fmla="*/ 100797 h 288831"/>
                    <a:gd name="csX90" fmla="*/ 20772 w 365688"/>
                    <a:gd name="csY90" fmla="*/ 88361 h 288831"/>
                    <a:gd name="csX91" fmla="*/ 32295 w 365688"/>
                    <a:gd name="csY91" fmla="*/ 79945 h 288831"/>
                    <a:gd name="csX92" fmla="*/ 26261 w 365688"/>
                    <a:gd name="csY92" fmla="*/ 78480 h 288831"/>
                    <a:gd name="csX93" fmla="*/ 20405 w 365688"/>
                    <a:gd name="csY93" fmla="*/ 70431 h 288831"/>
                    <a:gd name="csX94" fmla="*/ 14003 w 365688"/>
                    <a:gd name="csY94" fmla="*/ 59821 h 288831"/>
                    <a:gd name="csX95" fmla="*/ 11627 w 365688"/>
                    <a:gd name="csY95" fmla="*/ 34754 h 288831"/>
                    <a:gd name="csX96" fmla="*/ 21318 w 365688"/>
                    <a:gd name="csY96" fmla="*/ 11519 h 28883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  <a:cxn ang="0">
                      <a:pos x="csX68" y="csY68"/>
                    </a:cxn>
                    <a:cxn ang="0">
                      <a:pos x="csX69" y="csY69"/>
                    </a:cxn>
                    <a:cxn ang="0">
                      <a:pos x="csX70" y="csY70"/>
                    </a:cxn>
                    <a:cxn ang="0">
                      <a:pos x="csX71" y="csY71"/>
                    </a:cxn>
                    <a:cxn ang="0">
                      <a:pos x="csX72" y="csY72"/>
                    </a:cxn>
                    <a:cxn ang="0">
                      <a:pos x="csX73" y="csY73"/>
                    </a:cxn>
                    <a:cxn ang="0">
                      <a:pos x="csX74" y="csY74"/>
                    </a:cxn>
                    <a:cxn ang="0">
                      <a:pos x="csX75" y="csY75"/>
                    </a:cxn>
                    <a:cxn ang="0">
                      <a:pos x="csX76" y="csY76"/>
                    </a:cxn>
                    <a:cxn ang="0">
                      <a:pos x="csX77" y="csY77"/>
                    </a:cxn>
                    <a:cxn ang="0">
                      <a:pos x="csX78" y="csY78"/>
                    </a:cxn>
                    <a:cxn ang="0">
                      <a:pos x="csX79" y="csY79"/>
                    </a:cxn>
                    <a:cxn ang="0">
                      <a:pos x="csX80" y="csY80"/>
                    </a:cxn>
                    <a:cxn ang="0">
                      <a:pos x="csX81" y="csY81"/>
                    </a:cxn>
                    <a:cxn ang="0">
                      <a:pos x="csX82" y="csY82"/>
                    </a:cxn>
                    <a:cxn ang="0">
                      <a:pos x="csX83" y="csY83"/>
                    </a:cxn>
                    <a:cxn ang="0">
                      <a:pos x="csX84" y="csY84"/>
                    </a:cxn>
                    <a:cxn ang="0">
                      <a:pos x="csX85" y="csY85"/>
                    </a:cxn>
                    <a:cxn ang="0">
                      <a:pos x="csX86" y="csY86"/>
                    </a:cxn>
                    <a:cxn ang="0">
                      <a:pos x="csX87" y="csY87"/>
                    </a:cxn>
                    <a:cxn ang="0">
                      <a:pos x="csX88" y="csY88"/>
                    </a:cxn>
                    <a:cxn ang="0">
                      <a:pos x="csX89" y="csY89"/>
                    </a:cxn>
                    <a:cxn ang="0">
                      <a:pos x="csX90" y="csY90"/>
                    </a:cxn>
                    <a:cxn ang="0">
                      <a:pos x="csX91" y="csY91"/>
                    </a:cxn>
                    <a:cxn ang="0">
                      <a:pos x="csX92" y="csY92"/>
                    </a:cxn>
                    <a:cxn ang="0">
                      <a:pos x="csX93" y="csY93"/>
                    </a:cxn>
                    <a:cxn ang="0">
                      <a:pos x="csX94" y="csY94"/>
                    </a:cxn>
                    <a:cxn ang="0">
                      <a:pos x="csX95" y="csY95"/>
                    </a:cxn>
                    <a:cxn ang="0">
                      <a:pos x="csX96" y="csY96"/>
                    </a:cxn>
                  </a:cxnLst>
                  <a:rect l="l" t="t" r="r" b="b"/>
                  <a:pathLst>
                    <a:path w="365688" h="288831">
                      <a:moveTo>
                        <a:pt x="21318" y="11519"/>
                      </a:moveTo>
                      <a:cubicBezTo>
                        <a:pt x="21318" y="11519"/>
                        <a:pt x="33214" y="2741"/>
                        <a:pt x="46568" y="726"/>
                      </a:cubicBezTo>
                      <a:cubicBezTo>
                        <a:pt x="59922" y="-1284"/>
                        <a:pt x="69252" y="3470"/>
                        <a:pt x="73277" y="8591"/>
                      </a:cubicBezTo>
                      <a:cubicBezTo>
                        <a:pt x="77301" y="13719"/>
                        <a:pt x="81326" y="25241"/>
                        <a:pt x="81510" y="31281"/>
                      </a:cubicBezTo>
                      <a:cubicBezTo>
                        <a:pt x="81694" y="37315"/>
                        <a:pt x="79494" y="41156"/>
                        <a:pt x="81694" y="44819"/>
                      </a:cubicBezTo>
                      <a:cubicBezTo>
                        <a:pt x="83887" y="48476"/>
                        <a:pt x="86447" y="49573"/>
                        <a:pt x="86631" y="54516"/>
                      </a:cubicBezTo>
                      <a:cubicBezTo>
                        <a:pt x="86815" y="59454"/>
                        <a:pt x="87911" y="63295"/>
                        <a:pt x="87544" y="69335"/>
                      </a:cubicBezTo>
                      <a:cubicBezTo>
                        <a:pt x="87182" y="75369"/>
                        <a:pt x="91207" y="77568"/>
                        <a:pt x="91207" y="77568"/>
                      </a:cubicBezTo>
                      <a:cubicBezTo>
                        <a:pt x="91207" y="77568"/>
                        <a:pt x="100169" y="82137"/>
                        <a:pt x="107857" y="84514"/>
                      </a:cubicBezTo>
                      <a:cubicBezTo>
                        <a:pt x="115539" y="86897"/>
                        <a:pt x="131453" y="85795"/>
                        <a:pt x="144991" y="86530"/>
                      </a:cubicBezTo>
                      <a:cubicBezTo>
                        <a:pt x="158529" y="87259"/>
                        <a:pt x="207928" y="80490"/>
                        <a:pt x="215793" y="79026"/>
                      </a:cubicBezTo>
                      <a:cubicBezTo>
                        <a:pt x="223659" y="77568"/>
                        <a:pt x="237564" y="75185"/>
                        <a:pt x="237564" y="75185"/>
                      </a:cubicBezTo>
                      <a:cubicBezTo>
                        <a:pt x="237564" y="75185"/>
                        <a:pt x="238661" y="75552"/>
                        <a:pt x="240125" y="72440"/>
                      </a:cubicBezTo>
                      <a:cubicBezTo>
                        <a:pt x="241589" y="69335"/>
                        <a:pt x="253479" y="62566"/>
                        <a:pt x="253479" y="62566"/>
                      </a:cubicBezTo>
                      <a:cubicBezTo>
                        <a:pt x="256230" y="60975"/>
                        <a:pt x="256008" y="60474"/>
                        <a:pt x="258416" y="59270"/>
                      </a:cubicBezTo>
                      <a:cubicBezTo>
                        <a:pt x="260432" y="58357"/>
                        <a:pt x="268481" y="54516"/>
                        <a:pt x="272690" y="54516"/>
                      </a:cubicBezTo>
                      <a:cubicBezTo>
                        <a:pt x="276898" y="54516"/>
                        <a:pt x="279643" y="54878"/>
                        <a:pt x="277627" y="56709"/>
                      </a:cubicBezTo>
                      <a:cubicBezTo>
                        <a:pt x="275618" y="58541"/>
                        <a:pt x="273786" y="57990"/>
                        <a:pt x="271954" y="58173"/>
                      </a:cubicBezTo>
                      <a:cubicBezTo>
                        <a:pt x="270129" y="58357"/>
                        <a:pt x="269762" y="60183"/>
                        <a:pt x="267569" y="61285"/>
                      </a:cubicBezTo>
                      <a:cubicBezTo>
                        <a:pt x="265369" y="62382"/>
                        <a:pt x="267752" y="61830"/>
                        <a:pt x="270129" y="61647"/>
                      </a:cubicBezTo>
                      <a:cubicBezTo>
                        <a:pt x="272506" y="61463"/>
                        <a:pt x="277259" y="61102"/>
                        <a:pt x="277995" y="62927"/>
                      </a:cubicBezTo>
                      <a:cubicBezTo>
                        <a:pt x="278724" y="64759"/>
                        <a:pt x="279459" y="65671"/>
                        <a:pt x="277627" y="66039"/>
                      </a:cubicBezTo>
                      <a:cubicBezTo>
                        <a:pt x="275802" y="66407"/>
                        <a:pt x="274515" y="66768"/>
                        <a:pt x="272690" y="66768"/>
                      </a:cubicBezTo>
                      <a:cubicBezTo>
                        <a:pt x="270858" y="66768"/>
                        <a:pt x="269945" y="67871"/>
                        <a:pt x="272138" y="68232"/>
                      </a:cubicBezTo>
                      <a:cubicBezTo>
                        <a:pt x="274338" y="68599"/>
                        <a:pt x="276898" y="67319"/>
                        <a:pt x="277995" y="69151"/>
                      </a:cubicBezTo>
                      <a:cubicBezTo>
                        <a:pt x="279091" y="70976"/>
                        <a:pt x="280004" y="72624"/>
                        <a:pt x="278179" y="73175"/>
                      </a:cubicBezTo>
                      <a:cubicBezTo>
                        <a:pt x="276347" y="73721"/>
                        <a:pt x="273970" y="72992"/>
                        <a:pt x="272690" y="72808"/>
                      </a:cubicBezTo>
                      <a:cubicBezTo>
                        <a:pt x="271409" y="72624"/>
                        <a:pt x="272690" y="75185"/>
                        <a:pt x="275250" y="75920"/>
                      </a:cubicBezTo>
                      <a:cubicBezTo>
                        <a:pt x="277811" y="76649"/>
                        <a:pt x="278724" y="77568"/>
                        <a:pt x="278362" y="78664"/>
                      </a:cubicBezTo>
                      <a:cubicBezTo>
                        <a:pt x="277995" y="79761"/>
                        <a:pt x="277443" y="82137"/>
                        <a:pt x="275802" y="82137"/>
                      </a:cubicBezTo>
                      <a:cubicBezTo>
                        <a:pt x="274154" y="82137"/>
                        <a:pt x="275802" y="82505"/>
                        <a:pt x="270497" y="84337"/>
                      </a:cubicBezTo>
                      <a:cubicBezTo>
                        <a:pt x="265185" y="86162"/>
                        <a:pt x="254759" y="95675"/>
                        <a:pt x="251470" y="95130"/>
                      </a:cubicBezTo>
                      <a:cubicBezTo>
                        <a:pt x="248174" y="94579"/>
                        <a:pt x="246894" y="93666"/>
                        <a:pt x="244334" y="94211"/>
                      </a:cubicBezTo>
                      <a:cubicBezTo>
                        <a:pt x="241773" y="94763"/>
                        <a:pt x="225307" y="102445"/>
                        <a:pt x="225307" y="102445"/>
                      </a:cubicBezTo>
                      <a:lnTo>
                        <a:pt x="206622" y="107819"/>
                      </a:lnTo>
                      <a:cubicBezTo>
                        <a:pt x="206622" y="107819"/>
                        <a:pt x="185669" y="114937"/>
                        <a:pt x="184116" y="114810"/>
                      </a:cubicBezTo>
                      <a:cubicBezTo>
                        <a:pt x="182563" y="114677"/>
                        <a:pt x="196583" y="122935"/>
                        <a:pt x="202255" y="128608"/>
                      </a:cubicBezTo>
                      <a:cubicBezTo>
                        <a:pt x="203035" y="129387"/>
                        <a:pt x="208581" y="137538"/>
                        <a:pt x="211300" y="134078"/>
                      </a:cubicBezTo>
                      <a:cubicBezTo>
                        <a:pt x="215096" y="129242"/>
                        <a:pt x="226340" y="123525"/>
                        <a:pt x="235999" y="118797"/>
                      </a:cubicBezTo>
                      <a:cubicBezTo>
                        <a:pt x="239409" y="117130"/>
                        <a:pt x="242464" y="122308"/>
                        <a:pt x="228343" y="130402"/>
                      </a:cubicBezTo>
                      <a:cubicBezTo>
                        <a:pt x="227468" y="130902"/>
                        <a:pt x="252402" y="123715"/>
                        <a:pt x="253733" y="125388"/>
                      </a:cubicBezTo>
                      <a:cubicBezTo>
                        <a:pt x="254449" y="126288"/>
                        <a:pt x="255083" y="126478"/>
                        <a:pt x="254176" y="128583"/>
                      </a:cubicBezTo>
                      <a:cubicBezTo>
                        <a:pt x="253574" y="129977"/>
                        <a:pt x="238407" y="132531"/>
                        <a:pt x="237330" y="134306"/>
                      </a:cubicBezTo>
                      <a:cubicBezTo>
                        <a:pt x="236607" y="135491"/>
                        <a:pt x="254214" y="133773"/>
                        <a:pt x="254842" y="134971"/>
                      </a:cubicBezTo>
                      <a:cubicBezTo>
                        <a:pt x="255735" y="136702"/>
                        <a:pt x="255843" y="137982"/>
                        <a:pt x="253289" y="139839"/>
                      </a:cubicBezTo>
                      <a:cubicBezTo>
                        <a:pt x="252097" y="140707"/>
                        <a:pt x="252250" y="138451"/>
                        <a:pt x="248783" y="140099"/>
                      </a:cubicBezTo>
                      <a:cubicBezTo>
                        <a:pt x="246976" y="140961"/>
                        <a:pt x="252040" y="139535"/>
                        <a:pt x="253562" y="141499"/>
                      </a:cubicBezTo>
                      <a:cubicBezTo>
                        <a:pt x="254417" y="142602"/>
                        <a:pt x="254430" y="143293"/>
                        <a:pt x="253143" y="144732"/>
                      </a:cubicBezTo>
                      <a:cubicBezTo>
                        <a:pt x="252414" y="145543"/>
                        <a:pt x="256426" y="144314"/>
                        <a:pt x="256971" y="145454"/>
                      </a:cubicBezTo>
                      <a:cubicBezTo>
                        <a:pt x="257688" y="146969"/>
                        <a:pt x="258416" y="148211"/>
                        <a:pt x="255698" y="149219"/>
                      </a:cubicBezTo>
                      <a:cubicBezTo>
                        <a:pt x="252535" y="150398"/>
                        <a:pt x="246786" y="156229"/>
                        <a:pt x="242242" y="156787"/>
                      </a:cubicBezTo>
                      <a:cubicBezTo>
                        <a:pt x="236874" y="157452"/>
                        <a:pt x="236620" y="159512"/>
                        <a:pt x="236829" y="159709"/>
                      </a:cubicBezTo>
                      <a:cubicBezTo>
                        <a:pt x="245798" y="168125"/>
                        <a:pt x="279091" y="202883"/>
                        <a:pt x="280555" y="204347"/>
                      </a:cubicBezTo>
                      <a:cubicBezTo>
                        <a:pt x="282019" y="205811"/>
                        <a:pt x="288788" y="208372"/>
                        <a:pt x="288788" y="208372"/>
                      </a:cubicBezTo>
                      <a:cubicBezTo>
                        <a:pt x="288788" y="208372"/>
                        <a:pt x="301959" y="213309"/>
                        <a:pt x="308183" y="218253"/>
                      </a:cubicBezTo>
                      <a:cubicBezTo>
                        <a:pt x="314400" y="223190"/>
                        <a:pt x="324649" y="231423"/>
                        <a:pt x="331963" y="232704"/>
                      </a:cubicBezTo>
                      <a:cubicBezTo>
                        <a:pt x="339283" y="233984"/>
                        <a:pt x="354285" y="231975"/>
                        <a:pt x="357759" y="235816"/>
                      </a:cubicBezTo>
                      <a:cubicBezTo>
                        <a:pt x="361238" y="239656"/>
                        <a:pt x="365478" y="249087"/>
                        <a:pt x="365478" y="249087"/>
                      </a:cubicBezTo>
                      <a:cubicBezTo>
                        <a:pt x="365478" y="249087"/>
                        <a:pt x="366644" y="254392"/>
                        <a:pt x="361213" y="257365"/>
                      </a:cubicBezTo>
                      <a:cubicBezTo>
                        <a:pt x="355781" y="260337"/>
                        <a:pt x="348277" y="264349"/>
                        <a:pt x="335341" y="265256"/>
                      </a:cubicBezTo>
                      <a:cubicBezTo>
                        <a:pt x="322405" y="266162"/>
                        <a:pt x="299379" y="266935"/>
                        <a:pt x="299379" y="266935"/>
                      </a:cubicBezTo>
                      <a:cubicBezTo>
                        <a:pt x="299379" y="266935"/>
                        <a:pt x="300026" y="266549"/>
                        <a:pt x="294721" y="271980"/>
                      </a:cubicBezTo>
                      <a:cubicBezTo>
                        <a:pt x="289416" y="277418"/>
                        <a:pt x="274927" y="285176"/>
                        <a:pt x="274927" y="285176"/>
                      </a:cubicBezTo>
                      <a:cubicBezTo>
                        <a:pt x="274927" y="285176"/>
                        <a:pt x="267423" y="289448"/>
                        <a:pt x="257073" y="289061"/>
                      </a:cubicBezTo>
                      <a:cubicBezTo>
                        <a:pt x="246729" y="288668"/>
                        <a:pt x="233140" y="286082"/>
                        <a:pt x="226156" y="284270"/>
                      </a:cubicBezTo>
                      <a:cubicBezTo>
                        <a:pt x="219172" y="282463"/>
                        <a:pt x="214906" y="281557"/>
                        <a:pt x="209988" y="280777"/>
                      </a:cubicBezTo>
                      <a:cubicBezTo>
                        <a:pt x="205069" y="280004"/>
                        <a:pt x="201064" y="282070"/>
                        <a:pt x="193946" y="282070"/>
                      </a:cubicBezTo>
                      <a:cubicBezTo>
                        <a:pt x="186828" y="282070"/>
                        <a:pt x="182177" y="282463"/>
                        <a:pt x="174286" y="279485"/>
                      </a:cubicBezTo>
                      <a:cubicBezTo>
                        <a:pt x="166395" y="276512"/>
                        <a:pt x="159924" y="273793"/>
                        <a:pt x="157851" y="270820"/>
                      </a:cubicBezTo>
                      <a:cubicBezTo>
                        <a:pt x="155785" y="267842"/>
                        <a:pt x="151646" y="262930"/>
                        <a:pt x="151513" y="256978"/>
                      </a:cubicBezTo>
                      <a:cubicBezTo>
                        <a:pt x="151386" y="251027"/>
                        <a:pt x="154359" y="244556"/>
                        <a:pt x="156431" y="242616"/>
                      </a:cubicBezTo>
                      <a:cubicBezTo>
                        <a:pt x="158504" y="240677"/>
                        <a:pt x="162643" y="238864"/>
                        <a:pt x="162643" y="238864"/>
                      </a:cubicBezTo>
                      <a:cubicBezTo>
                        <a:pt x="162643" y="238864"/>
                        <a:pt x="161736" y="235245"/>
                        <a:pt x="161603" y="232786"/>
                      </a:cubicBezTo>
                      <a:cubicBezTo>
                        <a:pt x="161476" y="230327"/>
                        <a:pt x="159277" y="228774"/>
                        <a:pt x="158371" y="229680"/>
                      </a:cubicBezTo>
                      <a:cubicBezTo>
                        <a:pt x="157464" y="230587"/>
                        <a:pt x="155398" y="236925"/>
                        <a:pt x="155398" y="236925"/>
                      </a:cubicBezTo>
                      <a:cubicBezTo>
                        <a:pt x="155398" y="236925"/>
                        <a:pt x="152160" y="239511"/>
                        <a:pt x="147114" y="241710"/>
                      </a:cubicBezTo>
                      <a:cubicBezTo>
                        <a:pt x="142069" y="243909"/>
                        <a:pt x="145048" y="243909"/>
                        <a:pt x="134958" y="248441"/>
                      </a:cubicBezTo>
                      <a:cubicBezTo>
                        <a:pt x="124868" y="252966"/>
                        <a:pt x="115291" y="254132"/>
                        <a:pt x="112705" y="255939"/>
                      </a:cubicBezTo>
                      <a:cubicBezTo>
                        <a:pt x="110119" y="257751"/>
                        <a:pt x="110234" y="265268"/>
                        <a:pt x="100904" y="268380"/>
                      </a:cubicBezTo>
                      <a:cubicBezTo>
                        <a:pt x="91574" y="271486"/>
                        <a:pt x="81510" y="270757"/>
                        <a:pt x="77485" y="272221"/>
                      </a:cubicBezTo>
                      <a:cubicBezTo>
                        <a:pt x="73460" y="273685"/>
                        <a:pt x="60290" y="275149"/>
                        <a:pt x="53705" y="272589"/>
                      </a:cubicBezTo>
                      <a:cubicBezTo>
                        <a:pt x="47113" y="270022"/>
                        <a:pt x="40167" y="266549"/>
                        <a:pt x="37967" y="262524"/>
                      </a:cubicBezTo>
                      <a:cubicBezTo>
                        <a:pt x="35775" y="258499"/>
                        <a:pt x="35407" y="263988"/>
                        <a:pt x="32663" y="258132"/>
                      </a:cubicBezTo>
                      <a:cubicBezTo>
                        <a:pt x="29918" y="252282"/>
                        <a:pt x="24981" y="248986"/>
                        <a:pt x="22420" y="249170"/>
                      </a:cubicBezTo>
                      <a:cubicBezTo>
                        <a:pt x="19860" y="249354"/>
                        <a:pt x="22782" y="254291"/>
                        <a:pt x="16748" y="249899"/>
                      </a:cubicBezTo>
                      <a:cubicBezTo>
                        <a:pt x="10708" y="245513"/>
                        <a:pt x="4306" y="242401"/>
                        <a:pt x="7051" y="234168"/>
                      </a:cubicBezTo>
                      <a:cubicBezTo>
                        <a:pt x="9795" y="225935"/>
                        <a:pt x="4858" y="214228"/>
                        <a:pt x="3210" y="199771"/>
                      </a:cubicBezTo>
                      <a:cubicBezTo>
                        <a:pt x="1562" y="185320"/>
                        <a:pt x="-815" y="173792"/>
                        <a:pt x="98" y="165565"/>
                      </a:cubicBezTo>
                      <a:cubicBezTo>
                        <a:pt x="1010" y="157332"/>
                        <a:pt x="-270" y="136106"/>
                        <a:pt x="4306" y="125680"/>
                      </a:cubicBezTo>
                      <a:cubicBezTo>
                        <a:pt x="8882" y="115254"/>
                        <a:pt x="15100" y="105373"/>
                        <a:pt x="15284" y="100797"/>
                      </a:cubicBezTo>
                      <a:cubicBezTo>
                        <a:pt x="15467" y="96227"/>
                        <a:pt x="17844" y="90187"/>
                        <a:pt x="20772" y="88361"/>
                      </a:cubicBezTo>
                      <a:cubicBezTo>
                        <a:pt x="23701" y="86530"/>
                        <a:pt x="29373" y="79945"/>
                        <a:pt x="32295" y="79945"/>
                      </a:cubicBezTo>
                      <a:cubicBezTo>
                        <a:pt x="35223" y="79945"/>
                        <a:pt x="29006" y="81409"/>
                        <a:pt x="26261" y="78480"/>
                      </a:cubicBezTo>
                      <a:cubicBezTo>
                        <a:pt x="23517" y="75552"/>
                        <a:pt x="24429" y="76833"/>
                        <a:pt x="20405" y="70431"/>
                      </a:cubicBezTo>
                      <a:cubicBezTo>
                        <a:pt x="16380" y="64023"/>
                        <a:pt x="17661" y="69880"/>
                        <a:pt x="14003" y="59821"/>
                      </a:cubicBezTo>
                      <a:cubicBezTo>
                        <a:pt x="10346" y="49757"/>
                        <a:pt x="11341" y="39977"/>
                        <a:pt x="11627" y="34754"/>
                      </a:cubicBezTo>
                      <a:cubicBezTo>
                        <a:pt x="12229" y="23644"/>
                        <a:pt x="21318" y="11519"/>
                        <a:pt x="21318" y="11519"/>
                      </a:cubicBezTo>
                      <a:close/>
                    </a:path>
                  </a:pathLst>
                </a:custGeom>
                <a:solidFill>
                  <a:srgbClr val="E7E7E7"/>
                </a:solidFill>
                <a:ln w="6350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20" name="フリーフォーム: 図形 19">
                  <a:extLst>
                    <a:ext uri="{FF2B5EF4-FFF2-40B4-BE49-F238E27FC236}">
                      <a16:creationId xmlns:a16="http://schemas.microsoft.com/office/drawing/2014/main" id="{C4CC9D1D-30A5-BB42-CEA6-5CD7E0339B9C}"/>
                    </a:ext>
                  </a:extLst>
                </p:cNvPr>
                <p:cNvSpPr/>
                <p:nvPr/>
              </p:nvSpPr>
              <p:spPr>
                <a:xfrm>
                  <a:off x="148295" y="7334258"/>
                  <a:ext cx="230622" cy="253576"/>
                </a:xfrm>
                <a:custGeom>
                  <a:avLst/>
                  <a:gdLst>
                    <a:gd name="csX0" fmla="*/ 107990 w 230622"/>
                    <a:gd name="csY0" fmla="*/ 1041 h 253576"/>
                    <a:gd name="csX1" fmla="*/ 127657 w 230622"/>
                    <a:gd name="csY1" fmla="*/ 2721 h 253576"/>
                    <a:gd name="csX2" fmla="*/ 146671 w 230622"/>
                    <a:gd name="csY2" fmla="*/ 16436 h 253576"/>
                    <a:gd name="csX3" fmla="*/ 150290 w 230622"/>
                    <a:gd name="csY3" fmla="*/ 34284 h 253576"/>
                    <a:gd name="csX4" fmla="*/ 152236 w 230622"/>
                    <a:gd name="csY4" fmla="*/ 43861 h 253576"/>
                    <a:gd name="csX5" fmla="*/ 151653 w 230622"/>
                    <a:gd name="csY5" fmla="*/ 55827 h 253576"/>
                    <a:gd name="csX6" fmla="*/ 153269 w 230622"/>
                    <a:gd name="csY6" fmla="*/ 48126 h 253576"/>
                    <a:gd name="csX7" fmla="*/ 156635 w 230622"/>
                    <a:gd name="csY7" fmla="*/ 49033 h 253576"/>
                    <a:gd name="csX8" fmla="*/ 157731 w 230622"/>
                    <a:gd name="csY8" fmla="*/ 56017 h 253576"/>
                    <a:gd name="csX9" fmla="*/ 160380 w 230622"/>
                    <a:gd name="csY9" fmla="*/ 62615 h 253576"/>
                    <a:gd name="csX10" fmla="*/ 162580 w 230622"/>
                    <a:gd name="csY10" fmla="*/ 59446 h 253576"/>
                    <a:gd name="csX11" fmla="*/ 161680 w 230622"/>
                    <a:gd name="csY11" fmla="*/ 51618 h 253576"/>
                    <a:gd name="csX12" fmla="*/ 161483 w 230622"/>
                    <a:gd name="csY12" fmla="*/ 46187 h 253576"/>
                    <a:gd name="csX13" fmla="*/ 164849 w 230622"/>
                    <a:gd name="csY13" fmla="*/ 46707 h 253576"/>
                    <a:gd name="csX14" fmla="*/ 168271 w 230622"/>
                    <a:gd name="csY14" fmla="*/ 51878 h 253576"/>
                    <a:gd name="csX15" fmla="*/ 169634 w 230622"/>
                    <a:gd name="csY15" fmla="*/ 60416 h 253576"/>
                    <a:gd name="csX16" fmla="*/ 171377 w 230622"/>
                    <a:gd name="csY16" fmla="*/ 62095 h 253576"/>
                    <a:gd name="csX17" fmla="*/ 171770 w 230622"/>
                    <a:gd name="csY17" fmla="*/ 54337 h 253576"/>
                    <a:gd name="csX18" fmla="*/ 169957 w 230622"/>
                    <a:gd name="csY18" fmla="*/ 47353 h 253576"/>
                    <a:gd name="csX19" fmla="*/ 172803 w 230622"/>
                    <a:gd name="csY19" fmla="*/ 43468 h 253576"/>
                    <a:gd name="csX20" fmla="*/ 176035 w 230622"/>
                    <a:gd name="csY20" fmla="*/ 48513 h 253576"/>
                    <a:gd name="csX21" fmla="*/ 178755 w 230622"/>
                    <a:gd name="csY21" fmla="*/ 55890 h 253576"/>
                    <a:gd name="csX22" fmla="*/ 179141 w 230622"/>
                    <a:gd name="csY22" fmla="*/ 61842 h 253576"/>
                    <a:gd name="csX23" fmla="*/ 180630 w 230622"/>
                    <a:gd name="csY23" fmla="*/ 64618 h 253576"/>
                    <a:gd name="csX24" fmla="*/ 184636 w 230622"/>
                    <a:gd name="csY24" fmla="*/ 60219 h 253576"/>
                    <a:gd name="csX25" fmla="*/ 186645 w 230622"/>
                    <a:gd name="csY25" fmla="*/ 52202 h 253576"/>
                    <a:gd name="csX26" fmla="*/ 190201 w 230622"/>
                    <a:gd name="csY26" fmla="*/ 51942 h 253576"/>
                    <a:gd name="csX27" fmla="*/ 190524 w 230622"/>
                    <a:gd name="csY27" fmla="*/ 57050 h 253576"/>
                    <a:gd name="csX28" fmla="*/ 189098 w 230622"/>
                    <a:gd name="csY28" fmla="*/ 62938 h 253576"/>
                    <a:gd name="csX29" fmla="*/ 184186 w 230622"/>
                    <a:gd name="csY29" fmla="*/ 67273 h 253576"/>
                    <a:gd name="csX30" fmla="*/ 177068 w 230622"/>
                    <a:gd name="csY30" fmla="*/ 71672 h 253576"/>
                    <a:gd name="csX31" fmla="*/ 168404 w 230622"/>
                    <a:gd name="csY31" fmla="*/ 73871 h 253576"/>
                    <a:gd name="csX32" fmla="*/ 168664 w 230622"/>
                    <a:gd name="csY32" fmla="*/ 77230 h 253576"/>
                    <a:gd name="csX33" fmla="*/ 174483 w 230622"/>
                    <a:gd name="csY33" fmla="*/ 101556 h 253576"/>
                    <a:gd name="csX34" fmla="*/ 177588 w 230622"/>
                    <a:gd name="csY34" fmla="*/ 121863 h 253576"/>
                    <a:gd name="csX35" fmla="*/ 178621 w 230622"/>
                    <a:gd name="csY35" fmla="*/ 135185 h 253576"/>
                    <a:gd name="csX36" fmla="*/ 175389 w 230622"/>
                    <a:gd name="csY36" fmla="*/ 146055 h 253576"/>
                    <a:gd name="csX37" fmla="*/ 159474 w 230622"/>
                    <a:gd name="csY37" fmla="*/ 151227 h 253576"/>
                    <a:gd name="csX38" fmla="*/ 150031 w 230622"/>
                    <a:gd name="csY38" fmla="*/ 149547 h 253576"/>
                    <a:gd name="csX39" fmla="*/ 147445 w 230622"/>
                    <a:gd name="csY39" fmla="*/ 153039 h 253576"/>
                    <a:gd name="csX40" fmla="*/ 152490 w 230622"/>
                    <a:gd name="csY40" fmla="*/ 159840 h 253576"/>
                    <a:gd name="csX41" fmla="*/ 155595 w 230622"/>
                    <a:gd name="csY41" fmla="*/ 170634 h 253576"/>
                    <a:gd name="csX42" fmla="*/ 161420 w 230622"/>
                    <a:gd name="csY42" fmla="*/ 170894 h 253576"/>
                    <a:gd name="csX43" fmla="*/ 180586 w 230622"/>
                    <a:gd name="csY43" fmla="*/ 162071 h 253576"/>
                    <a:gd name="csX44" fmla="*/ 207345 w 230622"/>
                    <a:gd name="csY44" fmla="*/ 155321 h 253576"/>
                    <a:gd name="csX45" fmla="*/ 229592 w 230622"/>
                    <a:gd name="csY45" fmla="*/ 160157 h 253576"/>
                    <a:gd name="csX46" fmla="*/ 228685 w 230622"/>
                    <a:gd name="csY46" fmla="*/ 179044 h 253576"/>
                    <a:gd name="csX47" fmla="*/ 219761 w 230622"/>
                    <a:gd name="csY47" fmla="*/ 188355 h 253576"/>
                    <a:gd name="csX48" fmla="*/ 205532 w 230622"/>
                    <a:gd name="csY48" fmla="*/ 196766 h 253576"/>
                    <a:gd name="csX49" fmla="*/ 202687 w 230622"/>
                    <a:gd name="csY49" fmla="*/ 199998 h 253576"/>
                    <a:gd name="csX50" fmla="*/ 211833 w 230622"/>
                    <a:gd name="csY50" fmla="*/ 201969 h 253576"/>
                    <a:gd name="csX51" fmla="*/ 214330 w 230622"/>
                    <a:gd name="csY51" fmla="*/ 217719 h 253576"/>
                    <a:gd name="csX52" fmla="*/ 203333 w 230622"/>
                    <a:gd name="csY52" fmla="*/ 227556 h 253576"/>
                    <a:gd name="csX53" fmla="*/ 191690 w 230622"/>
                    <a:gd name="csY53" fmla="*/ 230788 h 253576"/>
                    <a:gd name="csX54" fmla="*/ 177068 w 230622"/>
                    <a:gd name="csY54" fmla="*/ 232854 h 253576"/>
                    <a:gd name="csX55" fmla="*/ 157668 w 230622"/>
                    <a:gd name="csY55" fmla="*/ 233374 h 253576"/>
                    <a:gd name="csX56" fmla="*/ 146538 w 230622"/>
                    <a:gd name="csY56" fmla="*/ 230788 h 253576"/>
                    <a:gd name="csX57" fmla="*/ 117561 w 230622"/>
                    <a:gd name="csY57" fmla="*/ 234927 h 253576"/>
                    <a:gd name="csX58" fmla="*/ 97774 w 230622"/>
                    <a:gd name="csY58" fmla="*/ 247863 h 253576"/>
                    <a:gd name="csX59" fmla="*/ 84058 w 230622"/>
                    <a:gd name="csY59" fmla="*/ 252521 h 253576"/>
                    <a:gd name="csX60" fmla="*/ 74874 w 230622"/>
                    <a:gd name="csY60" fmla="*/ 245923 h 253576"/>
                    <a:gd name="csX61" fmla="*/ 66723 w 230622"/>
                    <a:gd name="csY61" fmla="*/ 241525 h 253576"/>
                    <a:gd name="csX62" fmla="*/ 53141 w 230622"/>
                    <a:gd name="csY62" fmla="*/ 239712 h 253576"/>
                    <a:gd name="csX63" fmla="*/ 39819 w 230622"/>
                    <a:gd name="csY63" fmla="*/ 235446 h 253576"/>
                    <a:gd name="csX64" fmla="*/ 33348 w 230622"/>
                    <a:gd name="csY64" fmla="*/ 223024 h 253576"/>
                    <a:gd name="csX65" fmla="*/ 13687 w 230622"/>
                    <a:gd name="csY65" fmla="*/ 203623 h 253576"/>
                    <a:gd name="csX66" fmla="*/ 1657 w 230622"/>
                    <a:gd name="csY66" fmla="*/ 181890 h 253576"/>
                    <a:gd name="csX67" fmla="*/ 3724 w 230622"/>
                    <a:gd name="csY67" fmla="*/ 159897 h 253576"/>
                    <a:gd name="csX68" fmla="*/ 17566 w 230622"/>
                    <a:gd name="csY68" fmla="*/ 150067 h 253576"/>
                    <a:gd name="csX69" fmla="*/ 25843 w 230622"/>
                    <a:gd name="csY69" fmla="*/ 144242 h 253576"/>
                    <a:gd name="csX70" fmla="*/ 26363 w 230622"/>
                    <a:gd name="csY70" fmla="*/ 129887 h 253576"/>
                    <a:gd name="csX71" fmla="*/ 33607 w 230622"/>
                    <a:gd name="csY71" fmla="*/ 114099 h 253576"/>
                    <a:gd name="csX72" fmla="*/ 39299 w 230622"/>
                    <a:gd name="csY72" fmla="*/ 98190 h 253576"/>
                    <a:gd name="csX73" fmla="*/ 54174 w 230622"/>
                    <a:gd name="csY73" fmla="*/ 81116 h 253576"/>
                    <a:gd name="csX74" fmla="*/ 69696 w 230622"/>
                    <a:gd name="csY74" fmla="*/ 78530 h 253576"/>
                    <a:gd name="csX75" fmla="*/ 82892 w 230622"/>
                    <a:gd name="csY75" fmla="*/ 75684 h 253576"/>
                    <a:gd name="csX76" fmla="*/ 87810 w 230622"/>
                    <a:gd name="csY76" fmla="*/ 71799 h 253576"/>
                    <a:gd name="csX77" fmla="*/ 86517 w 230622"/>
                    <a:gd name="csY77" fmla="*/ 57050 h 253576"/>
                    <a:gd name="csX78" fmla="*/ 86384 w 230622"/>
                    <a:gd name="csY78" fmla="*/ 49939 h 253576"/>
                    <a:gd name="csX79" fmla="*/ 79659 w 230622"/>
                    <a:gd name="csY79" fmla="*/ 32345 h 253576"/>
                    <a:gd name="csX80" fmla="*/ 94148 w 230622"/>
                    <a:gd name="csY80" fmla="*/ 3494 h 253576"/>
                    <a:gd name="csX81" fmla="*/ 107990 w 230622"/>
                    <a:gd name="csY81" fmla="*/ 1041 h 25357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  <a:cxn ang="0">
                      <a:pos x="csX68" y="csY68"/>
                    </a:cxn>
                    <a:cxn ang="0">
                      <a:pos x="csX69" y="csY69"/>
                    </a:cxn>
                    <a:cxn ang="0">
                      <a:pos x="csX70" y="csY70"/>
                    </a:cxn>
                    <a:cxn ang="0">
                      <a:pos x="csX71" y="csY71"/>
                    </a:cxn>
                    <a:cxn ang="0">
                      <a:pos x="csX72" y="csY72"/>
                    </a:cxn>
                    <a:cxn ang="0">
                      <a:pos x="csX73" y="csY73"/>
                    </a:cxn>
                    <a:cxn ang="0">
                      <a:pos x="csX74" y="csY74"/>
                    </a:cxn>
                    <a:cxn ang="0">
                      <a:pos x="csX75" y="csY75"/>
                    </a:cxn>
                    <a:cxn ang="0">
                      <a:pos x="csX76" y="csY76"/>
                    </a:cxn>
                    <a:cxn ang="0">
                      <a:pos x="csX77" y="csY77"/>
                    </a:cxn>
                    <a:cxn ang="0">
                      <a:pos x="csX78" y="csY78"/>
                    </a:cxn>
                    <a:cxn ang="0">
                      <a:pos x="csX79" y="csY79"/>
                    </a:cxn>
                    <a:cxn ang="0">
                      <a:pos x="csX80" y="csY80"/>
                    </a:cxn>
                    <a:cxn ang="0">
                      <a:pos x="csX81" y="csY81"/>
                    </a:cxn>
                  </a:cxnLst>
                  <a:rect l="l" t="t" r="r" b="b"/>
                  <a:pathLst>
                    <a:path w="230622" h="253576">
                      <a:moveTo>
                        <a:pt x="107990" y="1041"/>
                      </a:moveTo>
                      <a:cubicBezTo>
                        <a:pt x="107990" y="1041"/>
                        <a:pt x="118340" y="-1551"/>
                        <a:pt x="127657" y="2721"/>
                      </a:cubicBezTo>
                      <a:cubicBezTo>
                        <a:pt x="136968" y="6992"/>
                        <a:pt x="142989" y="11207"/>
                        <a:pt x="146671" y="16436"/>
                      </a:cubicBezTo>
                      <a:cubicBezTo>
                        <a:pt x="152236" y="24327"/>
                        <a:pt x="148744" y="30532"/>
                        <a:pt x="150290" y="34284"/>
                      </a:cubicBezTo>
                      <a:cubicBezTo>
                        <a:pt x="151843" y="38036"/>
                        <a:pt x="151976" y="40495"/>
                        <a:pt x="152236" y="43861"/>
                      </a:cubicBezTo>
                      <a:cubicBezTo>
                        <a:pt x="152490" y="47220"/>
                        <a:pt x="149904" y="53495"/>
                        <a:pt x="151653" y="55827"/>
                      </a:cubicBezTo>
                      <a:cubicBezTo>
                        <a:pt x="153028" y="57659"/>
                        <a:pt x="151171" y="48785"/>
                        <a:pt x="153269" y="48126"/>
                      </a:cubicBezTo>
                      <a:cubicBezTo>
                        <a:pt x="154835" y="47638"/>
                        <a:pt x="156242" y="46833"/>
                        <a:pt x="156635" y="49033"/>
                      </a:cubicBezTo>
                      <a:cubicBezTo>
                        <a:pt x="157021" y="51232"/>
                        <a:pt x="156926" y="54217"/>
                        <a:pt x="157731" y="56017"/>
                      </a:cubicBezTo>
                      <a:cubicBezTo>
                        <a:pt x="158650" y="58083"/>
                        <a:pt x="160013" y="61512"/>
                        <a:pt x="160380" y="62615"/>
                      </a:cubicBezTo>
                      <a:cubicBezTo>
                        <a:pt x="161147" y="64884"/>
                        <a:pt x="162840" y="63585"/>
                        <a:pt x="162580" y="59446"/>
                      </a:cubicBezTo>
                      <a:cubicBezTo>
                        <a:pt x="162326" y="55307"/>
                        <a:pt x="162143" y="54648"/>
                        <a:pt x="161680" y="51618"/>
                      </a:cubicBezTo>
                      <a:cubicBezTo>
                        <a:pt x="161021" y="47372"/>
                        <a:pt x="160190" y="47999"/>
                        <a:pt x="161483" y="46187"/>
                      </a:cubicBezTo>
                      <a:cubicBezTo>
                        <a:pt x="162776" y="44374"/>
                        <a:pt x="164849" y="46707"/>
                        <a:pt x="164849" y="46707"/>
                      </a:cubicBezTo>
                      <a:cubicBezTo>
                        <a:pt x="164849" y="46707"/>
                        <a:pt x="166465" y="48386"/>
                        <a:pt x="168271" y="51878"/>
                      </a:cubicBezTo>
                      <a:cubicBezTo>
                        <a:pt x="170084" y="55371"/>
                        <a:pt x="169919" y="57316"/>
                        <a:pt x="169634" y="60416"/>
                      </a:cubicBezTo>
                      <a:cubicBezTo>
                        <a:pt x="169311" y="63908"/>
                        <a:pt x="171377" y="64295"/>
                        <a:pt x="171377" y="62095"/>
                      </a:cubicBezTo>
                      <a:cubicBezTo>
                        <a:pt x="171377" y="59896"/>
                        <a:pt x="172543" y="57443"/>
                        <a:pt x="171770" y="54337"/>
                      </a:cubicBezTo>
                      <a:cubicBezTo>
                        <a:pt x="170990" y="51232"/>
                        <a:pt x="169697" y="49939"/>
                        <a:pt x="169957" y="47353"/>
                      </a:cubicBezTo>
                      <a:cubicBezTo>
                        <a:pt x="170217" y="44761"/>
                        <a:pt x="170730" y="41661"/>
                        <a:pt x="172803" y="43468"/>
                      </a:cubicBezTo>
                      <a:cubicBezTo>
                        <a:pt x="174869" y="45280"/>
                        <a:pt x="174742" y="45800"/>
                        <a:pt x="176035" y="48513"/>
                      </a:cubicBezTo>
                      <a:cubicBezTo>
                        <a:pt x="177328" y="51232"/>
                        <a:pt x="178495" y="52398"/>
                        <a:pt x="178755" y="55890"/>
                      </a:cubicBezTo>
                      <a:cubicBezTo>
                        <a:pt x="179014" y="59383"/>
                        <a:pt x="179401" y="59250"/>
                        <a:pt x="179141" y="61842"/>
                      </a:cubicBezTo>
                      <a:cubicBezTo>
                        <a:pt x="178881" y="64428"/>
                        <a:pt x="179984" y="64890"/>
                        <a:pt x="180630" y="64618"/>
                      </a:cubicBezTo>
                      <a:cubicBezTo>
                        <a:pt x="180630" y="64618"/>
                        <a:pt x="182215" y="65023"/>
                        <a:pt x="184636" y="60219"/>
                      </a:cubicBezTo>
                      <a:cubicBezTo>
                        <a:pt x="186278" y="56980"/>
                        <a:pt x="185821" y="53881"/>
                        <a:pt x="186645" y="52202"/>
                      </a:cubicBezTo>
                      <a:cubicBezTo>
                        <a:pt x="187311" y="50845"/>
                        <a:pt x="189199" y="50769"/>
                        <a:pt x="190201" y="51942"/>
                      </a:cubicBezTo>
                      <a:cubicBezTo>
                        <a:pt x="191798" y="53818"/>
                        <a:pt x="190524" y="55111"/>
                        <a:pt x="190524" y="57050"/>
                      </a:cubicBezTo>
                      <a:cubicBezTo>
                        <a:pt x="190524" y="58996"/>
                        <a:pt x="189751" y="60999"/>
                        <a:pt x="189098" y="62938"/>
                      </a:cubicBezTo>
                      <a:cubicBezTo>
                        <a:pt x="188452" y="64878"/>
                        <a:pt x="187418" y="65334"/>
                        <a:pt x="184186" y="67273"/>
                      </a:cubicBezTo>
                      <a:cubicBezTo>
                        <a:pt x="180954" y="69213"/>
                        <a:pt x="181600" y="70506"/>
                        <a:pt x="177068" y="71672"/>
                      </a:cubicBezTo>
                      <a:cubicBezTo>
                        <a:pt x="172543" y="72838"/>
                        <a:pt x="169438" y="70766"/>
                        <a:pt x="168404" y="73871"/>
                      </a:cubicBezTo>
                      <a:cubicBezTo>
                        <a:pt x="167371" y="76977"/>
                        <a:pt x="168918" y="66887"/>
                        <a:pt x="168664" y="77230"/>
                      </a:cubicBezTo>
                      <a:cubicBezTo>
                        <a:pt x="168404" y="87580"/>
                        <a:pt x="173190" y="96771"/>
                        <a:pt x="174483" y="101556"/>
                      </a:cubicBezTo>
                      <a:cubicBezTo>
                        <a:pt x="175776" y="106341"/>
                        <a:pt x="176555" y="116171"/>
                        <a:pt x="177588" y="121863"/>
                      </a:cubicBezTo>
                      <a:cubicBezTo>
                        <a:pt x="178621" y="127554"/>
                        <a:pt x="179008" y="130533"/>
                        <a:pt x="178621" y="135185"/>
                      </a:cubicBezTo>
                      <a:cubicBezTo>
                        <a:pt x="178235" y="139844"/>
                        <a:pt x="183280" y="143729"/>
                        <a:pt x="175389" y="146055"/>
                      </a:cubicBezTo>
                      <a:cubicBezTo>
                        <a:pt x="167498" y="148381"/>
                        <a:pt x="162193" y="151227"/>
                        <a:pt x="159474" y="151227"/>
                      </a:cubicBezTo>
                      <a:cubicBezTo>
                        <a:pt x="156762" y="151227"/>
                        <a:pt x="152230" y="149934"/>
                        <a:pt x="150031" y="149547"/>
                      </a:cubicBezTo>
                      <a:cubicBezTo>
                        <a:pt x="147838" y="149161"/>
                        <a:pt x="144326" y="147823"/>
                        <a:pt x="147445" y="153039"/>
                      </a:cubicBezTo>
                      <a:cubicBezTo>
                        <a:pt x="148801" y="155309"/>
                        <a:pt x="147831" y="154275"/>
                        <a:pt x="152490" y="159840"/>
                      </a:cubicBezTo>
                      <a:cubicBezTo>
                        <a:pt x="157142" y="165405"/>
                        <a:pt x="155076" y="164942"/>
                        <a:pt x="155595" y="170634"/>
                      </a:cubicBezTo>
                      <a:cubicBezTo>
                        <a:pt x="156115" y="176325"/>
                        <a:pt x="155595" y="173866"/>
                        <a:pt x="161420" y="170894"/>
                      </a:cubicBezTo>
                      <a:cubicBezTo>
                        <a:pt x="167238" y="167915"/>
                        <a:pt x="168557" y="166083"/>
                        <a:pt x="180586" y="162071"/>
                      </a:cubicBezTo>
                      <a:cubicBezTo>
                        <a:pt x="192616" y="158059"/>
                        <a:pt x="187850" y="156678"/>
                        <a:pt x="207345" y="155321"/>
                      </a:cubicBezTo>
                      <a:cubicBezTo>
                        <a:pt x="226841" y="153965"/>
                        <a:pt x="228818" y="157052"/>
                        <a:pt x="229592" y="160157"/>
                      </a:cubicBezTo>
                      <a:cubicBezTo>
                        <a:pt x="230365" y="163263"/>
                        <a:pt x="231271" y="176199"/>
                        <a:pt x="228685" y="179044"/>
                      </a:cubicBezTo>
                      <a:cubicBezTo>
                        <a:pt x="226100" y="181890"/>
                        <a:pt x="226372" y="185173"/>
                        <a:pt x="219761" y="188355"/>
                      </a:cubicBezTo>
                      <a:cubicBezTo>
                        <a:pt x="213145" y="191537"/>
                        <a:pt x="211091" y="194693"/>
                        <a:pt x="205532" y="196766"/>
                      </a:cubicBezTo>
                      <a:cubicBezTo>
                        <a:pt x="199968" y="198832"/>
                        <a:pt x="201781" y="199998"/>
                        <a:pt x="202687" y="199998"/>
                      </a:cubicBezTo>
                      <a:cubicBezTo>
                        <a:pt x="203587" y="199998"/>
                        <a:pt x="208049" y="199922"/>
                        <a:pt x="211833" y="201969"/>
                      </a:cubicBezTo>
                      <a:cubicBezTo>
                        <a:pt x="216149" y="205632"/>
                        <a:pt x="216244" y="215627"/>
                        <a:pt x="214330" y="217719"/>
                      </a:cubicBezTo>
                      <a:cubicBezTo>
                        <a:pt x="210704" y="221344"/>
                        <a:pt x="207985" y="226649"/>
                        <a:pt x="203333" y="227556"/>
                      </a:cubicBezTo>
                      <a:cubicBezTo>
                        <a:pt x="198675" y="228456"/>
                        <a:pt x="199194" y="230401"/>
                        <a:pt x="191690" y="230788"/>
                      </a:cubicBezTo>
                      <a:cubicBezTo>
                        <a:pt x="184186" y="231175"/>
                        <a:pt x="181987" y="231561"/>
                        <a:pt x="177068" y="232854"/>
                      </a:cubicBezTo>
                      <a:cubicBezTo>
                        <a:pt x="172157" y="234154"/>
                        <a:pt x="161287" y="235054"/>
                        <a:pt x="157668" y="233374"/>
                      </a:cubicBezTo>
                      <a:cubicBezTo>
                        <a:pt x="154042" y="231694"/>
                        <a:pt x="156888" y="232987"/>
                        <a:pt x="146538" y="230788"/>
                      </a:cubicBezTo>
                      <a:cubicBezTo>
                        <a:pt x="136195" y="228589"/>
                        <a:pt x="120926" y="232727"/>
                        <a:pt x="117561" y="234927"/>
                      </a:cubicBezTo>
                      <a:cubicBezTo>
                        <a:pt x="114202" y="237126"/>
                        <a:pt x="105018" y="243464"/>
                        <a:pt x="97774" y="247863"/>
                      </a:cubicBezTo>
                      <a:cubicBezTo>
                        <a:pt x="90529" y="252261"/>
                        <a:pt x="89490" y="255880"/>
                        <a:pt x="84058" y="252521"/>
                      </a:cubicBezTo>
                      <a:cubicBezTo>
                        <a:pt x="78626" y="249156"/>
                        <a:pt x="76167" y="249029"/>
                        <a:pt x="74874" y="245923"/>
                      </a:cubicBezTo>
                      <a:cubicBezTo>
                        <a:pt x="73581" y="242818"/>
                        <a:pt x="72935" y="241651"/>
                        <a:pt x="66723" y="241525"/>
                      </a:cubicBezTo>
                      <a:cubicBezTo>
                        <a:pt x="60512" y="241398"/>
                        <a:pt x="59093" y="241265"/>
                        <a:pt x="53141" y="239712"/>
                      </a:cubicBezTo>
                      <a:cubicBezTo>
                        <a:pt x="47190" y="238159"/>
                        <a:pt x="42791" y="238032"/>
                        <a:pt x="39819" y="235446"/>
                      </a:cubicBezTo>
                      <a:cubicBezTo>
                        <a:pt x="36840" y="232854"/>
                        <a:pt x="34900" y="225483"/>
                        <a:pt x="33348" y="223024"/>
                      </a:cubicBezTo>
                      <a:cubicBezTo>
                        <a:pt x="31795" y="220565"/>
                        <a:pt x="18992" y="211121"/>
                        <a:pt x="13687" y="203623"/>
                      </a:cubicBezTo>
                      <a:cubicBezTo>
                        <a:pt x="8382" y="196119"/>
                        <a:pt x="3724" y="193013"/>
                        <a:pt x="1657" y="181890"/>
                      </a:cubicBezTo>
                      <a:cubicBezTo>
                        <a:pt x="-415" y="170761"/>
                        <a:pt x="-1968" y="164809"/>
                        <a:pt x="3724" y="159897"/>
                      </a:cubicBezTo>
                      <a:cubicBezTo>
                        <a:pt x="9415" y="154979"/>
                        <a:pt x="11228" y="151747"/>
                        <a:pt x="17566" y="150067"/>
                      </a:cubicBezTo>
                      <a:cubicBezTo>
                        <a:pt x="23904" y="148381"/>
                        <a:pt x="25843" y="147348"/>
                        <a:pt x="25843" y="144242"/>
                      </a:cubicBezTo>
                      <a:cubicBezTo>
                        <a:pt x="25843" y="141137"/>
                        <a:pt x="22738" y="133892"/>
                        <a:pt x="26363" y="129887"/>
                      </a:cubicBezTo>
                      <a:cubicBezTo>
                        <a:pt x="29982" y="125875"/>
                        <a:pt x="30115" y="119277"/>
                        <a:pt x="33607" y="114099"/>
                      </a:cubicBezTo>
                      <a:cubicBezTo>
                        <a:pt x="37100" y="108927"/>
                        <a:pt x="33607" y="102975"/>
                        <a:pt x="39299" y="98190"/>
                      </a:cubicBezTo>
                      <a:cubicBezTo>
                        <a:pt x="44991" y="93405"/>
                        <a:pt x="49776" y="82795"/>
                        <a:pt x="54174" y="81116"/>
                      </a:cubicBezTo>
                      <a:cubicBezTo>
                        <a:pt x="58573" y="79430"/>
                        <a:pt x="64138" y="80729"/>
                        <a:pt x="69696" y="78530"/>
                      </a:cubicBezTo>
                      <a:cubicBezTo>
                        <a:pt x="75261" y="76330"/>
                        <a:pt x="78107" y="76584"/>
                        <a:pt x="82892" y="75684"/>
                      </a:cubicBezTo>
                      <a:cubicBezTo>
                        <a:pt x="87683" y="74778"/>
                        <a:pt x="89750" y="78010"/>
                        <a:pt x="87810" y="71799"/>
                      </a:cubicBezTo>
                      <a:cubicBezTo>
                        <a:pt x="85871" y="65588"/>
                        <a:pt x="85611" y="62488"/>
                        <a:pt x="86517" y="57050"/>
                      </a:cubicBezTo>
                      <a:cubicBezTo>
                        <a:pt x="87424" y="51618"/>
                        <a:pt x="88191" y="52100"/>
                        <a:pt x="86384" y="49939"/>
                      </a:cubicBezTo>
                      <a:cubicBezTo>
                        <a:pt x="82518" y="45306"/>
                        <a:pt x="82163" y="43011"/>
                        <a:pt x="79659" y="32345"/>
                      </a:cubicBezTo>
                      <a:cubicBezTo>
                        <a:pt x="81789" y="14966"/>
                        <a:pt x="87379" y="13666"/>
                        <a:pt x="94148" y="3494"/>
                      </a:cubicBezTo>
                      <a:cubicBezTo>
                        <a:pt x="101912" y="1941"/>
                        <a:pt x="107990" y="1041"/>
                        <a:pt x="107990" y="1041"/>
                      </a:cubicBezTo>
                      <a:close/>
                    </a:path>
                  </a:pathLst>
                </a:custGeom>
                <a:solidFill>
                  <a:srgbClr val="E7E7E7"/>
                </a:solidFill>
                <a:ln w="6350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21" name="フリーフォーム: 図形 20">
                  <a:extLst>
                    <a:ext uri="{FF2B5EF4-FFF2-40B4-BE49-F238E27FC236}">
                      <a16:creationId xmlns:a16="http://schemas.microsoft.com/office/drawing/2014/main" id="{54ABA4F1-8629-5727-39E9-E622D2614CDE}"/>
                    </a:ext>
                  </a:extLst>
                </p:cNvPr>
                <p:cNvSpPr/>
                <p:nvPr/>
              </p:nvSpPr>
              <p:spPr>
                <a:xfrm>
                  <a:off x="234650" y="7365089"/>
                  <a:ext cx="26599" cy="65437"/>
                </a:xfrm>
                <a:custGeom>
                  <a:avLst/>
                  <a:gdLst>
                    <a:gd name="csX0" fmla="*/ 739 w 26599"/>
                    <a:gd name="csY0" fmla="*/ 52596 h 65437"/>
                    <a:gd name="csX1" fmla="*/ 739 w 26599"/>
                    <a:gd name="csY1" fmla="*/ 52596 h 65437"/>
                    <a:gd name="csX2" fmla="*/ 3299 w 26599"/>
                    <a:gd name="csY2" fmla="*/ 48933 h 65437"/>
                    <a:gd name="csX3" fmla="*/ -231 w 26599"/>
                    <a:gd name="csY3" fmla="*/ 33658 h 65437"/>
                    <a:gd name="csX4" fmla="*/ 948 w 26599"/>
                    <a:gd name="csY4" fmla="*/ 22313 h 65437"/>
                    <a:gd name="csX5" fmla="*/ 2203 w 26599"/>
                    <a:gd name="csY5" fmla="*/ 11519 h 65437"/>
                    <a:gd name="csX6" fmla="*/ 8788 w 26599"/>
                    <a:gd name="csY6" fmla="*/ 3286 h 65437"/>
                    <a:gd name="csX7" fmla="*/ 14372 w 26599"/>
                    <a:gd name="csY7" fmla="*/ 821 h 65437"/>
                    <a:gd name="csX8" fmla="*/ 19125 w 26599"/>
                    <a:gd name="csY8" fmla="*/ 1093 h 65437"/>
                    <a:gd name="csX9" fmla="*/ 18941 w 26599"/>
                    <a:gd name="csY9" fmla="*/ 4478 h 65437"/>
                    <a:gd name="csX10" fmla="*/ 20406 w 26599"/>
                    <a:gd name="csY10" fmla="*/ 4478 h 65437"/>
                    <a:gd name="csX11" fmla="*/ 24614 w 26599"/>
                    <a:gd name="csY11" fmla="*/ 3109 h 65437"/>
                    <a:gd name="csX12" fmla="*/ 25165 w 26599"/>
                    <a:gd name="csY12" fmla="*/ 6950 h 65437"/>
                    <a:gd name="csX13" fmla="*/ 22510 w 26599"/>
                    <a:gd name="csY13" fmla="*/ 8686 h 65437"/>
                    <a:gd name="csX14" fmla="*/ 22149 w 26599"/>
                    <a:gd name="csY14" fmla="*/ 10423 h 65437"/>
                    <a:gd name="csX15" fmla="*/ 21325 w 26599"/>
                    <a:gd name="csY15" fmla="*/ 12622 h 65437"/>
                    <a:gd name="csX16" fmla="*/ 17845 w 26599"/>
                    <a:gd name="csY16" fmla="*/ 14999 h 65437"/>
                    <a:gd name="csX17" fmla="*/ 17756 w 26599"/>
                    <a:gd name="csY17" fmla="*/ 16919 h 65437"/>
                    <a:gd name="csX18" fmla="*/ 19220 w 26599"/>
                    <a:gd name="csY18" fmla="*/ 18472 h 65437"/>
                    <a:gd name="csX19" fmla="*/ 22510 w 26599"/>
                    <a:gd name="csY19" fmla="*/ 18567 h 65437"/>
                    <a:gd name="csX20" fmla="*/ 24525 w 26599"/>
                    <a:gd name="csY20" fmla="*/ 20849 h 65437"/>
                    <a:gd name="csX21" fmla="*/ 26357 w 26599"/>
                    <a:gd name="csY21" fmla="*/ 37410 h 65437"/>
                    <a:gd name="csX22" fmla="*/ 25438 w 26599"/>
                    <a:gd name="csY22" fmla="*/ 48844 h 65437"/>
                    <a:gd name="csX23" fmla="*/ 22877 w 26599"/>
                    <a:gd name="csY23" fmla="*/ 52045 h 65437"/>
                    <a:gd name="csX24" fmla="*/ 19220 w 26599"/>
                    <a:gd name="csY24" fmla="*/ 62655 h 65437"/>
                    <a:gd name="csX25" fmla="*/ 17389 w 26599"/>
                    <a:gd name="csY25" fmla="*/ 65671 h 6543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</a:cxnLst>
                  <a:rect l="l" t="t" r="r" b="b"/>
                  <a:pathLst>
                    <a:path w="26599" h="65437">
                      <a:moveTo>
                        <a:pt x="739" y="52596"/>
                      </a:moveTo>
                      <a:lnTo>
                        <a:pt x="739" y="52596"/>
                      </a:lnTo>
                      <a:cubicBezTo>
                        <a:pt x="739" y="52596"/>
                        <a:pt x="4440" y="53984"/>
                        <a:pt x="3299" y="48933"/>
                      </a:cubicBezTo>
                      <a:cubicBezTo>
                        <a:pt x="2165" y="43881"/>
                        <a:pt x="-237" y="38374"/>
                        <a:pt x="-231" y="33658"/>
                      </a:cubicBezTo>
                      <a:cubicBezTo>
                        <a:pt x="-218" y="28949"/>
                        <a:pt x="238" y="28993"/>
                        <a:pt x="948" y="22313"/>
                      </a:cubicBezTo>
                      <a:cubicBezTo>
                        <a:pt x="1658" y="15639"/>
                        <a:pt x="923" y="14264"/>
                        <a:pt x="2203" y="11519"/>
                      </a:cubicBezTo>
                      <a:cubicBezTo>
                        <a:pt x="3483" y="8775"/>
                        <a:pt x="6044" y="5669"/>
                        <a:pt x="8788" y="3286"/>
                      </a:cubicBezTo>
                      <a:cubicBezTo>
                        <a:pt x="11532" y="910"/>
                        <a:pt x="13180" y="1550"/>
                        <a:pt x="14372" y="821"/>
                      </a:cubicBezTo>
                      <a:cubicBezTo>
                        <a:pt x="15557" y="86"/>
                        <a:pt x="18853" y="-98"/>
                        <a:pt x="19125" y="1093"/>
                      </a:cubicBezTo>
                      <a:cubicBezTo>
                        <a:pt x="19404" y="2285"/>
                        <a:pt x="19765" y="4110"/>
                        <a:pt x="18941" y="4478"/>
                      </a:cubicBezTo>
                      <a:cubicBezTo>
                        <a:pt x="18124" y="4845"/>
                        <a:pt x="18853" y="5486"/>
                        <a:pt x="20406" y="4478"/>
                      </a:cubicBezTo>
                      <a:cubicBezTo>
                        <a:pt x="21965" y="3470"/>
                        <a:pt x="23518" y="1461"/>
                        <a:pt x="24614" y="3109"/>
                      </a:cubicBezTo>
                      <a:cubicBezTo>
                        <a:pt x="25710" y="4750"/>
                        <a:pt x="25710" y="6214"/>
                        <a:pt x="25165" y="6950"/>
                      </a:cubicBezTo>
                      <a:cubicBezTo>
                        <a:pt x="24614" y="7679"/>
                        <a:pt x="23334" y="8414"/>
                        <a:pt x="22510" y="8686"/>
                      </a:cubicBezTo>
                      <a:cubicBezTo>
                        <a:pt x="21686" y="8959"/>
                        <a:pt x="22053" y="9415"/>
                        <a:pt x="22149" y="10423"/>
                      </a:cubicBezTo>
                      <a:cubicBezTo>
                        <a:pt x="22237" y="11431"/>
                        <a:pt x="22421" y="11703"/>
                        <a:pt x="21325" y="12622"/>
                      </a:cubicBezTo>
                      <a:cubicBezTo>
                        <a:pt x="20228" y="13535"/>
                        <a:pt x="18485" y="14815"/>
                        <a:pt x="17845" y="14999"/>
                      </a:cubicBezTo>
                      <a:cubicBezTo>
                        <a:pt x="17205" y="15183"/>
                        <a:pt x="17756" y="15728"/>
                        <a:pt x="17756" y="16919"/>
                      </a:cubicBezTo>
                      <a:cubicBezTo>
                        <a:pt x="17756" y="18111"/>
                        <a:pt x="18213" y="18929"/>
                        <a:pt x="19220" y="18472"/>
                      </a:cubicBezTo>
                      <a:cubicBezTo>
                        <a:pt x="20228" y="18016"/>
                        <a:pt x="20773" y="17376"/>
                        <a:pt x="22510" y="18567"/>
                      </a:cubicBezTo>
                      <a:cubicBezTo>
                        <a:pt x="24253" y="19752"/>
                        <a:pt x="24525" y="19752"/>
                        <a:pt x="24525" y="20849"/>
                      </a:cubicBezTo>
                      <a:cubicBezTo>
                        <a:pt x="24525" y="21952"/>
                        <a:pt x="26534" y="31649"/>
                        <a:pt x="26357" y="37410"/>
                      </a:cubicBezTo>
                      <a:cubicBezTo>
                        <a:pt x="26173" y="43172"/>
                        <a:pt x="26813" y="47012"/>
                        <a:pt x="25438" y="48844"/>
                      </a:cubicBezTo>
                      <a:cubicBezTo>
                        <a:pt x="24069" y="50669"/>
                        <a:pt x="23974" y="49212"/>
                        <a:pt x="22877" y="52045"/>
                      </a:cubicBezTo>
                      <a:cubicBezTo>
                        <a:pt x="21781" y="54878"/>
                        <a:pt x="19220" y="62655"/>
                        <a:pt x="19220" y="62655"/>
                      </a:cubicBezTo>
                      <a:cubicBezTo>
                        <a:pt x="19220" y="62655"/>
                        <a:pt x="17940" y="64575"/>
                        <a:pt x="17389" y="65671"/>
                      </a:cubicBezTo>
                    </a:path>
                  </a:pathLst>
                </a:custGeom>
                <a:solidFill>
                  <a:srgbClr val="E7E7E7"/>
                </a:solidFill>
                <a:ln w="6350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22" name="フリーフォーム: 図形 21">
                  <a:extLst>
                    <a:ext uri="{FF2B5EF4-FFF2-40B4-BE49-F238E27FC236}">
                      <a16:creationId xmlns:a16="http://schemas.microsoft.com/office/drawing/2014/main" id="{8B61BE65-D17B-7B72-1905-749E0CB5F2CB}"/>
                    </a:ext>
                  </a:extLst>
                </p:cNvPr>
                <p:cNvSpPr/>
                <p:nvPr/>
              </p:nvSpPr>
              <p:spPr>
                <a:xfrm>
                  <a:off x="296819" y="7378205"/>
                  <a:ext cx="40604" cy="35949"/>
                </a:xfrm>
                <a:custGeom>
                  <a:avLst/>
                  <a:gdLst>
                    <a:gd name="csX0" fmla="*/ -201 w 40604"/>
                    <a:gd name="csY0" fmla="*/ 36183 h 35949"/>
                    <a:gd name="csX1" fmla="*/ 3824 w 40604"/>
                    <a:gd name="csY1" fmla="*/ 22708 h 35949"/>
                    <a:gd name="csX2" fmla="*/ 3697 w 40604"/>
                    <a:gd name="csY2" fmla="*/ 9576 h 35949"/>
                    <a:gd name="csX3" fmla="*/ 3697 w 40604"/>
                    <a:gd name="csY3" fmla="*/ 9576 h 35949"/>
                    <a:gd name="csX4" fmla="*/ 4768 w 40604"/>
                    <a:gd name="csY4" fmla="*/ 4151 h 35949"/>
                    <a:gd name="csX5" fmla="*/ 8134 w 40604"/>
                    <a:gd name="csY5" fmla="*/ 5057 h 35949"/>
                    <a:gd name="csX6" fmla="*/ 9230 w 40604"/>
                    <a:gd name="csY6" fmla="*/ 12042 h 35949"/>
                    <a:gd name="csX7" fmla="*/ 11962 w 40604"/>
                    <a:gd name="csY7" fmla="*/ 19533 h 35949"/>
                    <a:gd name="csX8" fmla="*/ 13882 w 40604"/>
                    <a:gd name="csY8" fmla="*/ 14412 h 35949"/>
                    <a:gd name="csX9" fmla="*/ 12330 w 40604"/>
                    <a:gd name="csY9" fmla="*/ 3802 h 35949"/>
                    <a:gd name="csX10" fmla="*/ 14066 w 40604"/>
                    <a:gd name="csY10" fmla="*/ 874 h 35949"/>
                    <a:gd name="csX11" fmla="*/ 16811 w 40604"/>
                    <a:gd name="csY11" fmla="*/ 4170 h 35949"/>
                    <a:gd name="csX12" fmla="*/ 19827 w 40604"/>
                    <a:gd name="csY12" fmla="*/ 11395 h 35949"/>
                    <a:gd name="csX13" fmla="*/ 21108 w 40604"/>
                    <a:gd name="csY13" fmla="*/ 18988 h 35949"/>
                    <a:gd name="csX14" fmla="*/ 23212 w 40604"/>
                    <a:gd name="csY14" fmla="*/ 16060 h 35949"/>
                    <a:gd name="csX15" fmla="*/ 23035 w 40604"/>
                    <a:gd name="csY15" fmla="*/ 8194 h 35949"/>
                    <a:gd name="csX16" fmla="*/ 22572 w 40604"/>
                    <a:gd name="csY16" fmla="*/ 418 h 35949"/>
                    <a:gd name="csX17" fmla="*/ 25316 w 40604"/>
                    <a:gd name="csY17" fmla="*/ 1787 h 35949"/>
                    <a:gd name="csX18" fmla="*/ 27516 w 40604"/>
                    <a:gd name="csY18" fmla="*/ 6635 h 35949"/>
                    <a:gd name="csX19" fmla="*/ 28473 w 40604"/>
                    <a:gd name="csY19" fmla="*/ 10204 h 35949"/>
                    <a:gd name="csX20" fmla="*/ 32041 w 40604"/>
                    <a:gd name="csY20" fmla="*/ 7326 h 35949"/>
                    <a:gd name="csX21" fmla="*/ 32763 w 40604"/>
                    <a:gd name="csY21" fmla="*/ 11687 h 35949"/>
                    <a:gd name="csX22" fmla="*/ 33093 w 40604"/>
                    <a:gd name="csY22" fmla="*/ 17613 h 35949"/>
                    <a:gd name="csX23" fmla="*/ 35286 w 40604"/>
                    <a:gd name="csY23" fmla="*/ 11851 h 35949"/>
                    <a:gd name="csX24" fmla="*/ 39038 w 40604"/>
                    <a:gd name="csY24" fmla="*/ 8011 h 35949"/>
                    <a:gd name="csX25" fmla="*/ 40229 w 40604"/>
                    <a:gd name="csY25" fmla="*/ 12219 h 35949"/>
                    <a:gd name="csX26" fmla="*/ 38125 w 40604"/>
                    <a:gd name="csY26" fmla="*/ 18532 h 35949"/>
                    <a:gd name="csX27" fmla="*/ 35749 w 40604"/>
                    <a:gd name="csY27" fmla="*/ 22556 h 35949"/>
                    <a:gd name="csX28" fmla="*/ 28796 w 40604"/>
                    <a:gd name="csY28" fmla="*/ 27221 h 35949"/>
                    <a:gd name="csX29" fmla="*/ 22483 w 40604"/>
                    <a:gd name="csY29" fmla="*/ 29870 h 35949"/>
                    <a:gd name="csX30" fmla="*/ 18547 w 40604"/>
                    <a:gd name="csY30" fmla="*/ 33895 h 3594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</a:cxnLst>
                  <a:rect l="l" t="t" r="r" b="b"/>
                  <a:pathLst>
                    <a:path w="40604" h="35949">
                      <a:moveTo>
                        <a:pt x="-201" y="36183"/>
                      </a:moveTo>
                      <a:cubicBezTo>
                        <a:pt x="598" y="30808"/>
                        <a:pt x="3463" y="25244"/>
                        <a:pt x="3824" y="22708"/>
                      </a:cubicBezTo>
                      <a:cubicBezTo>
                        <a:pt x="5491" y="10863"/>
                        <a:pt x="4001" y="14824"/>
                        <a:pt x="3697" y="9576"/>
                      </a:cubicBezTo>
                      <a:lnTo>
                        <a:pt x="3697" y="9576"/>
                      </a:lnTo>
                      <a:lnTo>
                        <a:pt x="4768" y="4151"/>
                      </a:lnTo>
                      <a:cubicBezTo>
                        <a:pt x="4768" y="4151"/>
                        <a:pt x="7817" y="2281"/>
                        <a:pt x="8134" y="5057"/>
                      </a:cubicBezTo>
                      <a:cubicBezTo>
                        <a:pt x="8444" y="7833"/>
                        <a:pt x="7918" y="8923"/>
                        <a:pt x="9230" y="12042"/>
                      </a:cubicBezTo>
                      <a:cubicBezTo>
                        <a:pt x="10542" y="15160"/>
                        <a:pt x="10777" y="19349"/>
                        <a:pt x="11962" y="19533"/>
                      </a:cubicBezTo>
                      <a:cubicBezTo>
                        <a:pt x="13153" y="19717"/>
                        <a:pt x="14339" y="18988"/>
                        <a:pt x="13882" y="14412"/>
                      </a:cubicBezTo>
                      <a:cubicBezTo>
                        <a:pt x="13426" y="9836"/>
                        <a:pt x="12418" y="5723"/>
                        <a:pt x="12330" y="3802"/>
                      </a:cubicBezTo>
                      <a:cubicBezTo>
                        <a:pt x="12241" y="1882"/>
                        <a:pt x="13153" y="602"/>
                        <a:pt x="14066" y="874"/>
                      </a:cubicBezTo>
                      <a:cubicBezTo>
                        <a:pt x="14979" y="1147"/>
                        <a:pt x="15714" y="2338"/>
                        <a:pt x="16811" y="4170"/>
                      </a:cubicBezTo>
                      <a:cubicBezTo>
                        <a:pt x="17907" y="5995"/>
                        <a:pt x="19650" y="8651"/>
                        <a:pt x="19827" y="11395"/>
                      </a:cubicBezTo>
                      <a:cubicBezTo>
                        <a:pt x="20011" y="14140"/>
                        <a:pt x="19923" y="18164"/>
                        <a:pt x="21108" y="18988"/>
                      </a:cubicBezTo>
                      <a:cubicBezTo>
                        <a:pt x="22299" y="19812"/>
                        <a:pt x="22667" y="20085"/>
                        <a:pt x="23212" y="16060"/>
                      </a:cubicBezTo>
                      <a:cubicBezTo>
                        <a:pt x="23763" y="12035"/>
                        <a:pt x="23852" y="11940"/>
                        <a:pt x="23035" y="8194"/>
                      </a:cubicBezTo>
                      <a:cubicBezTo>
                        <a:pt x="22211" y="4442"/>
                        <a:pt x="21659" y="874"/>
                        <a:pt x="22572" y="418"/>
                      </a:cubicBezTo>
                      <a:cubicBezTo>
                        <a:pt x="23491" y="-39"/>
                        <a:pt x="24315" y="329"/>
                        <a:pt x="25316" y="1787"/>
                      </a:cubicBezTo>
                      <a:cubicBezTo>
                        <a:pt x="26324" y="3251"/>
                        <a:pt x="26780" y="4075"/>
                        <a:pt x="27516" y="6635"/>
                      </a:cubicBezTo>
                      <a:cubicBezTo>
                        <a:pt x="28244" y="9196"/>
                        <a:pt x="27433" y="5266"/>
                        <a:pt x="28473" y="10204"/>
                      </a:cubicBezTo>
                      <a:cubicBezTo>
                        <a:pt x="28656" y="11072"/>
                        <a:pt x="28308" y="4062"/>
                        <a:pt x="32041" y="7326"/>
                      </a:cubicBezTo>
                      <a:cubicBezTo>
                        <a:pt x="32542" y="7763"/>
                        <a:pt x="33169" y="9798"/>
                        <a:pt x="32763" y="11687"/>
                      </a:cubicBezTo>
                      <a:cubicBezTo>
                        <a:pt x="32174" y="14431"/>
                        <a:pt x="32256" y="19400"/>
                        <a:pt x="33093" y="17613"/>
                      </a:cubicBezTo>
                      <a:cubicBezTo>
                        <a:pt x="34373" y="14868"/>
                        <a:pt x="33733" y="15325"/>
                        <a:pt x="35286" y="11851"/>
                      </a:cubicBezTo>
                      <a:cubicBezTo>
                        <a:pt x="36845" y="8378"/>
                        <a:pt x="37853" y="6363"/>
                        <a:pt x="39038" y="8011"/>
                      </a:cubicBezTo>
                      <a:cubicBezTo>
                        <a:pt x="40229" y="9659"/>
                        <a:pt x="40686" y="9747"/>
                        <a:pt x="40229" y="12219"/>
                      </a:cubicBezTo>
                      <a:cubicBezTo>
                        <a:pt x="39773" y="14685"/>
                        <a:pt x="39406" y="16605"/>
                        <a:pt x="38125" y="18532"/>
                      </a:cubicBezTo>
                      <a:cubicBezTo>
                        <a:pt x="36845" y="20452"/>
                        <a:pt x="38854" y="19533"/>
                        <a:pt x="35749" y="22556"/>
                      </a:cubicBezTo>
                      <a:cubicBezTo>
                        <a:pt x="32637" y="25573"/>
                        <a:pt x="31901" y="24933"/>
                        <a:pt x="28796" y="27221"/>
                      </a:cubicBezTo>
                      <a:cubicBezTo>
                        <a:pt x="25684" y="29503"/>
                        <a:pt x="25956" y="28406"/>
                        <a:pt x="22483" y="29870"/>
                      </a:cubicBezTo>
                      <a:cubicBezTo>
                        <a:pt x="19003" y="31335"/>
                        <a:pt x="18547" y="33895"/>
                        <a:pt x="18547" y="33895"/>
                      </a:cubicBezTo>
                    </a:path>
                  </a:pathLst>
                </a:custGeom>
                <a:solidFill>
                  <a:srgbClr val="E7E7E7"/>
                </a:solidFill>
                <a:ln w="6350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23" name="フリーフォーム: 図形 22">
                  <a:extLst>
                    <a:ext uri="{FF2B5EF4-FFF2-40B4-BE49-F238E27FC236}">
                      <a16:creationId xmlns:a16="http://schemas.microsoft.com/office/drawing/2014/main" id="{D50C0D7B-5DFA-9B82-0948-C1747D1B704E}"/>
                    </a:ext>
                  </a:extLst>
                </p:cNvPr>
                <p:cNvSpPr/>
                <p:nvPr/>
              </p:nvSpPr>
              <p:spPr>
                <a:xfrm>
                  <a:off x="581846" y="7353862"/>
                  <a:ext cx="51181" cy="42362"/>
                </a:xfrm>
                <a:custGeom>
                  <a:avLst/>
                  <a:gdLst>
                    <a:gd name="csX0" fmla="*/ -73 w 51181"/>
                    <a:gd name="csY0" fmla="*/ 22095 h 42362"/>
                    <a:gd name="csX1" fmla="*/ 294 w 51181"/>
                    <a:gd name="csY1" fmla="*/ 22279 h 42362"/>
                    <a:gd name="csX2" fmla="*/ 10815 w 51181"/>
                    <a:gd name="csY2" fmla="*/ 20454 h 42362"/>
                    <a:gd name="csX3" fmla="*/ 18224 w 51181"/>
                    <a:gd name="csY3" fmla="*/ 12861 h 42362"/>
                    <a:gd name="csX4" fmla="*/ 30026 w 51181"/>
                    <a:gd name="csY4" fmla="*/ 4900 h 42362"/>
                    <a:gd name="csX5" fmla="*/ 46365 w 51181"/>
                    <a:gd name="csY5" fmla="*/ 286 h 42362"/>
                    <a:gd name="csX6" fmla="*/ 49991 w 51181"/>
                    <a:gd name="csY6" fmla="*/ 1662 h 42362"/>
                    <a:gd name="csX7" fmla="*/ 47766 w 51181"/>
                    <a:gd name="csY7" fmla="*/ 3709 h 42362"/>
                    <a:gd name="csX8" fmla="*/ 43012 w 51181"/>
                    <a:gd name="csY8" fmla="*/ 3892 h 42362"/>
                    <a:gd name="csX9" fmla="*/ 40160 w 51181"/>
                    <a:gd name="csY9" fmla="*/ 6491 h 42362"/>
                    <a:gd name="csX10" fmla="*/ 40268 w 51181"/>
                    <a:gd name="csY10" fmla="*/ 7461 h 42362"/>
                    <a:gd name="csX11" fmla="*/ 48178 w 51181"/>
                    <a:gd name="csY11" fmla="*/ 7594 h 42362"/>
                    <a:gd name="csX12" fmla="*/ 50447 w 51181"/>
                    <a:gd name="csY12" fmla="*/ 11302 h 42362"/>
                    <a:gd name="csX13" fmla="*/ 44660 w 51181"/>
                    <a:gd name="csY13" fmla="*/ 12404 h 42362"/>
                    <a:gd name="csX14" fmla="*/ 43019 w 51181"/>
                    <a:gd name="csY14" fmla="*/ 13507 h 42362"/>
                    <a:gd name="csX15" fmla="*/ 47861 w 51181"/>
                    <a:gd name="csY15" fmla="*/ 13862 h 42362"/>
                    <a:gd name="csX16" fmla="*/ 50238 w 51181"/>
                    <a:gd name="csY16" fmla="*/ 15510 h 42362"/>
                    <a:gd name="csX17" fmla="*/ 49572 w 51181"/>
                    <a:gd name="csY17" fmla="*/ 18971 h 42362"/>
                    <a:gd name="csX18" fmla="*/ 44388 w 51181"/>
                    <a:gd name="csY18" fmla="*/ 18438 h 42362"/>
                    <a:gd name="csX19" fmla="*/ 46023 w 51181"/>
                    <a:gd name="csY19" fmla="*/ 20923 h 42362"/>
                    <a:gd name="csX20" fmla="*/ 50295 w 51181"/>
                    <a:gd name="csY20" fmla="*/ 23883 h 42362"/>
                    <a:gd name="csX21" fmla="*/ 48026 w 51181"/>
                    <a:gd name="csY21" fmla="*/ 27755 h 42362"/>
                    <a:gd name="csX22" fmla="*/ 42556 w 51181"/>
                    <a:gd name="csY22" fmla="*/ 29688 h 42362"/>
                    <a:gd name="csX23" fmla="*/ 27738 w 51181"/>
                    <a:gd name="csY23" fmla="*/ 39753 h 42362"/>
                    <a:gd name="csX24" fmla="*/ 18592 w 51181"/>
                    <a:gd name="csY24" fmla="*/ 39569 h 42362"/>
                    <a:gd name="csX25" fmla="*/ 8984 w 51181"/>
                    <a:gd name="csY25" fmla="*/ 42586 h 4236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</a:cxnLst>
                  <a:rect l="l" t="t" r="r" b="b"/>
                  <a:pathLst>
                    <a:path w="51181" h="42362">
                      <a:moveTo>
                        <a:pt x="-73" y="22095"/>
                      </a:moveTo>
                      <a:lnTo>
                        <a:pt x="294" y="22279"/>
                      </a:lnTo>
                      <a:cubicBezTo>
                        <a:pt x="294" y="22279"/>
                        <a:pt x="9535" y="22647"/>
                        <a:pt x="10815" y="20454"/>
                      </a:cubicBezTo>
                      <a:cubicBezTo>
                        <a:pt x="12096" y="18254"/>
                        <a:pt x="12736" y="16518"/>
                        <a:pt x="18224" y="12861"/>
                      </a:cubicBezTo>
                      <a:cubicBezTo>
                        <a:pt x="23713" y="9197"/>
                        <a:pt x="21881" y="7917"/>
                        <a:pt x="30026" y="4900"/>
                      </a:cubicBezTo>
                      <a:cubicBezTo>
                        <a:pt x="38164" y="1883"/>
                        <a:pt x="42499" y="-164"/>
                        <a:pt x="46365" y="286"/>
                      </a:cubicBezTo>
                      <a:cubicBezTo>
                        <a:pt x="49623" y="673"/>
                        <a:pt x="50675" y="901"/>
                        <a:pt x="49991" y="1662"/>
                      </a:cubicBezTo>
                      <a:cubicBezTo>
                        <a:pt x="49046" y="2707"/>
                        <a:pt x="48590" y="3411"/>
                        <a:pt x="47766" y="3709"/>
                      </a:cubicBezTo>
                      <a:cubicBezTo>
                        <a:pt x="46891" y="4032"/>
                        <a:pt x="43836" y="3069"/>
                        <a:pt x="43012" y="3892"/>
                      </a:cubicBezTo>
                      <a:cubicBezTo>
                        <a:pt x="42189" y="4716"/>
                        <a:pt x="42030" y="5135"/>
                        <a:pt x="40160" y="6491"/>
                      </a:cubicBezTo>
                      <a:cubicBezTo>
                        <a:pt x="37765" y="8221"/>
                        <a:pt x="38164" y="7645"/>
                        <a:pt x="40268" y="7461"/>
                      </a:cubicBezTo>
                      <a:cubicBezTo>
                        <a:pt x="42372" y="7277"/>
                        <a:pt x="45915" y="7106"/>
                        <a:pt x="48178" y="7594"/>
                      </a:cubicBezTo>
                      <a:cubicBezTo>
                        <a:pt x="50738" y="8145"/>
                        <a:pt x="50789" y="10199"/>
                        <a:pt x="50447" y="11302"/>
                      </a:cubicBezTo>
                      <a:cubicBezTo>
                        <a:pt x="50155" y="12246"/>
                        <a:pt x="45446" y="12208"/>
                        <a:pt x="44660" y="12404"/>
                      </a:cubicBezTo>
                      <a:cubicBezTo>
                        <a:pt x="43329" y="12728"/>
                        <a:pt x="41643" y="13507"/>
                        <a:pt x="43019" y="13507"/>
                      </a:cubicBezTo>
                      <a:cubicBezTo>
                        <a:pt x="44388" y="13507"/>
                        <a:pt x="45884" y="13907"/>
                        <a:pt x="47861" y="13862"/>
                      </a:cubicBezTo>
                      <a:cubicBezTo>
                        <a:pt x="49541" y="13831"/>
                        <a:pt x="49033" y="13729"/>
                        <a:pt x="50238" y="15510"/>
                      </a:cubicBezTo>
                      <a:cubicBezTo>
                        <a:pt x="51379" y="17196"/>
                        <a:pt x="51626" y="18717"/>
                        <a:pt x="49572" y="18971"/>
                      </a:cubicBezTo>
                      <a:cubicBezTo>
                        <a:pt x="47753" y="19199"/>
                        <a:pt x="45662" y="18514"/>
                        <a:pt x="44388" y="18438"/>
                      </a:cubicBezTo>
                      <a:cubicBezTo>
                        <a:pt x="44160" y="18426"/>
                        <a:pt x="43184" y="19186"/>
                        <a:pt x="46023" y="20923"/>
                      </a:cubicBezTo>
                      <a:cubicBezTo>
                        <a:pt x="48856" y="22666"/>
                        <a:pt x="50327" y="21918"/>
                        <a:pt x="50295" y="23883"/>
                      </a:cubicBezTo>
                      <a:cubicBezTo>
                        <a:pt x="50263" y="25784"/>
                        <a:pt x="48780" y="27223"/>
                        <a:pt x="48026" y="27755"/>
                      </a:cubicBezTo>
                      <a:cubicBezTo>
                        <a:pt x="46809" y="28617"/>
                        <a:pt x="46765" y="27223"/>
                        <a:pt x="42556" y="29688"/>
                      </a:cubicBezTo>
                      <a:cubicBezTo>
                        <a:pt x="38348" y="32160"/>
                        <a:pt x="32770" y="38561"/>
                        <a:pt x="27738" y="39753"/>
                      </a:cubicBezTo>
                      <a:cubicBezTo>
                        <a:pt x="22705" y="40945"/>
                        <a:pt x="24537" y="38929"/>
                        <a:pt x="18592" y="39569"/>
                      </a:cubicBezTo>
                      <a:cubicBezTo>
                        <a:pt x="12641" y="40209"/>
                        <a:pt x="10999" y="42225"/>
                        <a:pt x="8984" y="42586"/>
                      </a:cubicBezTo>
                    </a:path>
                  </a:pathLst>
                </a:custGeom>
                <a:solidFill>
                  <a:srgbClr val="E7E7E7"/>
                </a:solidFill>
                <a:ln w="6350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24" name="フリーフォーム: 図形 23">
                  <a:extLst>
                    <a:ext uri="{FF2B5EF4-FFF2-40B4-BE49-F238E27FC236}">
                      <a16:creationId xmlns:a16="http://schemas.microsoft.com/office/drawing/2014/main" id="{AF572326-C7E1-7419-90FA-2CE88969DB57}"/>
                    </a:ext>
                  </a:extLst>
                </p:cNvPr>
                <p:cNvSpPr/>
                <p:nvPr/>
              </p:nvSpPr>
              <p:spPr>
                <a:xfrm>
                  <a:off x="559987" y="7417773"/>
                  <a:ext cx="51641" cy="40233"/>
                </a:xfrm>
                <a:custGeom>
                  <a:avLst/>
                  <a:gdLst>
                    <a:gd name="csX0" fmla="*/ -83 w 51641"/>
                    <a:gd name="csY0" fmla="*/ 22062 h 40233"/>
                    <a:gd name="csX1" fmla="*/ 3422 w 51641"/>
                    <a:gd name="csY1" fmla="*/ 16738 h 40233"/>
                    <a:gd name="csX2" fmla="*/ 10470 w 51641"/>
                    <a:gd name="csY2" fmla="*/ 11300 h 40233"/>
                    <a:gd name="csX3" fmla="*/ 26055 w 51641"/>
                    <a:gd name="csY3" fmla="*/ 2636 h 40233"/>
                    <a:gd name="csX4" fmla="*/ 31880 w 51641"/>
                    <a:gd name="csY4" fmla="*/ 500 h 40233"/>
                    <a:gd name="csX5" fmla="*/ 32526 w 51641"/>
                    <a:gd name="csY5" fmla="*/ 2896 h 40233"/>
                    <a:gd name="csX6" fmla="*/ 29547 w 51641"/>
                    <a:gd name="csY6" fmla="*/ 6901 h 40233"/>
                    <a:gd name="csX7" fmla="*/ 22113 w 51641"/>
                    <a:gd name="csY7" fmla="*/ 12080 h 40233"/>
                    <a:gd name="csX8" fmla="*/ 26835 w 51641"/>
                    <a:gd name="csY8" fmla="*/ 11300 h 40233"/>
                    <a:gd name="csX9" fmla="*/ 40031 w 51641"/>
                    <a:gd name="csY9" fmla="*/ 8004 h 40233"/>
                    <a:gd name="csX10" fmla="*/ 47662 w 51641"/>
                    <a:gd name="csY10" fmla="*/ 7358 h 40233"/>
                    <a:gd name="csX11" fmla="*/ 48371 w 51641"/>
                    <a:gd name="csY11" fmla="*/ 9361 h 40233"/>
                    <a:gd name="csX12" fmla="*/ 47402 w 51641"/>
                    <a:gd name="csY12" fmla="*/ 10913 h 40233"/>
                    <a:gd name="csX13" fmla="*/ 39124 w 51641"/>
                    <a:gd name="csY13" fmla="*/ 13113 h 40233"/>
                    <a:gd name="csX14" fmla="*/ 31747 w 51641"/>
                    <a:gd name="csY14" fmla="*/ 15116 h 40233"/>
                    <a:gd name="csX15" fmla="*/ 31683 w 51641"/>
                    <a:gd name="csY15" fmla="*/ 16345 h 40233"/>
                    <a:gd name="csX16" fmla="*/ 42166 w 51641"/>
                    <a:gd name="csY16" fmla="*/ 16345 h 40233"/>
                    <a:gd name="csX17" fmla="*/ 48181 w 51641"/>
                    <a:gd name="csY17" fmla="*/ 16801 h 40233"/>
                    <a:gd name="csX18" fmla="*/ 49278 w 51641"/>
                    <a:gd name="csY18" fmla="*/ 19127 h 40233"/>
                    <a:gd name="csX19" fmla="*/ 48048 w 51641"/>
                    <a:gd name="csY19" fmla="*/ 20940 h 40233"/>
                    <a:gd name="csX20" fmla="*/ 45266 w 51641"/>
                    <a:gd name="csY20" fmla="*/ 21327 h 40233"/>
                    <a:gd name="csX21" fmla="*/ 41837 w 51641"/>
                    <a:gd name="csY21" fmla="*/ 22170 h 40233"/>
                    <a:gd name="csX22" fmla="*/ 46305 w 51641"/>
                    <a:gd name="csY22" fmla="*/ 22620 h 40233"/>
                    <a:gd name="csX23" fmla="*/ 47598 w 51641"/>
                    <a:gd name="csY23" fmla="*/ 25016 h 40233"/>
                    <a:gd name="csX24" fmla="*/ 46628 w 51641"/>
                    <a:gd name="csY24" fmla="*/ 27018 h 40233"/>
                    <a:gd name="csX25" fmla="*/ 50767 w 51641"/>
                    <a:gd name="csY25" fmla="*/ 27405 h 40233"/>
                    <a:gd name="csX26" fmla="*/ 51154 w 51641"/>
                    <a:gd name="csY26" fmla="*/ 30384 h 40233"/>
                    <a:gd name="csX27" fmla="*/ 45526 w 51641"/>
                    <a:gd name="csY27" fmla="*/ 33166 h 40233"/>
                    <a:gd name="csX28" fmla="*/ 38091 w 51641"/>
                    <a:gd name="csY28" fmla="*/ 37755 h 40233"/>
                    <a:gd name="csX29" fmla="*/ 31683 w 51641"/>
                    <a:gd name="csY29" fmla="*/ 38725 h 40233"/>
                    <a:gd name="csX30" fmla="*/ 28388 w 51641"/>
                    <a:gd name="csY30" fmla="*/ 40214 h 40233"/>
                    <a:gd name="csX31" fmla="*/ 17112 w 51641"/>
                    <a:gd name="csY31" fmla="*/ 37064 h 40233"/>
                    <a:gd name="csX32" fmla="*/ 8695 w 51641"/>
                    <a:gd name="csY32" fmla="*/ 39080 h 4023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</a:cxnLst>
                  <a:rect l="l" t="t" r="r" b="b"/>
                  <a:pathLst>
                    <a:path w="51641" h="40233">
                      <a:moveTo>
                        <a:pt x="-83" y="22062"/>
                      </a:moveTo>
                      <a:lnTo>
                        <a:pt x="3422" y="16738"/>
                      </a:lnTo>
                      <a:cubicBezTo>
                        <a:pt x="3676" y="16605"/>
                        <a:pt x="5748" y="14469"/>
                        <a:pt x="10470" y="11300"/>
                      </a:cubicBezTo>
                      <a:cubicBezTo>
                        <a:pt x="15192" y="8131"/>
                        <a:pt x="21790" y="4835"/>
                        <a:pt x="26055" y="2636"/>
                      </a:cubicBezTo>
                      <a:cubicBezTo>
                        <a:pt x="30327" y="437"/>
                        <a:pt x="31233" y="-146"/>
                        <a:pt x="31880" y="500"/>
                      </a:cubicBezTo>
                      <a:cubicBezTo>
                        <a:pt x="32526" y="1147"/>
                        <a:pt x="32976" y="2053"/>
                        <a:pt x="32526" y="2896"/>
                      </a:cubicBezTo>
                      <a:cubicBezTo>
                        <a:pt x="32076" y="3732"/>
                        <a:pt x="30777" y="5932"/>
                        <a:pt x="29547" y="6901"/>
                      </a:cubicBezTo>
                      <a:cubicBezTo>
                        <a:pt x="28324" y="7871"/>
                        <a:pt x="21466" y="12080"/>
                        <a:pt x="22113" y="12080"/>
                      </a:cubicBezTo>
                      <a:cubicBezTo>
                        <a:pt x="22759" y="12080"/>
                        <a:pt x="22956" y="12530"/>
                        <a:pt x="26835" y="11300"/>
                      </a:cubicBezTo>
                      <a:cubicBezTo>
                        <a:pt x="30714" y="10070"/>
                        <a:pt x="36602" y="8651"/>
                        <a:pt x="40031" y="8004"/>
                      </a:cubicBezTo>
                      <a:cubicBezTo>
                        <a:pt x="43459" y="7358"/>
                        <a:pt x="46882" y="6578"/>
                        <a:pt x="47662" y="7358"/>
                      </a:cubicBezTo>
                      <a:cubicBezTo>
                        <a:pt x="48435" y="8131"/>
                        <a:pt x="48568" y="8524"/>
                        <a:pt x="48371" y="9361"/>
                      </a:cubicBezTo>
                      <a:cubicBezTo>
                        <a:pt x="48181" y="10204"/>
                        <a:pt x="47858" y="10723"/>
                        <a:pt x="47402" y="10913"/>
                      </a:cubicBezTo>
                      <a:cubicBezTo>
                        <a:pt x="46952" y="11110"/>
                        <a:pt x="41514" y="12593"/>
                        <a:pt x="39124" y="13113"/>
                      </a:cubicBezTo>
                      <a:cubicBezTo>
                        <a:pt x="36728" y="13632"/>
                        <a:pt x="32723" y="14406"/>
                        <a:pt x="31747" y="15116"/>
                      </a:cubicBezTo>
                      <a:cubicBezTo>
                        <a:pt x="30777" y="15832"/>
                        <a:pt x="30200" y="16282"/>
                        <a:pt x="31683" y="16345"/>
                      </a:cubicBezTo>
                      <a:cubicBezTo>
                        <a:pt x="33173" y="16415"/>
                        <a:pt x="38414" y="16155"/>
                        <a:pt x="42166" y="16345"/>
                      </a:cubicBezTo>
                      <a:cubicBezTo>
                        <a:pt x="45912" y="16542"/>
                        <a:pt x="47598" y="16155"/>
                        <a:pt x="48181" y="16801"/>
                      </a:cubicBezTo>
                      <a:cubicBezTo>
                        <a:pt x="48764" y="17448"/>
                        <a:pt x="49341" y="18418"/>
                        <a:pt x="49278" y="19127"/>
                      </a:cubicBezTo>
                      <a:cubicBezTo>
                        <a:pt x="49214" y="19837"/>
                        <a:pt x="48828" y="20877"/>
                        <a:pt x="48048" y="20940"/>
                      </a:cubicBezTo>
                      <a:cubicBezTo>
                        <a:pt x="47275" y="21004"/>
                        <a:pt x="47275" y="21523"/>
                        <a:pt x="45266" y="21327"/>
                      </a:cubicBezTo>
                      <a:cubicBezTo>
                        <a:pt x="43263" y="21137"/>
                        <a:pt x="39897" y="22106"/>
                        <a:pt x="41837" y="22170"/>
                      </a:cubicBezTo>
                      <a:cubicBezTo>
                        <a:pt x="43783" y="22233"/>
                        <a:pt x="45335" y="21587"/>
                        <a:pt x="46305" y="22620"/>
                      </a:cubicBezTo>
                      <a:cubicBezTo>
                        <a:pt x="47275" y="23653"/>
                        <a:pt x="48308" y="24109"/>
                        <a:pt x="47598" y="25016"/>
                      </a:cubicBezTo>
                      <a:cubicBezTo>
                        <a:pt x="46882" y="25922"/>
                        <a:pt x="43846" y="27342"/>
                        <a:pt x="46628" y="27018"/>
                      </a:cubicBezTo>
                      <a:cubicBezTo>
                        <a:pt x="49404" y="26695"/>
                        <a:pt x="50184" y="26568"/>
                        <a:pt x="50767" y="27405"/>
                      </a:cubicBezTo>
                      <a:cubicBezTo>
                        <a:pt x="51350" y="28248"/>
                        <a:pt x="51997" y="30124"/>
                        <a:pt x="51154" y="30384"/>
                      </a:cubicBezTo>
                      <a:cubicBezTo>
                        <a:pt x="50311" y="30644"/>
                        <a:pt x="48111" y="31220"/>
                        <a:pt x="45526" y="33166"/>
                      </a:cubicBezTo>
                      <a:cubicBezTo>
                        <a:pt x="42940" y="35106"/>
                        <a:pt x="41064" y="37172"/>
                        <a:pt x="38091" y="37755"/>
                      </a:cubicBezTo>
                      <a:cubicBezTo>
                        <a:pt x="35112" y="38338"/>
                        <a:pt x="34016" y="38211"/>
                        <a:pt x="31683" y="38725"/>
                      </a:cubicBezTo>
                      <a:cubicBezTo>
                        <a:pt x="29357" y="39244"/>
                        <a:pt x="30523" y="38984"/>
                        <a:pt x="28388" y="40214"/>
                      </a:cubicBezTo>
                      <a:cubicBezTo>
                        <a:pt x="26252" y="41444"/>
                        <a:pt x="19128" y="38161"/>
                        <a:pt x="17112" y="37064"/>
                      </a:cubicBezTo>
                      <a:cubicBezTo>
                        <a:pt x="15103" y="35968"/>
                        <a:pt x="8695" y="39080"/>
                        <a:pt x="8695" y="39080"/>
                      </a:cubicBezTo>
                    </a:path>
                  </a:pathLst>
                </a:custGeom>
                <a:solidFill>
                  <a:srgbClr val="E7E7E7"/>
                </a:solidFill>
                <a:ln w="6350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ja-JP" altLang="en-US"/>
                </a:p>
              </p:txBody>
            </p:sp>
            <p:grpSp>
              <p:nvGrpSpPr>
                <p:cNvPr id="25" name="グラフィックス 13">
                  <a:extLst>
                    <a:ext uri="{FF2B5EF4-FFF2-40B4-BE49-F238E27FC236}">
                      <a16:creationId xmlns:a16="http://schemas.microsoft.com/office/drawing/2014/main" id="{D0375F17-CCB5-A413-DE7C-47BE441429E0}"/>
                    </a:ext>
                  </a:extLst>
                </p:cNvPr>
                <p:cNvGrpSpPr/>
                <p:nvPr/>
              </p:nvGrpSpPr>
              <p:grpSpPr>
                <a:xfrm>
                  <a:off x="245577" y="7333866"/>
                  <a:ext cx="408491" cy="227063"/>
                  <a:chOff x="245577" y="7333866"/>
                  <a:chExt cx="408491" cy="227063"/>
                </a:xfrm>
                <a:noFill/>
              </p:grpSpPr>
              <p:sp>
                <p:nvSpPr>
                  <p:cNvPr id="26" name="フリーフォーム: 図形 25">
                    <a:extLst>
                      <a:ext uri="{FF2B5EF4-FFF2-40B4-BE49-F238E27FC236}">
                        <a16:creationId xmlns:a16="http://schemas.microsoft.com/office/drawing/2014/main" id="{DF78A3F5-F888-2D20-BCA8-DE15CB0DDD91}"/>
                      </a:ext>
                    </a:extLst>
                  </p:cNvPr>
                  <p:cNvSpPr/>
                  <p:nvPr/>
                </p:nvSpPr>
                <p:spPr>
                  <a:xfrm>
                    <a:off x="245577" y="7343522"/>
                    <a:ext cx="401494" cy="118548"/>
                  </a:xfrm>
                  <a:custGeom>
                    <a:avLst/>
                    <a:gdLst>
                      <a:gd name="csX0" fmla="*/ 4812 w 401494"/>
                      <a:gd name="csY0" fmla="*/ 61267 h 118548"/>
                      <a:gd name="csX1" fmla="*/ 357611 w 401494"/>
                      <a:gd name="csY1" fmla="*/ 17813 h 118548"/>
                      <a:gd name="csX2" fmla="*/ 358384 w 401494"/>
                      <a:gd name="csY2" fmla="*/ 18333 h 118548"/>
                      <a:gd name="csX3" fmla="*/ 363106 w 401494"/>
                      <a:gd name="csY3" fmla="*/ 17947 h 118548"/>
                      <a:gd name="csX4" fmla="*/ 363797 w 401494"/>
                      <a:gd name="csY4" fmla="*/ 27872 h 118548"/>
                      <a:gd name="csX5" fmla="*/ 362377 w 401494"/>
                      <a:gd name="csY5" fmla="*/ 30166 h 118548"/>
                      <a:gd name="csX6" fmla="*/ 353504 w 401494"/>
                      <a:gd name="csY6" fmla="*/ 49922 h 118548"/>
                      <a:gd name="csX7" fmla="*/ 344815 w 401494"/>
                      <a:gd name="csY7" fmla="*/ 72973 h 118548"/>
                      <a:gd name="csX8" fmla="*/ 343262 w 401494"/>
                      <a:gd name="csY8" fmla="*/ 90808 h 118548"/>
                      <a:gd name="csX9" fmla="*/ 343813 w 401494"/>
                      <a:gd name="csY9" fmla="*/ 96754 h 118548"/>
                      <a:gd name="csX10" fmla="*/ 353599 w 401494"/>
                      <a:gd name="csY10" fmla="*/ 112947 h 118548"/>
                      <a:gd name="csX11" fmla="*/ 368418 w 401494"/>
                      <a:gd name="csY11" fmla="*/ 118709 h 118548"/>
                      <a:gd name="csX12" fmla="*/ 375916 w 401494"/>
                      <a:gd name="csY12" fmla="*/ 117061 h 118548"/>
                      <a:gd name="csX13" fmla="*/ 372810 w 401494"/>
                      <a:gd name="csY13" fmla="*/ 112396 h 118548"/>
                      <a:gd name="csX14" fmla="*/ 366586 w 401494"/>
                      <a:gd name="csY14" fmla="*/ 110203 h 118548"/>
                      <a:gd name="csX15" fmla="*/ 355336 w 401494"/>
                      <a:gd name="csY15" fmla="*/ 99777 h 118548"/>
                      <a:gd name="csX16" fmla="*/ 353783 w 401494"/>
                      <a:gd name="csY16" fmla="*/ 95930 h 118548"/>
                      <a:gd name="csX17" fmla="*/ 358353 w 401494"/>
                      <a:gd name="csY17" fmla="*/ 73613 h 118548"/>
                      <a:gd name="csX18" fmla="*/ 364120 w 401494"/>
                      <a:gd name="csY18" fmla="*/ 70958 h 118548"/>
                      <a:gd name="csX19" fmla="*/ 373450 w 401494"/>
                      <a:gd name="csY19" fmla="*/ 111756 h 118548"/>
                      <a:gd name="csX20" fmla="*/ 382139 w 401494"/>
                      <a:gd name="csY20" fmla="*/ 111756 h 118548"/>
                      <a:gd name="csX21" fmla="*/ 394853 w 401494"/>
                      <a:gd name="csY21" fmla="*/ 110203 h 118548"/>
                      <a:gd name="csX22" fmla="*/ 401350 w 401494"/>
                      <a:gd name="csY22" fmla="*/ 108187 h 118548"/>
                      <a:gd name="csX23" fmla="*/ 389365 w 401494"/>
                      <a:gd name="csY23" fmla="*/ 62021 h 118548"/>
                      <a:gd name="csX24" fmla="*/ 386532 w 401494"/>
                      <a:gd name="csY24" fmla="*/ 53674 h 118548"/>
                      <a:gd name="csX25" fmla="*/ 384244 w 401494"/>
                      <a:gd name="csY25" fmla="*/ 49193 h 118548"/>
                      <a:gd name="csX26" fmla="*/ 382412 w 401494"/>
                      <a:gd name="csY26" fmla="*/ 46905 h 118548"/>
                      <a:gd name="csX27" fmla="*/ 381132 w 401494"/>
                      <a:gd name="csY27" fmla="*/ 39952 h 118548"/>
                      <a:gd name="csX28" fmla="*/ 377658 w 401494"/>
                      <a:gd name="csY28" fmla="*/ 15804 h 118548"/>
                      <a:gd name="csX29" fmla="*/ 385708 w 401494"/>
                      <a:gd name="csY29" fmla="*/ 14702 h 118548"/>
                      <a:gd name="csX30" fmla="*/ 388084 w 401494"/>
                      <a:gd name="csY30" fmla="*/ 10404 h 118548"/>
                      <a:gd name="csX31" fmla="*/ 387077 w 401494"/>
                      <a:gd name="csY31" fmla="*/ 2355 h 118548"/>
                      <a:gd name="csX32" fmla="*/ 383787 w 401494"/>
                      <a:gd name="csY32" fmla="*/ 251 h 118548"/>
                      <a:gd name="csX33" fmla="*/ 346095 w 401494"/>
                      <a:gd name="csY33" fmla="*/ 2767 h 118548"/>
                      <a:gd name="csX34" fmla="*/ 342349 w 401494"/>
                      <a:gd name="csY34" fmla="*/ 4459 h 118548"/>
                      <a:gd name="csX35" fmla="*/ 323411 w 401494"/>
                      <a:gd name="csY35" fmla="*/ 7115 h 118548"/>
                      <a:gd name="csX36" fmla="*/ 4717 w 401494"/>
                      <a:gd name="csY36" fmla="*/ 45625 h 118548"/>
                      <a:gd name="csX37" fmla="*/ 52 w 401494"/>
                      <a:gd name="csY37" fmla="*/ 50930 h 118548"/>
                      <a:gd name="csX38" fmla="*/ 876 w 401494"/>
                      <a:gd name="csY38" fmla="*/ 57147 h 118548"/>
                      <a:gd name="csX39" fmla="*/ 4812 w 401494"/>
                      <a:gd name="csY39" fmla="*/ 61267 h 11854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</a:cxnLst>
                    <a:rect l="l" t="t" r="r" b="b"/>
                    <a:pathLst>
                      <a:path w="401494" h="118548">
                        <a:moveTo>
                          <a:pt x="4812" y="61267"/>
                        </a:moveTo>
                        <a:cubicBezTo>
                          <a:pt x="104515" y="49497"/>
                          <a:pt x="357611" y="17813"/>
                          <a:pt x="357611" y="17813"/>
                        </a:cubicBezTo>
                        <a:cubicBezTo>
                          <a:pt x="357611" y="17813"/>
                          <a:pt x="357808" y="18397"/>
                          <a:pt x="358384" y="18333"/>
                        </a:cubicBezTo>
                        <a:cubicBezTo>
                          <a:pt x="358968" y="18270"/>
                          <a:pt x="363106" y="17947"/>
                          <a:pt x="363106" y="17947"/>
                        </a:cubicBezTo>
                        <a:cubicBezTo>
                          <a:pt x="363106" y="17947"/>
                          <a:pt x="364805" y="27416"/>
                          <a:pt x="363797" y="27872"/>
                        </a:cubicBezTo>
                        <a:cubicBezTo>
                          <a:pt x="362796" y="28335"/>
                          <a:pt x="362561" y="28423"/>
                          <a:pt x="362377" y="30166"/>
                        </a:cubicBezTo>
                        <a:cubicBezTo>
                          <a:pt x="362200" y="31903"/>
                          <a:pt x="355887" y="44066"/>
                          <a:pt x="353504" y="49922"/>
                        </a:cubicBezTo>
                        <a:cubicBezTo>
                          <a:pt x="351127" y="55778"/>
                          <a:pt x="345182" y="70140"/>
                          <a:pt x="344815" y="72973"/>
                        </a:cubicBezTo>
                        <a:cubicBezTo>
                          <a:pt x="344453" y="75806"/>
                          <a:pt x="343262" y="90808"/>
                          <a:pt x="343262" y="90808"/>
                        </a:cubicBezTo>
                        <a:cubicBezTo>
                          <a:pt x="343262" y="90808"/>
                          <a:pt x="343078" y="93097"/>
                          <a:pt x="343813" y="96754"/>
                        </a:cubicBezTo>
                        <a:cubicBezTo>
                          <a:pt x="344542" y="100417"/>
                          <a:pt x="347743" y="109106"/>
                          <a:pt x="353599" y="112947"/>
                        </a:cubicBezTo>
                        <a:cubicBezTo>
                          <a:pt x="359456" y="116788"/>
                          <a:pt x="363841" y="119260"/>
                          <a:pt x="368418" y="118709"/>
                        </a:cubicBezTo>
                        <a:cubicBezTo>
                          <a:pt x="372994" y="118163"/>
                          <a:pt x="376011" y="118804"/>
                          <a:pt x="375916" y="117061"/>
                        </a:cubicBezTo>
                        <a:cubicBezTo>
                          <a:pt x="375827" y="115324"/>
                          <a:pt x="374090" y="113131"/>
                          <a:pt x="372810" y="112396"/>
                        </a:cubicBezTo>
                        <a:cubicBezTo>
                          <a:pt x="371530" y="111667"/>
                          <a:pt x="366586" y="110203"/>
                          <a:pt x="366586" y="110203"/>
                        </a:cubicBezTo>
                        <a:lnTo>
                          <a:pt x="355336" y="99777"/>
                        </a:lnTo>
                        <a:cubicBezTo>
                          <a:pt x="355336" y="99777"/>
                          <a:pt x="353872" y="99137"/>
                          <a:pt x="353783" y="95930"/>
                        </a:cubicBezTo>
                        <a:cubicBezTo>
                          <a:pt x="353688" y="92729"/>
                          <a:pt x="358353" y="73613"/>
                          <a:pt x="358353" y="73613"/>
                        </a:cubicBezTo>
                        <a:cubicBezTo>
                          <a:pt x="358353" y="73613"/>
                          <a:pt x="364120" y="69773"/>
                          <a:pt x="364120" y="70958"/>
                        </a:cubicBezTo>
                        <a:cubicBezTo>
                          <a:pt x="364120" y="72149"/>
                          <a:pt x="373450" y="111756"/>
                          <a:pt x="373450" y="111756"/>
                        </a:cubicBezTo>
                        <a:lnTo>
                          <a:pt x="382139" y="111756"/>
                        </a:lnTo>
                        <a:lnTo>
                          <a:pt x="394853" y="110203"/>
                        </a:lnTo>
                        <a:lnTo>
                          <a:pt x="401350" y="108187"/>
                        </a:lnTo>
                        <a:cubicBezTo>
                          <a:pt x="398935" y="95359"/>
                          <a:pt x="391545" y="69684"/>
                          <a:pt x="389365" y="62021"/>
                        </a:cubicBezTo>
                        <a:cubicBezTo>
                          <a:pt x="387901" y="61172"/>
                          <a:pt x="386532" y="53674"/>
                          <a:pt x="386532" y="53674"/>
                        </a:cubicBezTo>
                        <a:cubicBezTo>
                          <a:pt x="385536" y="50454"/>
                          <a:pt x="385448" y="51234"/>
                          <a:pt x="384244" y="49193"/>
                        </a:cubicBezTo>
                        <a:cubicBezTo>
                          <a:pt x="383692" y="48090"/>
                          <a:pt x="382868" y="49193"/>
                          <a:pt x="382412" y="46905"/>
                        </a:cubicBezTo>
                        <a:cubicBezTo>
                          <a:pt x="381955" y="44617"/>
                          <a:pt x="381132" y="39952"/>
                          <a:pt x="381132" y="39952"/>
                        </a:cubicBezTo>
                        <a:lnTo>
                          <a:pt x="377658" y="15804"/>
                        </a:lnTo>
                        <a:cubicBezTo>
                          <a:pt x="377658" y="15804"/>
                          <a:pt x="384789" y="15437"/>
                          <a:pt x="385708" y="14702"/>
                        </a:cubicBezTo>
                        <a:cubicBezTo>
                          <a:pt x="386620" y="13973"/>
                          <a:pt x="388084" y="11780"/>
                          <a:pt x="388084" y="10404"/>
                        </a:cubicBezTo>
                        <a:cubicBezTo>
                          <a:pt x="388084" y="9035"/>
                          <a:pt x="388357" y="4275"/>
                          <a:pt x="387077" y="2355"/>
                        </a:cubicBezTo>
                        <a:cubicBezTo>
                          <a:pt x="385796" y="435"/>
                          <a:pt x="385156" y="162"/>
                          <a:pt x="383787" y="251"/>
                        </a:cubicBezTo>
                        <a:cubicBezTo>
                          <a:pt x="382412" y="346"/>
                          <a:pt x="348199" y="2038"/>
                          <a:pt x="346095" y="2767"/>
                        </a:cubicBezTo>
                        <a:cubicBezTo>
                          <a:pt x="343997" y="3496"/>
                          <a:pt x="344999" y="4092"/>
                          <a:pt x="342349" y="4459"/>
                        </a:cubicBezTo>
                        <a:cubicBezTo>
                          <a:pt x="339694" y="4827"/>
                          <a:pt x="323411" y="7115"/>
                          <a:pt x="323411" y="7115"/>
                        </a:cubicBezTo>
                        <a:cubicBezTo>
                          <a:pt x="323411" y="7115"/>
                          <a:pt x="7645" y="43977"/>
                          <a:pt x="4717" y="45625"/>
                        </a:cubicBezTo>
                        <a:cubicBezTo>
                          <a:pt x="1795" y="47266"/>
                          <a:pt x="515" y="49282"/>
                          <a:pt x="52" y="50930"/>
                        </a:cubicBezTo>
                        <a:cubicBezTo>
                          <a:pt x="-404" y="52571"/>
                          <a:pt x="-37" y="55956"/>
                          <a:pt x="876" y="57147"/>
                        </a:cubicBezTo>
                        <a:cubicBezTo>
                          <a:pt x="1795" y="58339"/>
                          <a:pt x="2923" y="61489"/>
                          <a:pt x="4812" y="61267"/>
                        </a:cubicBezTo>
                        <a:close/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27" name="フリーフォーム: 図形 26">
                    <a:extLst>
                      <a:ext uri="{FF2B5EF4-FFF2-40B4-BE49-F238E27FC236}">
                        <a16:creationId xmlns:a16="http://schemas.microsoft.com/office/drawing/2014/main" id="{C4BC3D51-DE6A-3143-E57D-43FBDA9E3C09}"/>
                      </a:ext>
                    </a:extLst>
                  </p:cNvPr>
                  <p:cNvSpPr/>
                  <p:nvPr/>
                </p:nvSpPr>
                <p:spPr>
                  <a:xfrm>
                    <a:off x="434567" y="7355381"/>
                    <a:ext cx="36738" cy="18800"/>
                  </a:xfrm>
                  <a:custGeom>
                    <a:avLst/>
                    <a:gdLst>
                      <a:gd name="csX0" fmla="*/ 7189 w 36738"/>
                      <a:gd name="csY0" fmla="*/ 9874 h 18800"/>
                      <a:gd name="csX1" fmla="*/ 7645 w 36738"/>
                      <a:gd name="csY1" fmla="*/ 14539 h 18800"/>
                      <a:gd name="csX2" fmla="*/ 8513 w 36738"/>
                      <a:gd name="csY2" fmla="*/ 19020 h 18800"/>
                      <a:gd name="csX3" fmla="*/ 15238 w 36738"/>
                      <a:gd name="csY3" fmla="*/ 18335 h 18800"/>
                      <a:gd name="csX4" fmla="*/ 14959 w 36738"/>
                      <a:gd name="csY4" fmla="*/ 13575 h 18800"/>
                      <a:gd name="csX5" fmla="*/ 14553 w 36738"/>
                      <a:gd name="csY5" fmla="*/ 9595 h 18800"/>
                      <a:gd name="csX6" fmla="*/ 14598 w 36738"/>
                      <a:gd name="csY6" fmla="*/ 9094 h 18800"/>
                      <a:gd name="csX7" fmla="*/ 36458 w 36738"/>
                      <a:gd name="csY7" fmla="*/ 6306 h 18800"/>
                      <a:gd name="csX8" fmla="*/ 36546 w 36738"/>
                      <a:gd name="csY8" fmla="*/ 3561 h 18800"/>
                      <a:gd name="csX9" fmla="*/ 36046 w 36738"/>
                      <a:gd name="csY9" fmla="*/ 221 h 18800"/>
                      <a:gd name="csX10" fmla="*/ 185 w 36738"/>
                      <a:gd name="csY10" fmla="*/ 4246 h 18800"/>
                      <a:gd name="csX11" fmla="*/ -132 w 36738"/>
                      <a:gd name="csY11" fmla="*/ 6946 h 18800"/>
                      <a:gd name="csX12" fmla="*/ 553 w 36738"/>
                      <a:gd name="csY12" fmla="*/ 10007 h 18800"/>
                      <a:gd name="csX13" fmla="*/ 1104 w 36738"/>
                      <a:gd name="csY13" fmla="*/ 10470 h 18800"/>
                      <a:gd name="csX14" fmla="*/ 7182 w 36738"/>
                      <a:gd name="csY14" fmla="*/ 9874 h 188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36738" h="18800">
                        <a:moveTo>
                          <a:pt x="7189" y="9874"/>
                        </a:moveTo>
                        <a:cubicBezTo>
                          <a:pt x="7189" y="9874"/>
                          <a:pt x="7417" y="12479"/>
                          <a:pt x="7645" y="14539"/>
                        </a:cubicBezTo>
                        <a:cubicBezTo>
                          <a:pt x="7873" y="16599"/>
                          <a:pt x="8513" y="19020"/>
                          <a:pt x="8513" y="19020"/>
                        </a:cubicBezTo>
                        <a:cubicBezTo>
                          <a:pt x="8513" y="19020"/>
                          <a:pt x="15187" y="19020"/>
                          <a:pt x="15238" y="18335"/>
                        </a:cubicBezTo>
                        <a:cubicBezTo>
                          <a:pt x="15282" y="17651"/>
                          <a:pt x="15143" y="14171"/>
                          <a:pt x="14959" y="13575"/>
                        </a:cubicBezTo>
                        <a:cubicBezTo>
                          <a:pt x="14782" y="12980"/>
                          <a:pt x="14503" y="10102"/>
                          <a:pt x="14553" y="9595"/>
                        </a:cubicBezTo>
                        <a:cubicBezTo>
                          <a:pt x="14598" y="9094"/>
                          <a:pt x="14598" y="9094"/>
                          <a:pt x="14598" y="9094"/>
                        </a:cubicBezTo>
                        <a:cubicBezTo>
                          <a:pt x="14598" y="9094"/>
                          <a:pt x="36318" y="6489"/>
                          <a:pt x="36458" y="6306"/>
                        </a:cubicBezTo>
                        <a:cubicBezTo>
                          <a:pt x="36597" y="6122"/>
                          <a:pt x="36642" y="4842"/>
                          <a:pt x="36546" y="3561"/>
                        </a:cubicBezTo>
                        <a:cubicBezTo>
                          <a:pt x="36458" y="2281"/>
                          <a:pt x="36458" y="316"/>
                          <a:pt x="36046" y="221"/>
                        </a:cubicBezTo>
                        <a:cubicBezTo>
                          <a:pt x="35634" y="132"/>
                          <a:pt x="597" y="3973"/>
                          <a:pt x="185" y="4246"/>
                        </a:cubicBezTo>
                        <a:cubicBezTo>
                          <a:pt x="-227" y="4518"/>
                          <a:pt x="-132" y="6946"/>
                          <a:pt x="-132" y="6946"/>
                        </a:cubicBezTo>
                        <a:lnTo>
                          <a:pt x="553" y="10007"/>
                        </a:lnTo>
                        <a:cubicBezTo>
                          <a:pt x="553" y="10007"/>
                          <a:pt x="597" y="10514"/>
                          <a:pt x="1104" y="10470"/>
                        </a:cubicBezTo>
                        <a:cubicBezTo>
                          <a:pt x="1605" y="10425"/>
                          <a:pt x="7182" y="9874"/>
                          <a:pt x="7182" y="9874"/>
                        </a:cubicBezTo>
                        <a:close/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28" name="フリーフォーム: 図形 27">
                    <a:extLst>
                      <a:ext uri="{FF2B5EF4-FFF2-40B4-BE49-F238E27FC236}">
                        <a16:creationId xmlns:a16="http://schemas.microsoft.com/office/drawing/2014/main" id="{D4B23DE5-917D-2101-AA15-CEA67A9E611D}"/>
                      </a:ext>
                    </a:extLst>
                  </p:cNvPr>
                  <p:cNvSpPr/>
                  <p:nvPr/>
                </p:nvSpPr>
                <p:spPr>
                  <a:xfrm>
                    <a:off x="477073" y="7346465"/>
                    <a:ext cx="35347" cy="39070"/>
                  </a:xfrm>
                  <a:custGeom>
                    <a:avLst/>
                    <a:gdLst>
                      <a:gd name="csX0" fmla="*/ 3211 w 35347"/>
                      <a:gd name="csY0" fmla="*/ 39281 h 39070"/>
                      <a:gd name="csX1" fmla="*/ 30927 w 35347"/>
                      <a:gd name="csY1" fmla="*/ 35618 h 39070"/>
                      <a:gd name="csX2" fmla="*/ 35224 w 35347"/>
                      <a:gd name="csY2" fmla="*/ 29128 h 39070"/>
                      <a:gd name="csX3" fmla="*/ 31929 w 35347"/>
                      <a:gd name="csY3" fmla="*/ 2965 h 39070"/>
                      <a:gd name="csX4" fmla="*/ 30648 w 35347"/>
                      <a:gd name="csY4" fmla="*/ 220 h 39070"/>
                      <a:gd name="csX5" fmla="*/ 2020 w 35347"/>
                      <a:gd name="csY5" fmla="*/ 4156 h 39070"/>
                      <a:gd name="csX6" fmla="*/ 555 w 35347"/>
                      <a:gd name="csY6" fmla="*/ 7446 h 39070"/>
                      <a:gd name="csX7" fmla="*/ -85 w 35347"/>
                      <a:gd name="csY7" fmla="*/ 13118 h 39070"/>
                      <a:gd name="csX8" fmla="*/ 2476 w 35347"/>
                      <a:gd name="csY8" fmla="*/ 39003 h 39070"/>
                      <a:gd name="csX9" fmla="*/ 3211 w 35347"/>
                      <a:gd name="csY9" fmla="*/ 39281 h 390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</a:cxnLst>
                    <a:rect l="l" t="t" r="r" b="b"/>
                    <a:pathLst>
                      <a:path w="35347" h="39070">
                        <a:moveTo>
                          <a:pt x="3211" y="39281"/>
                        </a:moveTo>
                        <a:cubicBezTo>
                          <a:pt x="3211" y="39281"/>
                          <a:pt x="29920" y="36626"/>
                          <a:pt x="30927" y="35618"/>
                        </a:cubicBezTo>
                        <a:cubicBezTo>
                          <a:pt x="31929" y="34617"/>
                          <a:pt x="35224" y="29584"/>
                          <a:pt x="35224" y="29128"/>
                        </a:cubicBezTo>
                        <a:cubicBezTo>
                          <a:pt x="35224" y="28665"/>
                          <a:pt x="32296" y="4796"/>
                          <a:pt x="31929" y="2965"/>
                        </a:cubicBezTo>
                        <a:cubicBezTo>
                          <a:pt x="31567" y="1133"/>
                          <a:pt x="31567" y="220"/>
                          <a:pt x="30648" y="220"/>
                        </a:cubicBezTo>
                        <a:cubicBezTo>
                          <a:pt x="29736" y="220"/>
                          <a:pt x="2292" y="3516"/>
                          <a:pt x="2020" y="4156"/>
                        </a:cubicBezTo>
                        <a:cubicBezTo>
                          <a:pt x="1747" y="4796"/>
                          <a:pt x="1468" y="4334"/>
                          <a:pt x="555" y="7446"/>
                        </a:cubicBezTo>
                        <a:cubicBezTo>
                          <a:pt x="-357" y="10558"/>
                          <a:pt x="-85" y="13118"/>
                          <a:pt x="-85" y="13118"/>
                        </a:cubicBezTo>
                        <a:cubicBezTo>
                          <a:pt x="-85" y="13118"/>
                          <a:pt x="1836" y="38641"/>
                          <a:pt x="2476" y="39003"/>
                        </a:cubicBezTo>
                        <a:cubicBezTo>
                          <a:pt x="3116" y="39370"/>
                          <a:pt x="3211" y="39281"/>
                          <a:pt x="3211" y="39281"/>
                        </a:cubicBezTo>
                        <a:close/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29" name="フリーフォーム: 図形 28">
                    <a:extLst>
                      <a:ext uri="{FF2B5EF4-FFF2-40B4-BE49-F238E27FC236}">
                        <a16:creationId xmlns:a16="http://schemas.microsoft.com/office/drawing/2014/main" id="{4CD48541-DE1F-09CD-0715-DF75A8BD7B04}"/>
                      </a:ext>
                    </a:extLst>
                  </p:cNvPr>
                  <p:cNvSpPr/>
                  <p:nvPr/>
                </p:nvSpPr>
                <p:spPr>
                  <a:xfrm>
                    <a:off x="527050" y="7333866"/>
                    <a:ext cx="10025" cy="41981"/>
                  </a:xfrm>
                  <a:custGeom>
                    <a:avLst/>
                    <a:gdLst>
                      <a:gd name="csX0" fmla="*/ 1533 w 10025"/>
                      <a:gd name="csY0" fmla="*/ 42197 h 41981"/>
                      <a:gd name="csX1" fmla="*/ 9747 w 10025"/>
                      <a:gd name="csY1" fmla="*/ 32563 h 41981"/>
                      <a:gd name="csX2" fmla="*/ 9747 w 10025"/>
                      <a:gd name="csY2" fmla="*/ 14773 h 41981"/>
                      <a:gd name="csX3" fmla="*/ 7808 w 10025"/>
                      <a:gd name="csY3" fmla="*/ 15616 h 41981"/>
                      <a:gd name="csX4" fmla="*/ 6838 w 10025"/>
                      <a:gd name="csY4" fmla="*/ 220 h 41981"/>
                      <a:gd name="csX5" fmla="*/ -20 w 10025"/>
                      <a:gd name="csY5" fmla="*/ 7915 h 41981"/>
                      <a:gd name="csX6" fmla="*/ 627 w 10025"/>
                      <a:gd name="csY6" fmla="*/ 18588 h 41981"/>
                      <a:gd name="csX7" fmla="*/ 43 w 10025"/>
                      <a:gd name="csY7" fmla="*/ 19235 h 4198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</a:cxnLst>
                    <a:rect l="l" t="t" r="r" b="b"/>
                    <a:pathLst>
                      <a:path w="10025" h="41981">
                        <a:moveTo>
                          <a:pt x="1533" y="42197"/>
                        </a:moveTo>
                        <a:cubicBezTo>
                          <a:pt x="1533" y="42197"/>
                          <a:pt x="9747" y="33210"/>
                          <a:pt x="9747" y="32563"/>
                        </a:cubicBezTo>
                        <a:cubicBezTo>
                          <a:pt x="9747" y="31917"/>
                          <a:pt x="10134" y="15096"/>
                          <a:pt x="9747" y="14773"/>
                        </a:cubicBezTo>
                        <a:cubicBezTo>
                          <a:pt x="9360" y="14449"/>
                          <a:pt x="7808" y="16262"/>
                          <a:pt x="7808" y="15616"/>
                        </a:cubicBezTo>
                        <a:cubicBezTo>
                          <a:pt x="7808" y="14969"/>
                          <a:pt x="7681" y="-103"/>
                          <a:pt x="6838" y="220"/>
                        </a:cubicBezTo>
                        <a:cubicBezTo>
                          <a:pt x="5995" y="544"/>
                          <a:pt x="367" y="7985"/>
                          <a:pt x="-20" y="7915"/>
                        </a:cubicBezTo>
                        <a:cubicBezTo>
                          <a:pt x="-406" y="7851"/>
                          <a:pt x="627" y="18588"/>
                          <a:pt x="627" y="18588"/>
                        </a:cubicBezTo>
                        <a:lnTo>
                          <a:pt x="43" y="19235"/>
                        </a:lnTo>
                        <a:close/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30" name="フリーフォーム: 図形 29">
                    <a:extLst>
                      <a:ext uri="{FF2B5EF4-FFF2-40B4-BE49-F238E27FC236}">
                        <a16:creationId xmlns:a16="http://schemas.microsoft.com/office/drawing/2014/main" id="{304BAA5C-3A1F-EA59-F5FB-D1ACA0A53512}"/>
                      </a:ext>
                    </a:extLst>
                  </p:cNvPr>
                  <p:cNvSpPr/>
                  <p:nvPr/>
                </p:nvSpPr>
                <p:spPr>
                  <a:xfrm>
                    <a:off x="246665" y="7389753"/>
                    <a:ext cx="13319" cy="13677"/>
                  </a:xfrm>
                  <a:custGeom>
                    <a:avLst/>
                    <a:gdLst>
                      <a:gd name="csX0" fmla="*/ 3120 w 13319"/>
                      <a:gd name="csY0" fmla="*/ 1337 h 13677"/>
                      <a:gd name="csX1" fmla="*/ 9781 w 13319"/>
                      <a:gd name="csY1" fmla="*/ 266 h 13677"/>
                      <a:gd name="csX2" fmla="*/ 9489 w 13319"/>
                      <a:gd name="csY2" fmla="*/ 3080 h 13677"/>
                      <a:gd name="csX3" fmla="*/ 10877 w 13319"/>
                      <a:gd name="csY3" fmla="*/ 9614 h 13677"/>
                      <a:gd name="csX4" fmla="*/ 13076 w 13319"/>
                      <a:gd name="csY4" fmla="*/ 12270 h 13677"/>
                      <a:gd name="csX5" fmla="*/ 10941 w 13319"/>
                      <a:gd name="csY5" fmla="*/ 13012 h 13677"/>
                      <a:gd name="csX6" fmla="*/ 3120 w 13319"/>
                      <a:gd name="csY6" fmla="*/ 13855 h 13677"/>
                      <a:gd name="csX7" fmla="*/ 755 w 13319"/>
                      <a:gd name="csY7" fmla="*/ 11009 h 13677"/>
                      <a:gd name="csX8" fmla="*/ -214 w 13319"/>
                      <a:gd name="csY8" fmla="*/ 6122 h 13677"/>
                      <a:gd name="csX9" fmla="*/ 1662 w 13319"/>
                      <a:gd name="csY9" fmla="*/ 2535 h 13677"/>
                      <a:gd name="csX10" fmla="*/ 3120 w 13319"/>
                      <a:gd name="csY10" fmla="*/ 1337 h 1367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</a:cxnLst>
                    <a:rect l="l" t="t" r="r" b="b"/>
                    <a:pathLst>
                      <a:path w="13319" h="13677">
                        <a:moveTo>
                          <a:pt x="3120" y="1337"/>
                        </a:moveTo>
                        <a:cubicBezTo>
                          <a:pt x="3120" y="1337"/>
                          <a:pt x="9458" y="12"/>
                          <a:pt x="9781" y="266"/>
                        </a:cubicBezTo>
                        <a:cubicBezTo>
                          <a:pt x="10104" y="526"/>
                          <a:pt x="9553" y="1274"/>
                          <a:pt x="9489" y="3080"/>
                        </a:cubicBezTo>
                        <a:cubicBezTo>
                          <a:pt x="9426" y="4893"/>
                          <a:pt x="9844" y="8353"/>
                          <a:pt x="10877" y="9614"/>
                        </a:cubicBezTo>
                        <a:cubicBezTo>
                          <a:pt x="11910" y="10876"/>
                          <a:pt x="13241" y="11877"/>
                          <a:pt x="13076" y="12270"/>
                        </a:cubicBezTo>
                        <a:cubicBezTo>
                          <a:pt x="12918" y="12657"/>
                          <a:pt x="10941" y="13012"/>
                          <a:pt x="10941" y="13012"/>
                        </a:cubicBezTo>
                        <a:cubicBezTo>
                          <a:pt x="10941" y="13012"/>
                          <a:pt x="3633" y="14178"/>
                          <a:pt x="3120" y="13855"/>
                        </a:cubicBezTo>
                        <a:cubicBezTo>
                          <a:pt x="2600" y="13531"/>
                          <a:pt x="1110" y="12105"/>
                          <a:pt x="755" y="11009"/>
                        </a:cubicBezTo>
                        <a:cubicBezTo>
                          <a:pt x="400" y="9906"/>
                          <a:pt x="-341" y="7447"/>
                          <a:pt x="-214" y="6122"/>
                        </a:cubicBezTo>
                        <a:cubicBezTo>
                          <a:pt x="-88" y="4798"/>
                          <a:pt x="1079" y="2985"/>
                          <a:pt x="1662" y="2535"/>
                        </a:cubicBezTo>
                        <a:cubicBezTo>
                          <a:pt x="2245" y="2079"/>
                          <a:pt x="3120" y="1337"/>
                          <a:pt x="3120" y="1337"/>
                        </a:cubicBezTo>
                        <a:close/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31" name="フリーフォーム: 図形 30">
                    <a:extLst>
                      <a:ext uri="{FF2B5EF4-FFF2-40B4-BE49-F238E27FC236}">
                        <a16:creationId xmlns:a16="http://schemas.microsoft.com/office/drawing/2014/main" id="{5192D636-B810-5A1A-9F52-89343AC4FF28}"/>
                      </a:ext>
                    </a:extLst>
                  </p:cNvPr>
                  <p:cNvSpPr/>
                  <p:nvPr/>
                </p:nvSpPr>
                <p:spPr>
                  <a:xfrm>
                    <a:off x="256648" y="7389648"/>
                    <a:ext cx="8341" cy="11714"/>
                  </a:xfrm>
                  <a:custGeom>
                    <a:avLst/>
                    <a:gdLst>
                      <a:gd name="csX0" fmla="*/ 574 w 8341"/>
                      <a:gd name="csY0" fmla="*/ 440 h 11714"/>
                      <a:gd name="csX1" fmla="*/ -199 w 8341"/>
                      <a:gd name="csY1" fmla="*/ 2671 h 11714"/>
                      <a:gd name="csX2" fmla="*/ 251 w 8341"/>
                      <a:gd name="csY2" fmla="*/ 7070 h 11714"/>
                      <a:gd name="csX3" fmla="*/ 1544 w 8341"/>
                      <a:gd name="csY3" fmla="*/ 10106 h 11714"/>
                      <a:gd name="csX4" fmla="*/ 3515 w 8341"/>
                      <a:gd name="csY4" fmla="*/ 11887 h 11714"/>
                      <a:gd name="csX5" fmla="*/ 6038 w 8341"/>
                      <a:gd name="csY5" fmla="*/ 11690 h 11714"/>
                      <a:gd name="csX6" fmla="*/ 6329 w 8341"/>
                      <a:gd name="csY6" fmla="*/ 10499 h 11714"/>
                      <a:gd name="csX7" fmla="*/ 6912 w 8341"/>
                      <a:gd name="csY7" fmla="*/ 9592 h 11714"/>
                      <a:gd name="csX8" fmla="*/ 7914 w 8341"/>
                      <a:gd name="csY8" fmla="*/ 9104 h 11714"/>
                      <a:gd name="csX9" fmla="*/ 8079 w 8341"/>
                      <a:gd name="csY9" fmla="*/ 7228 h 11714"/>
                      <a:gd name="csX10" fmla="*/ 7464 w 8341"/>
                      <a:gd name="csY10" fmla="*/ 4484 h 11714"/>
                      <a:gd name="csX11" fmla="*/ 6291 w 8341"/>
                      <a:gd name="csY11" fmla="*/ 2855 h 11714"/>
                      <a:gd name="csX12" fmla="*/ 4973 w 8341"/>
                      <a:gd name="csY12" fmla="*/ 2221 h 11714"/>
                      <a:gd name="csX13" fmla="*/ 3293 w 8341"/>
                      <a:gd name="csY13" fmla="*/ 2088 h 11714"/>
                      <a:gd name="csX14" fmla="*/ 2032 w 8341"/>
                      <a:gd name="csY14" fmla="*/ 244 h 11714"/>
                      <a:gd name="csX15" fmla="*/ 574 w 8341"/>
                      <a:gd name="csY15" fmla="*/ 440 h 1171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</a:cxnLst>
                    <a:rect l="l" t="t" r="r" b="b"/>
                    <a:pathLst>
                      <a:path w="8341" h="11714">
                        <a:moveTo>
                          <a:pt x="574" y="440"/>
                        </a:moveTo>
                        <a:cubicBezTo>
                          <a:pt x="574" y="440"/>
                          <a:pt x="-104" y="1702"/>
                          <a:pt x="-199" y="2671"/>
                        </a:cubicBezTo>
                        <a:cubicBezTo>
                          <a:pt x="-300" y="3641"/>
                          <a:pt x="-104" y="6227"/>
                          <a:pt x="251" y="7070"/>
                        </a:cubicBezTo>
                        <a:cubicBezTo>
                          <a:pt x="606" y="7906"/>
                          <a:pt x="511" y="9333"/>
                          <a:pt x="1544" y="10106"/>
                        </a:cubicBezTo>
                        <a:cubicBezTo>
                          <a:pt x="2577" y="10885"/>
                          <a:pt x="2970" y="11887"/>
                          <a:pt x="3515" y="11887"/>
                        </a:cubicBezTo>
                        <a:cubicBezTo>
                          <a:pt x="4067" y="11887"/>
                          <a:pt x="5651" y="12115"/>
                          <a:pt x="6038" y="11690"/>
                        </a:cubicBezTo>
                        <a:cubicBezTo>
                          <a:pt x="6431" y="11272"/>
                          <a:pt x="6976" y="11044"/>
                          <a:pt x="6329" y="10499"/>
                        </a:cubicBezTo>
                        <a:cubicBezTo>
                          <a:pt x="5683" y="9947"/>
                          <a:pt x="6462" y="9561"/>
                          <a:pt x="6912" y="9592"/>
                        </a:cubicBezTo>
                        <a:cubicBezTo>
                          <a:pt x="7369" y="9624"/>
                          <a:pt x="7755" y="9592"/>
                          <a:pt x="7914" y="9104"/>
                        </a:cubicBezTo>
                        <a:cubicBezTo>
                          <a:pt x="8079" y="8623"/>
                          <a:pt x="8174" y="7653"/>
                          <a:pt x="8079" y="7228"/>
                        </a:cubicBezTo>
                        <a:cubicBezTo>
                          <a:pt x="7983" y="6810"/>
                          <a:pt x="7850" y="4642"/>
                          <a:pt x="7464" y="4484"/>
                        </a:cubicBezTo>
                        <a:cubicBezTo>
                          <a:pt x="7077" y="4319"/>
                          <a:pt x="6748" y="2950"/>
                          <a:pt x="6291" y="2855"/>
                        </a:cubicBezTo>
                        <a:cubicBezTo>
                          <a:pt x="5841" y="2754"/>
                          <a:pt x="5436" y="3166"/>
                          <a:pt x="4973" y="2221"/>
                        </a:cubicBezTo>
                        <a:cubicBezTo>
                          <a:pt x="4694" y="1664"/>
                          <a:pt x="3274" y="2234"/>
                          <a:pt x="3293" y="2088"/>
                        </a:cubicBezTo>
                        <a:cubicBezTo>
                          <a:pt x="3503" y="352"/>
                          <a:pt x="2419" y="180"/>
                          <a:pt x="2032" y="244"/>
                        </a:cubicBezTo>
                        <a:cubicBezTo>
                          <a:pt x="1645" y="307"/>
                          <a:pt x="574" y="440"/>
                          <a:pt x="574" y="440"/>
                        </a:cubicBezTo>
                        <a:close/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32" name="フリーフォーム: 図形 31">
                    <a:extLst>
                      <a:ext uri="{FF2B5EF4-FFF2-40B4-BE49-F238E27FC236}">
                        <a16:creationId xmlns:a16="http://schemas.microsoft.com/office/drawing/2014/main" id="{5DB08C07-AB20-4325-5416-320EA0C115AF}"/>
                      </a:ext>
                    </a:extLst>
                  </p:cNvPr>
                  <p:cNvSpPr/>
                  <p:nvPr/>
                </p:nvSpPr>
                <p:spPr>
                  <a:xfrm>
                    <a:off x="627493" y="7343226"/>
                    <a:ext cx="4948" cy="15611"/>
                  </a:xfrm>
                  <a:custGeom>
                    <a:avLst/>
                    <a:gdLst>
                      <a:gd name="csX0" fmla="*/ -64 w 4948"/>
                      <a:gd name="csY0" fmla="*/ 385 h 15611"/>
                      <a:gd name="csX1" fmla="*/ 1768 w 4948"/>
                      <a:gd name="csY1" fmla="*/ 296 h 15611"/>
                      <a:gd name="csX2" fmla="*/ 3549 w 4948"/>
                      <a:gd name="csY2" fmla="*/ 2312 h 15611"/>
                      <a:gd name="csX3" fmla="*/ 4874 w 4948"/>
                      <a:gd name="csY3" fmla="*/ 7249 h 15611"/>
                      <a:gd name="csX4" fmla="*/ 4646 w 4948"/>
                      <a:gd name="csY4" fmla="*/ 11591 h 15611"/>
                      <a:gd name="csX5" fmla="*/ 3689 w 4948"/>
                      <a:gd name="csY5" fmla="*/ 14931 h 15611"/>
                      <a:gd name="csX6" fmla="*/ 2497 w 4948"/>
                      <a:gd name="csY6" fmla="*/ 15482 h 15611"/>
                      <a:gd name="csX7" fmla="*/ 1033 w 4948"/>
                      <a:gd name="csY7" fmla="*/ 15666 h 15611"/>
                      <a:gd name="csX8" fmla="*/ 1857 w 4948"/>
                      <a:gd name="csY8" fmla="*/ 13378 h 15611"/>
                      <a:gd name="csX9" fmla="*/ 2592 w 4948"/>
                      <a:gd name="csY9" fmla="*/ 8574 h 15611"/>
                      <a:gd name="csX10" fmla="*/ 1584 w 4948"/>
                      <a:gd name="csY10" fmla="*/ 2996 h 15611"/>
                      <a:gd name="csX11" fmla="*/ -64 w 4948"/>
                      <a:gd name="csY11" fmla="*/ 391 h 1561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</a:cxnLst>
                    <a:rect l="l" t="t" r="r" b="b"/>
                    <a:pathLst>
                      <a:path w="4948" h="15611">
                        <a:moveTo>
                          <a:pt x="-64" y="385"/>
                        </a:moveTo>
                        <a:cubicBezTo>
                          <a:pt x="-64" y="385"/>
                          <a:pt x="1356" y="68"/>
                          <a:pt x="1768" y="296"/>
                        </a:cubicBezTo>
                        <a:cubicBezTo>
                          <a:pt x="2180" y="524"/>
                          <a:pt x="3137" y="1577"/>
                          <a:pt x="3549" y="2312"/>
                        </a:cubicBezTo>
                        <a:cubicBezTo>
                          <a:pt x="3961" y="3041"/>
                          <a:pt x="4829" y="6013"/>
                          <a:pt x="4874" y="7249"/>
                        </a:cubicBezTo>
                        <a:cubicBezTo>
                          <a:pt x="4918" y="8485"/>
                          <a:pt x="4829" y="10678"/>
                          <a:pt x="4646" y="11591"/>
                        </a:cubicBezTo>
                        <a:cubicBezTo>
                          <a:pt x="4462" y="12510"/>
                          <a:pt x="4005" y="14335"/>
                          <a:pt x="3689" y="14931"/>
                        </a:cubicBezTo>
                        <a:cubicBezTo>
                          <a:pt x="3365" y="15526"/>
                          <a:pt x="3093" y="15387"/>
                          <a:pt x="2497" y="15482"/>
                        </a:cubicBezTo>
                        <a:cubicBezTo>
                          <a:pt x="1901" y="15571"/>
                          <a:pt x="989" y="16078"/>
                          <a:pt x="1033" y="15666"/>
                        </a:cubicBezTo>
                        <a:cubicBezTo>
                          <a:pt x="1077" y="15254"/>
                          <a:pt x="1540" y="14981"/>
                          <a:pt x="1857" y="13378"/>
                        </a:cubicBezTo>
                        <a:cubicBezTo>
                          <a:pt x="2180" y="11774"/>
                          <a:pt x="2776" y="9581"/>
                          <a:pt x="2592" y="8574"/>
                        </a:cubicBezTo>
                        <a:cubicBezTo>
                          <a:pt x="2408" y="7572"/>
                          <a:pt x="2224" y="4505"/>
                          <a:pt x="1584" y="2996"/>
                        </a:cubicBezTo>
                        <a:cubicBezTo>
                          <a:pt x="944" y="1488"/>
                          <a:pt x="-64" y="391"/>
                          <a:pt x="-64" y="391"/>
                        </a:cubicBezTo>
                        <a:close/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33" name="フリーフォーム: 図形 32">
                    <a:extLst>
                      <a:ext uri="{FF2B5EF4-FFF2-40B4-BE49-F238E27FC236}">
                        <a16:creationId xmlns:a16="http://schemas.microsoft.com/office/drawing/2014/main" id="{DD8A31AB-5BF9-FA0E-FEC8-B24492DF150A}"/>
                      </a:ext>
                    </a:extLst>
                  </p:cNvPr>
                  <p:cNvSpPr/>
                  <p:nvPr/>
                </p:nvSpPr>
                <p:spPr>
                  <a:xfrm>
                    <a:off x="621732" y="7343430"/>
                    <a:ext cx="12162" cy="15794"/>
                  </a:xfrm>
                  <a:custGeom>
                    <a:avLst/>
                    <a:gdLst>
                      <a:gd name="csX0" fmla="*/ 9189 w 12162"/>
                      <a:gd name="csY0" fmla="*/ 326 h 15794"/>
                      <a:gd name="csX1" fmla="*/ 6825 w 12162"/>
                      <a:gd name="csY1" fmla="*/ 256 h 15794"/>
                      <a:gd name="csX2" fmla="*/ 2008 w 12162"/>
                      <a:gd name="csY2" fmla="*/ 548 h 15794"/>
                      <a:gd name="csX3" fmla="*/ 195 w 12162"/>
                      <a:gd name="csY3" fmla="*/ 973 h 15794"/>
                      <a:gd name="csX4" fmla="*/ 1101 w 12162"/>
                      <a:gd name="csY4" fmla="*/ 1328 h 15794"/>
                      <a:gd name="csX5" fmla="*/ 1361 w 12162"/>
                      <a:gd name="csY5" fmla="*/ 3070 h 15794"/>
                      <a:gd name="csX6" fmla="*/ 1228 w 12162"/>
                      <a:gd name="csY6" fmla="*/ 5010 h 15794"/>
                      <a:gd name="csX7" fmla="*/ 1520 w 12162"/>
                      <a:gd name="csY7" fmla="*/ 7469 h 15794"/>
                      <a:gd name="csX8" fmla="*/ 778 w 12162"/>
                      <a:gd name="csY8" fmla="*/ 8990 h 15794"/>
                      <a:gd name="csX9" fmla="*/ 1070 w 12162"/>
                      <a:gd name="csY9" fmla="*/ 9960 h 15794"/>
                      <a:gd name="csX10" fmla="*/ 2559 w 12162"/>
                      <a:gd name="csY10" fmla="*/ 12679 h 15794"/>
                      <a:gd name="csX11" fmla="*/ 1881 w 12162"/>
                      <a:gd name="csY11" fmla="*/ 14130 h 15794"/>
                      <a:gd name="csX12" fmla="*/ 2489 w 12162"/>
                      <a:gd name="csY12" fmla="*/ 15138 h 15794"/>
                      <a:gd name="csX13" fmla="*/ 2103 w 12162"/>
                      <a:gd name="csY13" fmla="*/ 16006 h 15794"/>
                      <a:gd name="csX14" fmla="*/ 4727 w 12162"/>
                      <a:gd name="csY14" fmla="*/ 15715 h 15794"/>
                      <a:gd name="csX15" fmla="*/ 6634 w 12162"/>
                      <a:gd name="csY15" fmla="*/ 15588 h 15794"/>
                      <a:gd name="csX16" fmla="*/ 9575 w 12162"/>
                      <a:gd name="csY16" fmla="*/ 15068 h 15794"/>
                      <a:gd name="csX17" fmla="*/ 10450 w 12162"/>
                      <a:gd name="csY17" fmla="*/ 14067 h 15794"/>
                      <a:gd name="csX18" fmla="*/ 11901 w 12162"/>
                      <a:gd name="csY18" fmla="*/ 11513 h 15794"/>
                      <a:gd name="csX19" fmla="*/ 12098 w 12162"/>
                      <a:gd name="csY19" fmla="*/ 5466 h 15794"/>
                      <a:gd name="csX20" fmla="*/ 11451 w 12162"/>
                      <a:gd name="csY20" fmla="*/ 2620 h 15794"/>
                      <a:gd name="csX21" fmla="*/ 9189 w 12162"/>
                      <a:gd name="csY21" fmla="*/ 326 h 1579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</a:cxnLst>
                    <a:rect l="l" t="t" r="r" b="b"/>
                    <a:pathLst>
                      <a:path w="12162" h="15794">
                        <a:moveTo>
                          <a:pt x="9189" y="326"/>
                        </a:moveTo>
                        <a:cubicBezTo>
                          <a:pt x="9189" y="326"/>
                          <a:pt x="8701" y="130"/>
                          <a:pt x="6825" y="256"/>
                        </a:cubicBezTo>
                        <a:cubicBezTo>
                          <a:pt x="4949" y="389"/>
                          <a:pt x="3174" y="516"/>
                          <a:pt x="2008" y="548"/>
                        </a:cubicBezTo>
                        <a:cubicBezTo>
                          <a:pt x="842" y="580"/>
                          <a:pt x="-680" y="941"/>
                          <a:pt x="195" y="973"/>
                        </a:cubicBezTo>
                        <a:cubicBezTo>
                          <a:pt x="1070" y="1004"/>
                          <a:pt x="1006" y="161"/>
                          <a:pt x="1101" y="1328"/>
                        </a:cubicBezTo>
                        <a:cubicBezTo>
                          <a:pt x="1196" y="2487"/>
                          <a:pt x="1298" y="2266"/>
                          <a:pt x="1361" y="3070"/>
                        </a:cubicBezTo>
                        <a:cubicBezTo>
                          <a:pt x="1425" y="3882"/>
                          <a:pt x="1330" y="3204"/>
                          <a:pt x="1228" y="5010"/>
                        </a:cubicBezTo>
                        <a:cubicBezTo>
                          <a:pt x="1133" y="6823"/>
                          <a:pt x="2008" y="6404"/>
                          <a:pt x="1520" y="7469"/>
                        </a:cubicBezTo>
                        <a:cubicBezTo>
                          <a:pt x="1038" y="8540"/>
                          <a:pt x="487" y="8116"/>
                          <a:pt x="778" y="8990"/>
                        </a:cubicBezTo>
                        <a:cubicBezTo>
                          <a:pt x="1070" y="9865"/>
                          <a:pt x="1006" y="9022"/>
                          <a:pt x="1070" y="9960"/>
                        </a:cubicBezTo>
                        <a:cubicBezTo>
                          <a:pt x="1133" y="10898"/>
                          <a:pt x="3104" y="11646"/>
                          <a:pt x="2559" y="12679"/>
                        </a:cubicBezTo>
                        <a:cubicBezTo>
                          <a:pt x="2008" y="13712"/>
                          <a:pt x="1196" y="13680"/>
                          <a:pt x="1881" y="14130"/>
                        </a:cubicBezTo>
                        <a:cubicBezTo>
                          <a:pt x="2559" y="14587"/>
                          <a:pt x="2686" y="14523"/>
                          <a:pt x="2489" y="15138"/>
                        </a:cubicBezTo>
                        <a:cubicBezTo>
                          <a:pt x="2299" y="15753"/>
                          <a:pt x="1196" y="15975"/>
                          <a:pt x="2103" y="16006"/>
                        </a:cubicBezTo>
                        <a:cubicBezTo>
                          <a:pt x="3009" y="16038"/>
                          <a:pt x="3465" y="15683"/>
                          <a:pt x="4727" y="15715"/>
                        </a:cubicBezTo>
                        <a:cubicBezTo>
                          <a:pt x="5988" y="15746"/>
                          <a:pt x="5760" y="15715"/>
                          <a:pt x="6634" y="15588"/>
                        </a:cubicBezTo>
                        <a:cubicBezTo>
                          <a:pt x="7503" y="15461"/>
                          <a:pt x="9379" y="15265"/>
                          <a:pt x="9575" y="15068"/>
                        </a:cubicBezTo>
                        <a:cubicBezTo>
                          <a:pt x="9772" y="14878"/>
                          <a:pt x="10025" y="14587"/>
                          <a:pt x="10450" y="14067"/>
                        </a:cubicBezTo>
                        <a:cubicBezTo>
                          <a:pt x="10868" y="13554"/>
                          <a:pt x="11743" y="12191"/>
                          <a:pt x="11901" y="11513"/>
                        </a:cubicBezTo>
                        <a:cubicBezTo>
                          <a:pt x="12066" y="10835"/>
                          <a:pt x="12098" y="5466"/>
                          <a:pt x="12098" y="5466"/>
                        </a:cubicBezTo>
                        <a:cubicBezTo>
                          <a:pt x="12098" y="5466"/>
                          <a:pt x="11578" y="2716"/>
                          <a:pt x="11451" y="2620"/>
                        </a:cubicBezTo>
                        <a:cubicBezTo>
                          <a:pt x="11318" y="2525"/>
                          <a:pt x="9189" y="326"/>
                          <a:pt x="9189" y="326"/>
                        </a:cubicBezTo>
                        <a:close/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34" name="フリーフォーム: 図形 33">
                    <a:extLst>
                      <a:ext uri="{FF2B5EF4-FFF2-40B4-BE49-F238E27FC236}">
                        <a16:creationId xmlns:a16="http://schemas.microsoft.com/office/drawing/2014/main" id="{0AD79784-07DB-0150-4C3E-78AC36DC70A6}"/>
                      </a:ext>
                    </a:extLst>
                  </p:cNvPr>
                  <p:cNvSpPr/>
                  <p:nvPr/>
                </p:nvSpPr>
                <p:spPr>
                  <a:xfrm>
                    <a:off x="566096" y="7362637"/>
                    <a:ext cx="16709" cy="198293"/>
                  </a:xfrm>
                  <a:custGeom>
                    <a:avLst/>
                    <a:gdLst>
                      <a:gd name="csX0" fmla="*/ 3214 w 16709"/>
                      <a:gd name="csY0" fmla="*/ 3003 h 198293"/>
                      <a:gd name="csX1" fmla="*/ 8234 w 16709"/>
                      <a:gd name="csY1" fmla="*/ 265 h 198293"/>
                      <a:gd name="csX2" fmla="*/ 13583 w 16709"/>
                      <a:gd name="csY2" fmla="*/ 1970 h 198293"/>
                      <a:gd name="csX3" fmla="*/ 13165 w 16709"/>
                      <a:gd name="csY3" fmla="*/ 4410 h 198293"/>
                      <a:gd name="csX4" fmla="*/ 12848 w 16709"/>
                      <a:gd name="csY4" fmla="*/ 8656 h 198293"/>
                      <a:gd name="csX5" fmla="*/ 10947 w 16709"/>
                      <a:gd name="csY5" fmla="*/ 10165 h 198293"/>
                      <a:gd name="csX6" fmla="*/ 10883 w 16709"/>
                      <a:gd name="csY6" fmla="*/ 33920 h 198293"/>
                      <a:gd name="csX7" fmla="*/ 11485 w 16709"/>
                      <a:gd name="csY7" fmla="*/ 34135 h 198293"/>
                      <a:gd name="csX8" fmla="*/ 11935 w 16709"/>
                      <a:gd name="csY8" fmla="*/ 38756 h 198293"/>
                      <a:gd name="csX9" fmla="*/ 11168 w 16709"/>
                      <a:gd name="csY9" fmla="*/ 166854 h 198293"/>
                      <a:gd name="csX10" fmla="*/ 12252 w 16709"/>
                      <a:gd name="csY10" fmla="*/ 167304 h 198293"/>
                      <a:gd name="csX11" fmla="*/ 12233 w 16709"/>
                      <a:gd name="csY11" fmla="*/ 176861 h 198293"/>
                      <a:gd name="csX12" fmla="*/ 12740 w 16709"/>
                      <a:gd name="csY12" fmla="*/ 177577 h 198293"/>
                      <a:gd name="csX13" fmla="*/ 12930 w 16709"/>
                      <a:gd name="csY13" fmla="*/ 183440 h 198293"/>
                      <a:gd name="csX14" fmla="*/ 14388 w 16709"/>
                      <a:gd name="csY14" fmla="*/ 188561 h 198293"/>
                      <a:gd name="csX15" fmla="*/ 14534 w 16709"/>
                      <a:gd name="csY15" fmla="*/ 194842 h 198293"/>
                      <a:gd name="csX16" fmla="*/ 16619 w 16709"/>
                      <a:gd name="csY16" fmla="*/ 195413 h 198293"/>
                      <a:gd name="csX17" fmla="*/ 12683 w 16709"/>
                      <a:gd name="csY17" fmla="*/ 195844 h 198293"/>
                      <a:gd name="csX18" fmla="*/ 12018 w 16709"/>
                      <a:gd name="csY18" fmla="*/ 198037 h 198293"/>
                      <a:gd name="csX19" fmla="*/ 4418 w 16709"/>
                      <a:gd name="csY19" fmla="*/ 198049 h 198293"/>
                      <a:gd name="csX20" fmla="*/ 3512 w 16709"/>
                      <a:gd name="csY20" fmla="*/ 195983 h 198293"/>
                      <a:gd name="csX21" fmla="*/ -88 w 16709"/>
                      <a:gd name="csY21" fmla="*/ 195539 h 198293"/>
                      <a:gd name="csX22" fmla="*/ 2099 w 16709"/>
                      <a:gd name="csY22" fmla="*/ 194684 h 198293"/>
                      <a:gd name="csX23" fmla="*/ 2004 w 16709"/>
                      <a:gd name="csY23" fmla="*/ 188745 h 198293"/>
                      <a:gd name="csX24" fmla="*/ 3277 w 16709"/>
                      <a:gd name="csY24" fmla="*/ 183599 h 198293"/>
                      <a:gd name="csX25" fmla="*/ 3290 w 16709"/>
                      <a:gd name="csY25" fmla="*/ 177596 h 198293"/>
                      <a:gd name="csX26" fmla="*/ 3797 w 16709"/>
                      <a:gd name="csY26" fmla="*/ 176386 h 198293"/>
                      <a:gd name="csX27" fmla="*/ 3797 w 16709"/>
                      <a:gd name="csY27" fmla="*/ 167690 h 198293"/>
                      <a:gd name="csX28" fmla="*/ 5103 w 16709"/>
                      <a:gd name="csY28" fmla="*/ 166993 h 198293"/>
                      <a:gd name="csX29" fmla="*/ 5559 w 16709"/>
                      <a:gd name="csY29" fmla="*/ 39066 h 198293"/>
                      <a:gd name="csX30" fmla="*/ 6529 w 16709"/>
                      <a:gd name="csY30" fmla="*/ 34009 h 198293"/>
                      <a:gd name="csX31" fmla="*/ 6370 w 16709"/>
                      <a:gd name="csY31" fmla="*/ 10304 h 198293"/>
                      <a:gd name="csX32" fmla="*/ 5027 w 16709"/>
                      <a:gd name="csY32" fmla="*/ 9550 h 198293"/>
                      <a:gd name="csX33" fmla="*/ 4146 w 16709"/>
                      <a:gd name="csY33" fmla="*/ 6318 h 198293"/>
                      <a:gd name="csX34" fmla="*/ 3214 w 16709"/>
                      <a:gd name="csY34" fmla="*/ 3003 h 1982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</a:cxnLst>
                    <a:rect l="l" t="t" r="r" b="b"/>
                    <a:pathLst>
                      <a:path w="16709" h="198293">
                        <a:moveTo>
                          <a:pt x="3214" y="3003"/>
                        </a:moveTo>
                        <a:cubicBezTo>
                          <a:pt x="3214" y="3003"/>
                          <a:pt x="5724" y="164"/>
                          <a:pt x="8234" y="265"/>
                        </a:cubicBezTo>
                        <a:cubicBezTo>
                          <a:pt x="10750" y="373"/>
                          <a:pt x="13583" y="1437"/>
                          <a:pt x="13583" y="1970"/>
                        </a:cubicBezTo>
                        <a:cubicBezTo>
                          <a:pt x="13583" y="2496"/>
                          <a:pt x="13684" y="2604"/>
                          <a:pt x="13165" y="4410"/>
                        </a:cubicBezTo>
                        <a:cubicBezTo>
                          <a:pt x="12639" y="6216"/>
                          <a:pt x="13057" y="8124"/>
                          <a:pt x="12848" y="8656"/>
                        </a:cubicBezTo>
                        <a:cubicBezTo>
                          <a:pt x="12639" y="9189"/>
                          <a:pt x="10947" y="10165"/>
                          <a:pt x="10947" y="10165"/>
                        </a:cubicBezTo>
                        <a:lnTo>
                          <a:pt x="10883" y="33920"/>
                        </a:lnTo>
                        <a:cubicBezTo>
                          <a:pt x="10883" y="33920"/>
                          <a:pt x="11276" y="33603"/>
                          <a:pt x="11485" y="34135"/>
                        </a:cubicBezTo>
                        <a:cubicBezTo>
                          <a:pt x="11694" y="34668"/>
                          <a:pt x="11935" y="38756"/>
                          <a:pt x="11935" y="38756"/>
                        </a:cubicBezTo>
                        <a:lnTo>
                          <a:pt x="11168" y="166854"/>
                        </a:lnTo>
                        <a:lnTo>
                          <a:pt x="12252" y="167304"/>
                        </a:lnTo>
                        <a:lnTo>
                          <a:pt x="12233" y="176861"/>
                        </a:lnTo>
                        <a:lnTo>
                          <a:pt x="12740" y="177577"/>
                        </a:lnTo>
                        <a:cubicBezTo>
                          <a:pt x="12740" y="177577"/>
                          <a:pt x="12721" y="182914"/>
                          <a:pt x="12930" y="183440"/>
                        </a:cubicBezTo>
                        <a:cubicBezTo>
                          <a:pt x="13139" y="183972"/>
                          <a:pt x="14280" y="187610"/>
                          <a:pt x="14388" y="188561"/>
                        </a:cubicBezTo>
                        <a:cubicBezTo>
                          <a:pt x="14489" y="189518"/>
                          <a:pt x="14534" y="194842"/>
                          <a:pt x="14534" y="194842"/>
                        </a:cubicBezTo>
                        <a:cubicBezTo>
                          <a:pt x="14534" y="194842"/>
                          <a:pt x="16511" y="194988"/>
                          <a:pt x="16619" y="195413"/>
                        </a:cubicBezTo>
                        <a:cubicBezTo>
                          <a:pt x="16727" y="195837"/>
                          <a:pt x="12683" y="195844"/>
                          <a:pt x="12683" y="195844"/>
                        </a:cubicBezTo>
                        <a:lnTo>
                          <a:pt x="12018" y="198037"/>
                        </a:lnTo>
                        <a:cubicBezTo>
                          <a:pt x="8988" y="198848"/>
                          <a:pt x="6611" y="198594"/>
                          <a:pt x="4418" y="198049"/>
                        </a:cubicBezTo>
                        <a:lnTo>
                          <a:pt x="3512" y="195983"/>
                        </a:lnTo>
                        <a:cubicBezTo>
                          <a:pt x="559" y="195958"/>
                          <a:pt x="1028" y="196046"/>
                          <a:pt x="-88" y="195539"/>
                        </a:cubicBezTo>
                        <a:lnTo>
                          <a:pt x="2099" y="194684"/>
                        </a:lnTo>
                        <a:lnTo>
                          <a:pt x="2004" y="188745"/>
                        </a:lnTo>
                        <a:lnTo>
                          <a:pt x="3277" y="183599"/>
                        </a:lnTo>
                        <a:lnTo>
                          <a:pt x="3290" y="177596"/>
                        </a:lnTo>
                        <a:lnTo>
                          <a:pt x="3797" y="176386"/>
                        </a:lnTo>
                        <a:lnTo>
                          <a:pt x="3797" y="167690"/>
                        </a:lnTo>
                        <a:lnTo>
                          <a:pt x="5103" y="166993"/>
                        </a:lnTo>
                        <a:lnTo>
                          <a:pt x="5559" y="39066"/>
                        </a:lnTo>
                        <a:lnTo>
                          <a:pt x="6529" y="34009"/>
                        </a:lnTo>
                        <a:lnTo>
                          <a:pt x="6370" y="10304"/>
                        </a:lnTo>
                        <a:cubicBezTo>
                          <a:pt x="6370" y="10304"/>
                          <a:pt x="5236" y="10609"/>
                          <a:pt x="5027" y="9550"/>
                        </a:cubicBezTo>
                        <a:cubicBezTo>
                          <a:pt x="4818" y="8485"/>
                          <a:pt x="4773" y="7807"/>
                          <a:pt x="4146" y="6318"/>
                        </a:cubicBezTo>
                        <a:cubicBezTo>
                          <a:pt x="3518" y="4835"/>
                          <a:pt x="3214" y="3003"/>
                          <a:pt x="3214" y="3003"/>
                        </a:cubicBezTo>
                        <a:close/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35" name="フリーフォーム: 図形 34">
                    <a:extLst>
                      <a:ext uri="{FF2B5EF4-FFF2-40B4-BE49-F238E27FC236}">
                        <a16:creationId xmlns:a16="http://schemas.microsoft.com/office/drawing/2014/main" id="{DCD01765-873C-A6CA-432D-C55766588F22}"/>
                      </a:ext>
                    </a:extLst>
                  </p:cNvPr>
                  <p:cNvSpPr/>
                  <p:nvPr/>
                </p:nvSpPr>
                <p:spPr>
                  <a:xfrm>
                    <a:off x="578456" y="7346763"/>
                    <a:ext cx="11173" cy="17952"/>
                  </a:xfrm>
                  <a:custGeom>
                    <a:avLst/>
                    <a:gdLst>
                      <a:gd name="csX0" fmla="*/ 347 w 11173"/>
                      <a:gd name="csY0" fmla="*/ 2485 h 17952"/>
                      <a:gd name="csX1" fmla="*/ 4423 w 11173"/>
                      <a:gd name="csY1" fmla="*/ 216 h 17952"/>
                      <a:gd name="csX2" fmla="*/ 10349 w 11173"/>
                      <a:gd name="csY2" fmla="*/ 3049 h 17952"/>
                      <a:gd name="csX3" fmla="*/ 9404 w 11173"/>
                      <a:gd name="csY3" fmla="*/ 14521 h 17952"/>
                      <a:gd name="csX4" fmla="*/ 5367 w 11173"/>
                      <a:gd name="csY4" fmla="*/ 18140 h 17952"/>
                      <a:gd name="csX5" fmla="*/ 2471 w 11173"/>
                      <a:gd name="csY5" fmla="*/ 17347 h 17952"/>
                      <a:gd name="csX6" fmla="*/ 24 w 11173"/>
                      <a:gd name="csY6" fmla="*/ 14261 h 17952"/>
                      <a:gd name="csX7" fmla="*/ 347 w 11173"/>
                      <a:gd name="csY7" fmla="*/ 2485 h 1795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</a:cxnLst>
                    <a:rect l="l" t="t" r="r" b="b"/>
                    <a:pathLst>
                      <a:path w="11173" h="17952">
                        <a:moveTo>
                          <a:pt x="347" y="2485"/>
                        </a:moveTo>
                        <a:cubicBezTo>
                          <a:pt x="347" y="2485"/>
                          <a:pt x="2274" y="216"/>
                          <a:pt x="4423" y="216"/>
                        </a:cubicBezTo>
                        <a:cubicBezTo>
                          <a:pt x="6571" y="216"/>
                          <a:pt x="9556" y="533"/>
                          <a:pt x="10349" y="3049"/>
                        </a:cubicBezTo>
                        <a:cubicBezTo>
                          <a:pt x="11128" y="5565"/>
                          <a:pt x="11857" y="12258"/>
                          <a:pt x="9404" y="14521"/>
                        </a:cubicBezTo>
                        <a:cubicBezTo>
                          <a:pt x="6945" y="16783"/>
                          <a:pt x="6622" y="17931"/>
                          <a:pt x="5367" y="18140"/>
                        </a:cubicBezTo>
                        <a:cubicBezTo>
                          <a:pt x="4112" y="18349"/>
                          <a:pt x="2471" y="17347"/>
                          <a:pt x="2471" y="17347"/>
                        </a:cubicBezTo>
                        <a:cubicBezTo>
                          <a:pt x="2471" y="17347"/>
                          <a:pt x="392" y="17354"/>
                          <a:pt x="24" y="14261"/>
                        </a:cubicBezTo>
                        <a:cubicBezTo>
                          <a:pt x="-343" y="11168"/>
                          <a:pt x="347" y="2485"/>
                          <a:pt x="347" y="2485"/>
                        </a:cubicBezTo>
                        <a:close/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36" name="フリーフォーム: 図形 35">
                    <a:extLst>
                      <a:ext uri="{FF2B5EF4-FFF2-40B4-BE49-F238E27FC236}">
                        <a16:creationId xmlns:a16="http://schemas.microsoft.com/office/drawing/2014/main" id="{BA0E97C1-6E70-C47A-9460-4C6B2021854A}"/>
                      </a:ext>
                    </a:extLst>
                  </p:cNvPr>
                  <p:cNvSpPr/>
                  <p:nvPr/>
                </p:nvSpPr>
                <p:spPr>
                  <a:xfrm>
                    <a:off x="578886" y="7348067"/>
                    <a:ext cx="6781" cy="15694"/>
                  </a:xfrm>
                  <a:custGeom>
                    <a:avLst/>
                    <a:gdLst>
                      <a:gd name="csX0" fmla="*/ -84 w 6781"/>
                      <a:gd name="csY0" fmla="*/ 1181 h 15694"/>
                      <a:gd name="csX1" fmla="*/ 3560 w 6781"/>
                      <a:gd name="csY1" fmla="*/ 667 h 15694"/>
                      <a:gd name="csX2" fmla="*/ 6558 w 6781"/>
                      <a:gd name="csY2" fmla="*/ 5884 h 15694"/>
                      <a:gd name="csX3" fmla="*/ 5772 w 6781"/>
                      <a:gd name="csY3" fmla="*/ 12855 h 15694"/>
                      <a:gd name="csX4" fmla="*/ 3066 w 6781"/>
                      <a:gd name="csY4" fmla="*/ 15910 h 1569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6781" h="15694">
                        <a:moveTo>
                          <a:pt x="-84" y="1181"/>
                        </a:moveTo>
                        <a:cubicBezTo>
                          <a:pt x="1456" y="965"/>
                          <a:pt x="1975" y="-511"/>
                          <a:pt x="3560" y="667"/>
                        </a:cubicBezTo>
                        <a:cubicBezTo>
                          <a:pt x="5145" y="1846"/>
                          <a:pt x="6406" y="3526"/>
                          <a:pt x="6558" y="5884"/>
                        </a:cubicBezTo>
                        <a:cubicBezTo>
                          <a:pt x="6716" y="8241"/>
                          <a:pt x="6976" y="11594"/>
                          <a:pt x="5772" y="12855"/>
                        </a:cubicBezTo>
                        <a:cubicBezTo>
                          <a:pt x="4568" y="14110"/>
                          <a:pt x="3066" y="15910"/>
                          <a:pt x="3066" y="15910"/>
                        </a:cubicBez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37" name="フリーフォーム: 図形 36">
                    <a:extLst>
                      <a:ext uri="{FF2B5EF4-FFF2-40B4-BE49-F238E27FC236}">
                        <a16:creationId xmlns:a16="http://schemas.microsoft.com/office/drawing/2014/main" id="{2F858323-E1B9-A48B-9D8E-7D12C6037B46}"/>
                      </a:ext>
                    </a:extLst>
                  </p:cNvPr>
                  <p:cNvSpPr/>
                  <p:nvPr/>
                </p:nvSpPr>
                <p:spPr>
                  <a:xfrm>
                    <a:off x="581430" y="7349038"/>
                    <a:ext cx="1956" cy="13157"/>
                  </a:xfrm>
                  <a:custGeom>
                    <a:avLst/>
                    <a:gdLst>
                      <a:gd name="csX0" fmla="*/ 1657 w 1956"/>
                      <a:gd name="csY0" fmla="*/ 216 h 13157"/>
                      <a:gd name="csX1" fmla="*/ 313 w 1956"/>
                      <a:gd name="csY1" fmla="*/ 3309 h 13157"/>
                      <a:gd name="csX2" fmla="*/ 91 w 1956"/>
                      <a:gd name="csY2" fmla="*/ 10540 h 13157"/>
                      <a:gd name="csX3" fmla="*/ 1872 w 1956"/>
                      <a:gd name="csY3" fmla="*/ 13373 h 1315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</a:cxnLst>
                    <a:rect l="l" t="t" r="r" b="b"/>
                    <a:pathLst>
                      <a:path w="1956" h="13157">
                        <a:moveTo>
                          <a:pt x="1657" y="216"/>
                        </a:moveTo>
                        <a:cubicBezTo>
                          <a:pt x="1657" y="216"/>
                          <a:pt x="459" y="1680"/>
                          <a:pt x="313" y="3309"/>
                        </a:cubicBezTo>
                        <a:cubicBezTo>
                          <a:pt x="167" y="4944"/>
                          <a:pt x="-353" y="8614"/>
                          <a:pt x="91" y="10540"/>
                        </a:cubicBezTo>
                        <a:cubicBezTo>
                          <a:pt x="535" y="12467"/>
                          <a:pt x="1872" y="13373"/>
                          <a:pt x="1872" y="13373"/>
                        </a:cubicBez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38" name="フリーフォーム: 図形 37">
                    <a:extLst>
                      <a:ext uri="{FF2B5EF4-FFF2-40B4-BE49-F238E27FC236}">
                        <a16:creationId xmlns:a16="http://schemas.microsoft.com/office/drawing/2014/main" id="{2D40938A-02FA-6E5C-90E5-9B0B3FFCC6CC}"/>
                      </a:ext>
                    </a:extLst>
                  </p:cNvPr>
                  <p:cNvSpPr/>
                  <p:nvPr/>
                </p:nvSpPr>
                <p:spPr>
                  <a:xfrm>
                    <a:off x="553953" y="7350160"/>
                    <a:ext cx="5862" cy="16757"/>
                  </a:xfrm>
                  <a:custGeom>
                    <a:avLst/>
                    <a:gdLst>
                      <a:gd name="csX0" fmla="*/ 2724 w 5862"/>
                      <a:gd name="csY0" fmla="*/ 16975 h 16757"/>
                      <a:gd name="csX1" fmla="*/ -14 w 5862"/>
                      <a:gd name="csY1" fmla="*/ 10605 h 16757"/>
                      <a:gd name="csX2" fmla="*/ 1127 w 5862"/>
                      <a:gd name="csY2" fmla="*/ 2087 h 16757"/>
                      <a:gd name="csX3" fmla="*/ 4619 w 5862"/>
                      <a:gd name="csY3" fmla="*/ 743 h 16757"/>
                      <a:gd name="csX4" fmla="*/ 5766 w 5862"/>
                      <a:gd name="csY4" fmla="*/ 7379 h 16757"/>
                      <a:gd name="csX5" fmla="*/ 4841 w 5862"/>
                      <a:gd name="csY5" fmla="*/ 13495 h 16757"/>
                      <a:gd name="csX6" fmla="*/ 2724 w 5862"/>
                      <a:gd name="csY6" fmla="*/ 16975 h 1675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5862" h="16757">
                        <a:moveTo>
                          <a:pt x="2724" y="16975"/>
                        </a:moveTo>
                        <a:cubicBezTo>
                          <a:pt x="2724" y="16975"/>
                          <a:pt x="-90" y="13679"/>
                          <a:pt x="-14" y="10605"/>
                        </a:cubicBezTo>
                        <a:cubicBezTo>
                          <a:pt x="62" y="7525"/>
                          <a:pt x="-660" y="4318"/>
                          <a:pt x="1127" y="2087"/>
                        </a:cubicBezTo>
                        <a:cubicBezTo>
                          <a:pt x="2914" y="-144"/>
                          <a:pt x="3700" y="-81"/>
                          <a:pt x="4619" y="743"/>
                        </a:cubicBezTo>
                        <a:cubicBezTo>
                          <a:pt x="5538" y="1573"/>
                          <a:pt x="5766" y="5972"/>
                          <a:pt x="5766" y="7379"/>
                        </a:cubicBezTo>
                        <a:cubicBezTo>
                          <a:pt x="5766" y="8786"/>
                          <a:pt x="5766" y="12012"/>
                          <a:pt x="4841" y="13495"/>
                        </a:cubicBezTo>
                        <a:cubicBezTo>
                          <a:pt x="3916" y="14978"/>
                          <a:pt x="2724" y="16975"/>
                          <a:pt x="2724" y="16975"/>
                        </a:cubicBezTo>
                        <a:close/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39" name="フリーフォーム: 図形 38">
                    <a:extLst>
                      <a:ext uri="{FF2B5EF4-FFF2-40B4-BE49-F238E27FC236}">
                        <a16:creationId xmlns:a16="http://schemas.microsoft.com/office/drawing/2014/main" id="{76139CA6-4F9A-8761-374A-6B47DA017293}"/>
                      </a:ext>
                    </a:extLst>
                  </p:cNvPr>
                  <p:cNvSpPr/>
                  <p:nvPr/>
                </p:nvSpPr>
                <p:spPr>
                  <a:xfrm>
                    <a:off x="556773" y="7349772"/>
                    <a:ext cx="6507" cy="17337"/>
                  </a:xfrm>
                  <a:custGeom>
                    <a:avLst/>
                    <a:gdLst>
                      <a:gd name="csX0" fmla="*/ 761 w 6507"/>
                      <a:gd name="csY0" fmla="*/ 604 h 17337"/>
                      <a:gd name="csX1" fmla="*/ 4983 w 6507"/>
                      <a:gd name="csY1" fmla="*/ 1694 h 17337"/>
                      <a:gd name="csX2" fmla="*/ 6320 w 6507"/>
                      <a:gd name="csY2" fmla="*/ 9991 h 17337"/>
                      <a:gd name="csX3" fmla="*/ 3747 w 6507"/>
                      <a:gd name="csY3" fmla="*/ 16880 h 17337"/>
                      <a:gd name="csX4" fmla="*/ -94 w 6507"/>
                      <a:gd name="csY4" fmla="*/ 17362 h 17337"/>
                      <a:gd name="csX5" fmla="*/ -94 w 6507"/>
                      <a:gd name="csY5" fmla="*/ 17362 h 1733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6507" h="17337">
                        <a:moveTo>
                          <a:pt x="761" y="604"/>
                        </a:moveTo>
                        <a:cubicBezTo>
                          <a:pt x="761" y="604"/>
                          <a:pt x="3759" y="-784"/>
                          <a:pt x="4983" y="1694"/>
                        </a:cubicBezTo>
                        <a:cubicBezTo>
                          <a:pt x="6212" y="4173"/>
                          <a:pt x="6618" y="7690"/>
                          <a:pt x="6320" y="9991"/>
                        </a:cubicBezTo>
                        <a:cubicBezTo>
                          <a:pt x="6022" y="12285"/>
                          <a:pt x="6466" y="15733"/>
                          <a:pt x="3747" y="16880"/>
                        </a:cubicBezTo>
                        <a:cubicBezTo>
                          <a:pt x="1021" y="18028"/>
                          <a:pt x="-94" y="17362"/>
                          <a:pt x="-94" y="17362"/>
                        </a:cubicBezTo>
                        <a:lnTo>
                          <a:pt x="-94" y="17362"/>
                        </a:ln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40" name="フリーフォーム: 図形 39">
                    <a:extLst>
                      <a:ext uri="{FF2B5EF4-FFF2-40B4-BE49-F238E27FC236}">
                        <a16:creationId xmlns:a16="http://schemas.microsoft.com/office/drawing/2014/main" id="{5E3E95C1-3076-689F-3753-B7002045AAE5}"/>
                      </a:ext>
                    </a:extLst>
                  </p:cNvPr>
                  <p:cNvSpPr/>
                  <p:nvPr/>
                </p:nvSpPr>
                <p:spPr>
                  <a:xfrm>
                    <a:off x="556558" y="7352074"/>
                    <a:ext cx="2724" cy="11364"/>
                  </a:xfrm>
                  <a:custGeom>
                    <a:avLst/>
                    <a:gdLst>
                      <a:gd name="csX0" fmla="*/ 2236 w 2724"/>
                      <a:gd name="csY0" fmla="*/ 11581 h 11364"/>
                      <a:gd name="csX1" fmla="*/ 715 w 2724"/>
                      <a:gd name="csY1" fmla="*/ 7575 h 11364"/>
                      <a:gd name="csX2" fmla="*/ 829 w 2724"/>
                      <a:gd name="csY2" fmla="*/ 1611 h 11364"/>
                      <a:gd name="csX3" fmla="*/ 2629 w 2724"/>
                      <a:gd name="csY3" fmla="*/ 217 h 1136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</a:cxnLst>
                    <a:rect l="l" t="t" r="r" b="b"/>
                    <a:pathLst>
                      <a:path w="2724" h="11364">
                        <a:moveTo>
                          <a:pt x="2236" y="11581"/>
                        </a:moveTo>
                        <a:cubicBezTo>
                          <a:pt x="2236" y="11581"/>
                          <a:pt x="1089" y="10243"/>
                          <a:pt x="715" y="7575"/>
                        </a:cubicBezTo>
                        <a:cubicBezTo>
                          <a:pt x="348" y="4907"/>
                          <a:pt x="-970" y="3031"/>
                          <a:pt x="829" y="1611"/>
                        </a:cubicBezTo>
                        <a:cubicBezTo>
                          <a:pt x="2623" y="191"/>
                          <a:pt x="2629" y="217"/>
                          <a:pt x="2629" y="217"/>
                        </a:cubicBez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41" name="フリーフォーム: 図形 40">
                    <a:extLst>
                      <a:ext uri="{FF2B5EF4-FFF2-40B4-BE49-F238E27FC236}">
                        <a16:creationId xmlns:a16="http://schemas.microsoft.com/office/drawing/2014/main" id="{94D0B141-AC43-BD82-A2F1-369CD90AA628}"/>
                      </a:ext>
                    </a:extLst>
                  </p:cNvPr>
                  <p:cNvSpPr/>
                  <p:nvPr/>
                </p:nvSpPr>
                <p:spPr>
                  <a:xfrm>
                    <a:off x="479215" y="7350375"/>
                    <a:ext cx="4861" cy="35150"/>
                  </a:xfrm>
                  <a:custGeom>
                    <a:avLst/>
                    <a:gdLst>
                      <a:gd name="csX0" fmla="*/ -129 w 4861"/>
                      <a:gd name="csY0" fmla="*/ 246 h 35150"/>
                      <a:gd name="csX1" fmla="*/ 1747 w 4861"/>
                      <a:gd name="csY1" fmla="*/ 4258 h 35150"/>
                      <a:gd name="csX2" fmla="*/ 4733 w 4861"/>
                      <a:gd name="csY2" fmla="*/ 27474 h 35150"/>
                      <a:gd name="csX3" fmla="*/ 1063 w 4861"/>
                      <a:gd name="csY3" fmla="*/ 35372 h 3515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</a:cxnLst>
                    <a:rect l="l" t="t" r="r" b="b"/>
                    <a:pathLst>
                      <a:path w="4861" h="35150">
                        <a:moveTo>
                          <a:pt x="-129" y="246"/>
                        </a:moveTo>
                        <a:cubicBezTo>
                          <a:pt x="-129" y="246"/>
                          <a:pt x="1120" y="-350"/>
                          <a:pt x="1747" y="4258"/>
                        </a:cubicBezTo>
                        <a:cubicBezTo>
                          <a:pt x="2375" y="8872"/>
                          <a:pt x="4733" y="27474"/>
                          <a:pt x="4733" y="27474"/>
                        </a:cubicBezTo>
                        <a:lnTo>
                          <a:pt x="1063" y="35372"/>
                        </a:ln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42" name="フリーフォーム: 図形 41">
                    <a:extLst>
                      <a:ext uri="{FF2B5EF4-FFF2-40B4-BE49-F238E27FC236}">
                        <a16:creationId xmlns:a16="http://schemas.microsoft.com/office/drawing/2014/main" id="{364DB8AA-5E5D-4250-B865-4839EFD5BA66}"/>
                      </a:ext>
                    </a:extLst>
                  </p:cNvPr>
                  <p:cNvSpPr/>
                  <p:nvPr/>
                </p:nvSpPr>
                <p:spPr>
                  <a:xfrm>
                    <a:off x="484076" y="7375372"/>
                    <a:ext cx="28343" cy="2256"/>
                  </a:xfrm>
                  <a:custGeom>
                    <a:avLst/>
                    <a:gdLst>
                      <a:gd name="csX0" fmla="*/ -121 w 28343"/>
                      <a:gd name="csY0" fmla="*/ 2481 h 2256"/>
                      <a:gd name="csX1" fmla="*/ 28222 w 28343"/>
                      <a:gd name="csY1" fmla="*/ 225 h 225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28343" h="2256">
                        <a:moveTo>
                          <a:pt x="-121" y="2481"/>
                        </a:moveTo>
                        <a:lnTo>
                          <a:pt x="28222" y="225"/>
                        </a:ln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43" name="フリーフォーム: 図形 42">
                    <a:extLst>
                      <a:ext uri="{FF2B5EF4-FFF2-40B4-BE49-F238E27FC236}">
                        <a16:creationId xmlns:a16="http://schemas.microsoft.com/office/drawing/2014/main" id="{137C0B91-1F24-E207-F89D-3342529B8FF3}"/>
                      </a:ext>
                    </a:extLst>
                  </p:cNvPr>
                  <p:cNvSpPr/>
                  <p:nvPr/>
                </p:nvSpPr>
                <p:spPr>
                  <a:xfrm>
                    <a:off x="481319" y="7351427"/>
                    <a:ext cx="28134" cy="4709"/>
                  </a:xfrm>
                  <a:custGeom>
                    <a:avLst/>
                    <a:gdLst>
                      <a:gd name="csX0" fmla="*/ -123 w 28134"/>
                      <a:gd name="csY0" fmla="*/ 4924 h 4709"/>
                      <a:gd name="csX1" fmla="*/ 28012 w 28134"/>
                      <a:gd name="csY1" fmla="*/ 215 h 470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28134" h="4709">
                        <a:moveTo>
                          <a:pt x="-123" y="4924"/>
                        </a:moveTo>
                        <a:lnTo>
                          <a:pt x="28012" y="215"/>
                        </a:ln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44" name="フリーフォーム: 図形 43">
                    <a:extLst>
                      <a:ext uri="{FF2B5EF4-FFF2-40B4-BE49-F238E27FC236}">
                        <a16:creationId xmlns:a16="http://schemas.microsoft.com/office/drawing/2014/main" id="{5A903252-2436-395E-C1E3-654017694C18}"/>
                      </a:ext>
                    </a:extLst>
                  </p:cNvPr>
                  <p:cNvSpPr/>
                  <p:nvPr/>
                </p:nvSpPr>
                <p:spPr>
                  <a:xfrm>
                    <a:off x="483531" y="7369301"/>
                    <a:ext cx="28178" cy="4018"/>
                  </a:xfrm>
                  <a:custGeom>
                    <a:avLst/>
                    <a:gdLst>
                      <a:gd name="csX0" fmla="*/ -122 w 28178"/>
                      <a:gd name="csY0" fmla="*/ 4241 h 4018"/>
                      <a:gd name="csX1" fmla="*/ 28057 w 28178"/>
                      <a:gd name="csY1" fmla="*/ 223 h 401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28178" h="4018">
                        <a:moveTo>
                          <a:pt x="-122" y="4241"/>
                        </a:moveTo>
                        <a:lnTo>
                          <a:pt x="28057" y="223"/>
                        </a:ln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45" name="フリーフォーム: 図形 44">
                    <a:extLst>
                      <a:ext uri="{FF2B5EF4-FFF2-40B4-BE49-F238E27FC236}">
                        <a16:creationId xmlns:a16="http://schemas.microsoft.com/office/drawing/2014/main" id="{CE81B6B6-E042-F209-7C8D-EA959D886F74}"/>
                      </a:ext>
                    </a:extLst>
                  </p:cNvPr>
                  <p:cNvSpPr/>
                  <p:nvPr/>
                </p:nvSpPr>
                <p:spPr>
                  <a:xfrm>
                    <a:off x="506817" y="7355332"/>
                    <a:ext cx="4151" cy="7922"/>
                  </a:xfrm>
                  <a:custGeom>
                    <a:avLst/>
                    <a:gdLst>
                      <a:gd name="csX0" fmla="*/ 3033 w 4151"/>
                      <a:gd name="csY0" fmla="*/ 224 h 7922"/>
                      <a:gd name="csX1" fmla="*/ -117 w 4151"/>
                      <a:gd name="csY1" fmla="*/ 217 h 7922"/>
                      <a:gd name="csX2" fmla="*/ 460 w 4151"/>
                      <a:gd name="csY2" fmla="*/ 8076 h 7922"/>
                      <a:gd name="csX3" fmla="*/ 4035 w 4151"/>
                      <a:gd name="csY3" fmla="*/ 8140 h 792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</a:cxnLst>
                    <a:rect l="l" t="t" r="r" b="b"/>
                    <a:pathLst>
                      <a:path w="4151" h="7922">
                        <a:moveTo>
                          <a:pt x="3033" y="224"/>
                        </a:moveTo>
                        <a:lnTo>
                          <a:pt x="-117" y="217"/>
                        </a:lnTo>
                        <a:lnTo>
                          <a:pt x="460" y="8076"/>
                        </a:lnTo>
                        <a:lnTo>
                          <a:pt x="4035" y="8140"/>
                        </a:ln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46" name="フリーフォーム: 図形 45">
                    <a:extLst>
                      <a:ext uri="{FF2B5EF4-FFF2-40B4-BE49-F238E27FC236}">
                        <a16:creationId xmlns:a16="http://schemas.microsoft.com/office/drawing/2014/main" id="{7A1EC022-5719-2877-02ED-3AF642FA7924}"/>
                      </a:ext>
                    </a:extLst>
                  </p:cNvPr>
                  <p:cNvSpPr/>
                  <p:nvPr/>
                </p:nvSpPr>
                <p:spPr>
                  <a:xfrm>
                    <a:off x="482130" y="7360205"/>
                    <a:ext cx="3517" cy="5697"/>
                  </a:xfrm>
                  <a:custGeom>
                    <a:avLst/>
                    <a:gdLst>
                      <a:gd name="csX0" fmla="*/ -128 w 3517"/>
                      <a:gd name="csY0" fmla="*/ 625 h 5697"/>
                      <a:gd name="csX1" fmla="*/ 3276 w 3517"/>
                      <a:gd name="csY1" fmla="*/ 219 h 5697"/>
                      <a:gd name="csX2" fmla="*/ 3390 w 3517"/>
                      <a:gd name="csY2" fmla="*/ 5042 h 5697"/>
                      <a:gd name="csX3" fmla="*/ 323 w 3517"/>
                      <a:gd name="csY3" fmla="*/ 5917 h 569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</a:cxnLst>
                    <a:rect l="l" t="t" r="r" b="b"/>
                    <a:pathLst>
                      <a:path w="3517" h="5697">
                        <a:moveTo>
                          <a:pt x="-128" y="625"/>
                        </a:moveTo>
                        <a:lnTo>
                          <a:pt x="3276" y="219"/>
                        </a:lnTo>
                        <a:lnTo>
                          <a:pt x="3390" y="5042"/>
                        </a:lnTo>
                        <a:lnTo>
                          <a:pt x="323" y="5917"/>
                        </a:ln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47" name="フリーフォーム: 図形 46">
                    <a:extLst>
                      <a:ext uri="{FF2B5EF4-FFF2-40B4-BE49-F238E27FC236}">
                        <a16:creationId xmlns:a16="http://schemas.microsoft.com/office/drawing/2014/main" id="{B5481BB3-A48C-C5DC-19BE-990BB4E11738}"/>
                      </a:ext>
                    </a:extLst>
                  </p:cNvPr>
                  <p:cNvSpPr/>
                  <p:nvPr/>
                </p:nvSpPr>
                <p:spPr>
                  <a:xfrm>
                    <a:off x="481249" y="7377578"/>
                    <a:ext cx="386" cy="5298"/>
                  </a:xfrm>
                  <a:custGeom>
                    <a:avLst/>
                    <a:gdLst>
                      <a:gd name="csX0" fmla="*/ 258 w 386"/>
                      <a:gd name="csY0" fmla="*/ 5525 h 5298"/>
                      <a:gd name="csX1" fmla="*/ -129 w 386"/>
                      <a:gd name="csY1" fmla="*/ 226 h 529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386" h="5298">
                        <a:moveTo>
                          <a:pt x="258" y="5525"/>
                        </a:moveTo>
                        <a:lnTo>
                          <a:pt x="-129" y="226"/>
                        </a:ln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48" name="フリーフォーム: 図形 47">
                    <a:extLst>
                      <a:ext uri="{FF2B5EF4-FFF2-40B4-BE49-F238E27FC236}">
                        <a16:creationId xmlns:a16="http://schemas.microsoft.com/office/drawing/2014/main" id="{951CCEDD-F516-3311-D967-F0C1438F8C01}"/>
                      </a:ext>
                    </a:extLst>
                  </p:cNvPr>
                  <p:cNvSpPr/>
                  <p:nvPr/>
                </p:nvSpPr>
                <p:spPr>
                  <a:xfrm>
                    <a:off x="477079" y="7351738"/>
                    <a:ext cx="4700" cy="24578"/>
                  </a:xfrm>
                  <a:custGeom>
                    <a:avLst/>
                    <a:gdLst>
                      <a:gd name="csX0" fmla="*/ 3287 w 4700"/>
                      <a:gd name="csY0" fmla="*/ 219 h 24578"/>
                      <a:gd name="csX1" fmla="*/ -130 w 4700"/>
                      <a:gd name="csY1" fmla="*/ 6500 h 24578"/>
                      <a:gd name="csX2" fmla="*/ 1106 w 4700"/>
                      <a:gd name="csY2" fmla="*/ 7876 h 24578"/>
                      <a:gd name="csX3" fmla="*/ 1208 w 4700"/>
                      <a:gd name="csY3" fmla="*/ 9530 h 24578"/>
                      <a:gd name="csX4" fmla="*/ 3515 w 4700"/>
                      <a:gd name="csY4" fmla="*/ 12908 h 24578"/>
                      <a:gd name="csX5" fmla="*/ 4561 w 4700"/>
                      <a:gd name="csY5" fmla="*/ 19931 h 24578"/>
                      <a:gd name="csX6" fmla="*/ 4015 w 4700"/>
                      <a:gd name="csY6" fmla="*/ 24798 h 2457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4700" h="24578">
                        <a:moveTo>
                          <a:pt x="3287" y="219"/>
                        </a:moveTo>
                        <a:lnTo>
                          <a:pt x="-130" y="6500"/>
                        </a:lnTo>
                        <a:lnTo>
                          <a:pt x="1106" y="7876"/>
                        </a:lnTo>
                        <a:lnTo>
                          <a:pt x="1208" y="9530"/>
                        </a:lnTo>
                        <a:cubicBezTo>
                          <a:pt x="1208" y="9530"/>
                          <a:pt x="3097" y="11070"/>
                          <a:pt x="3515" y="12908"/>
                        </a:cubicBezTo>
                        <a:cubicBezTo>
                          <a:pt x="3933" y="14740"/>
                          <a:pt x="4668" y="17357"/>
                          <a:pt x="4561" y="19931"/>
                        </a:cubicBezTo>
                        <a:cubicBezTo>
                          <a:pt x="4459" y="22497"/>
                          <a:pt x="4015" y="24798"/>
                          <a:pt x="4015" y="24798"/>
                        </a:cubicBez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49" name="フリーフォーム: 図形 48">
                    <a:extLst>
                      <a:ext uri="{FF2B5EF4-FFF2-40B4-BE49-F238E27FC236}">
                        <a16:creationId xmlns:a16="http://schemas.microsoft.com/office/drawing/2014/main" id="{440EFBE7-37C0-3FFD-3CDC-BB32A803FC2B}"/>
                      </a:ext>
                    </a:extLst>
                  </p:cNvPr>
                  <p:cNvSpPr/>
                  <p:nvPr/>
                </p:nvSpPr>
                <p:spPr>
                  <a:xfrm>
                    <a:off x="486123" y="7371551"/>
                    <a:ext cx="23837" cy="5881"/>
                  </a:xfrm>
                  <a:custGeom>
                    <a:avLst/>
                    <a:gdLst>
                      <a:gd name="csX0" fmla="*/ 310 w 23837"/>
                      <a:gd name="csY0" fmla="*/ 6106 h 5881"/>
                      <a:gd name="csX1" fmla="*/ -121 w 23837"/>
                      <a:gd name="csY1" fmla="*/ 3000 h 5881"/>
                      <a:gd name="csX2" fmla="*/ 23456 w 23837"/>
                      <a:gd name="csY2" fmla="*/ 224 h 5881"/>
                      <a:gd name="csX3" fmla="*/ 23716 w 23837"/>
                      <a:gd name="csY3" fmla="*/ 4242 h 588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</a:cxnLst>
                    <a:rect l="l" t="t" r="r" b="b"/>
                    <a:pathLst>
                      <a:path w="23837" h="5881">
                        <a:moveTo>
                          <a:pt x="310" y="6106"/>
                        </a:moveTo>
                        <a:lnTo>
                          <a:pt x="-121" y="3000"/>
                        </a:lnTo>
                        <a:lnTo>
                          <a:pt x="23456" y="224"/>
                        </a:lnTo>
                        <a:lnTo>
                          <a:pt x="23716" y="4242"/>
                        </a:ln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50" name="フリーフォーム: 図形 49">
                    <a:extLst>
                      <a:ext uri="{FF2B5EF4-FFF2-40B4-BE49-F238E27FC236}">
                        <a16:creationId xmlns:a16="http://schemas.microsoft.com/office/drawing/2014/main" id="{BFC2FE24-F92A-2CE9-7807-148B48FA7211}"/>
                      </a:ext>
                    </a:extLst>
                  </p:cNvPr>
                  <p:cNvSpPr/>
                  <p:nvPr/>
                </p:nvSpPr>
                <p:spPr>
                  <a:xfrm>
                    <a:off x="527320" y="7348423"/>
                    <a:ext cx="9583" cy="6338"/>
                  </a:xfrm>
                  <a:custGeom>
                    <a:avLst/>
                    <a:gdLst>
                      <a:gd name="csX0" fmla="*/ -106 w 9583"/>
                      <a:gd name="csY0" fmla="*/ 6552 h 6338"/>
                      <a:gd name="csX1" fmla="*/ 9477 w 9583"/>
                      <a:gd name="csY1" fmla="*/ 214 h 633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9583" h="6338">
                        <a:moveTo>
                          <a:pt x="-106" y="6552"/>
                        </a:moveTo>
                        <a:lnTo>
                          <a:pt x="9477" y="214"/>
                        </a:ln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51" name="フリーフォーム: 図形 50">
                    <a:extLst>
                      <a:ext uri="{FF2B5EF4-FFF2-40B4-BE49-F238E27FC236}">
                        <a16:creationId xmlns:a16="http://schemas.microsoft.com/office/drawing/2014/main" id="{0F7FFBB4-6A12-3674-934B-1FCD1C4A2FF5}"/>
                      </a:ext>
                    </a:extLst>
                  </p:cNvPr>
                  <p:cNvSpPr/>
                  <p:nvPr/>
                </p:nvSpPr>
                <p:spPr>
                  <a:xfrm>
                    <a:off x="530394" y="7344798"/>
                    <a:ext cx="393" cy="7669"/>
                  </a:xfrm>
                  <a:custGeom>
                    <a:avLst/>
                    <a:gdLst>
                      <a:gd name="csX0" fmla="*/ 286 w 393"/>
                      <a:gd name="csY0" fmla="*/ 7882 h 7669"/>
                      <a:gd name="csX1" fmla="*/ -107 w 393"/>
                      <a:gd name="csY1" fmla="*/ 213 h 766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393" h="7669">
                        <a:moveTo>
                          <a:pt x="286" y="7882"/>
                        </a:moveTo>
                        <a:lnTo>
                          <a:pt x="-107" y="213"/>
                        </a:ln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52" name="フリーフォーム: 図形 51">
                    <a:extLst>
                      <a:ext uri="{FF2B5EF4-FFF2-40B4-BE49-F238E27FC236}">
                        <a16:creationId xmlns:a16="http://schemas.microsoft.com/office/drawing/2014/main" id="{7195E911-286A-9E25-CB48-F80619502F32}"/>
                      </a:ext>
                    </a:extLst>
                  </p:cNvPr>
                  <p:cNvSpPr/>
                  <p:nvPr/>
                </p:nvSpPr>
                <p:spPr>
                  <a:xfrm>
                    <a:off x="532175" y="7354723"/>
                    <a:ext cx="2533" cy="15230"/>
                  </a:xfrm>
                  <a:custGeom>
                    <a:avLst/>
                    <a:gdLst>
                      <a:gd name="csX0" fmla="*/ -106 w 2533"/>
                      <a:gd name="csY0" fmla="*/ 219 h 15230"/>
                      <a:gd name="csX1" fmla="*/ 2227 w 2533"/>
                      <a:gd name="csY1" fmla="*/ 4598 h 15230"/>
                      <a:gd name="csX2" fmla="*/ 2043 w 2533"/>
                      <a:gd name="csY2" fmla="*/ 11380 h 15230"/>
                      <a:gd name="csX3" fmla="*/ 110 w 2533"/>
                      <a:gd name="csY3" fmla="*/ 15449 h 1523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</a:cxnLst>
                    <a:rect l="l" t="t" r="r" b="b"/>
                    <a:pathLst>
                      <a:path w="2533" h="15230">
                        <a:moveTo>
                          <a:pt x="-106" y="219"/>
                        </a:moveTo>
                        <a:cubicBezTo>
                          <a:pt x="-106" y="219"/>
                          <a:pt x="2227" y="1708"/>
                          <a:pt x="2227" y="4598"/>
                        </a:cubicBezTo>
                        <a:cubicBezTo>
                          <a:pt x="2227" y="7488"/>
                          <a:pt x="2784" y="9745"/>
                          <a:pt x="2043" y="11380"/>
                        </a:cubicBezTo>
                        <a:cubicBezTo>
                          <a:pt x="1301" y="13009"/>
                          <a:pt x="110" y="15449"/>
                          <a:pt x="110" y="15449"/>
                        </a:cubicBez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53" name="フリーフォーム: 図形 52">
                    <a:extLst>
                      <a:ext uri="{FF2B5EF4-FFF2-40B4-BE49-F238E27FC236}">
                        <a16:creationId xmlns:a16="http://schemas.microsoft.com/office/drawing/2014/main" id="{400873D6-3CCE-99CC-28DF-DD6B244A79C1}"/>
                      </a:ext>
                    </a:extLst>
                  </p:cNvPr>
                  <p:cNvSpPr/>
                  <p:nvPr/>
                </p:nvSpPr>
                <p:spPr>
                  <a:xfrm>
                    <a:off x="529652" y="7354850"/>
                    <a:ext cx="2738" cy="15103"/>
                  </a:xfrm>
                  <a:custGeom>
                    <a:avLst/>
                    <a:gdLst>
                      <a:gd name="csX0" fmla="*/ 1333 w 2738"/>
                      <a:gd name="csY0" fmla="*/ 219 h 15103"/>
                      <a:gd name="csX1" fmla="*/ -106 w 2738"/>
                      <a:gd name="csY1" fmla="*/ 5137 h 15103"/>
                      <a:gd name="csX2" fmla="*/ 819 w 2738"/>
                      <a:gd name="csY2" fmla="*/ 12806 h 15103"/>
                      <a:gd name="csX3" fmla="*/ 2632 w 2738"/>
                      <a:gd name="csY3" fmla="*/ 15322 h 1510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</a:cxnLst>
                    <a:rect l="l" t="t" r="r" b="b"/>
                    <a:pathLst>
                      <a:path w="2738" h="15103">
                        <a:moveTo>
                          <a:pt x="1333" y="219"/>
                        </a:moveTo>
                        <a:cubicBezTo>
                          <a:pt x="1333" y="219"/>
                          <a:pt x="-106" y="1100"/>
                          <a:pt x="-106" y="5137"/>
                        </a:cubicBezTo>
                        <a:cubicBezTo>
                          <a:pt x="-106" y="9174"/>
                          <a:pt x="-176" y="11361"/>
                          <a:pt x="819" y="12806"/>
                        </a:cubicBezTo>
                        <a:cubicBezTo>
                          <a:pt x="1821" y="14251"/>
                          <a:pt x="2632" y="15322"/>
                          <a:pt x="2632" y="15322"/>
                        </a:cubicBez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54" name="フリーフォーム: 図形 53">
                    <a:extLst>
                      <a:ext uri="{FF2B5EF4-FFF2-40B4-BE49-F238E27FC236}">
                        <a16:creationId xmlns:a16="http://schemas.microsoft.com/office/drawing/2014/main" id="{DF8B6538-6F54-3A20-9437-E92DADAA1933}"/>
                      </a:ext>
                    </a:extLst>
                  </p:cNvPr>
                  <p:cNvSpPr/>
                  <p:nvPr/>
                </p:nvSpPr>
                <p:spPr>
                  <a:xfrm>
                    <a:off x="450066" y="7364344"/>
                    <a:ext cx="897" cy="15591"/>
                  </a:xfrm>
                  <a:custGeom>
                    <a:avLst/>
                    <a:gdLst>
                      <a:gd name="csX0" fmla="*/ 270 w 897"/>
                      <a:gd name="csY0" fmla="*/ 223 h 15591"/>
                      <a:gd name="csX1" fmla="*/ 694 w 897"/>
                      <a:gd name="csY1" fmla="*/ 8374 h 15591"/>
                      <a:gd name="csX2" fmla="*/ -142 w 897"/>
                      <a:gd name="csY2" fmla="*/ 15814 h 1559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897" h="15591">
                        <a:moveTo>
                          <a:pt x="270" y="223"/>
                        </a:moveTo>
                        <a:cubicBezTo>
                          <a:pt x="270" y="223"/>
                          <a:pt x="960" y="5541"/>
                          <a:pt x="694" y="8374"/>
                        </a:cubicBezTo>
                        <a:cubicBezTo>
                          <a:pt x="435" y="11200"/>
                          <a:pt x="-142" y="15814"/>
                          <a:pt x="-142" y="15814"/>
                        </a:cubicBez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55" name="フリーフォーム: 図形 54">
                    <a:extLst>
                      <a:ext uri="{FF2B5EF4-FFF2-40B4-BE49-F238E27FC236}">
                        <a16:creationId xmlns:a16="http://schemas.microsoft.com/office/drawing/2014/main" id="{9E17BF6D-E407-89D9-57D0-E11F0E408C19}"/>
                      </a:ext>
                    </a:extLst>
                  </p:cNvPr>
                  <p:cNvSpPr/>
                  <p:nvPr/>
                </p:nvSpPr>
                <p:spPr>
                  <a:xfrm>
                    <a:off x="456043" y="7363793"/>
                    <a:ext cx="889" cy="15464"/>
                  </a:xfrm>
                  <a:custGeom>
                    <a:avLst/>
                    <a:gdLst>
                      <a:gd name="csX0" fmla="*/ -140 w 889"/>
                      <a:gd name="csY0" fmla="*/ 15687 h 15464"/>
                      <a:gd name="csX1" fmla="*/ 748 w 889"/>
                      <a:gd name="csY1" fmla="*/ 10446 h 15464"/>
                      <a:gd name="csX2" fmla="*/ -38 w 889"/>
                      <a:gd name="csY2" fmla="*/ 223 h 1546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889" h="15464">
                        <a:moveTo>
                          <a:pt x="-140" y="15687"/>
                        </a:moveTo>
                        <a:cubicBezTo>
                          <a:pt x="-140" y="15687"/>
                          <a:pt x="697" y="14268"/>
                          <a:pt x="748" y="10446"/>
                        </a:cubicBezTo>
                        <a:cubicBezTo>
                          <a:pt x="798" y="6618"/>
                          <a:pt x="-38" y="223"/>
                          <a:pt x="-38" y="223"/>
                        </a:cubicBez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56" name="フリーフォーム: 図形 55">
                    <a:extLst>
                      <a:ext uri="{FF2B5EF4-FFF2-40B4-BE49-F238E27FC236}">
                        <a16:creationId xmlns:a16="http://schemas.microsoft.com/office/drawing/2014/main" id="{D368D331-4D9A-144D-D509-0D39EA9DFE24}"/>
                      </a:ext>
                    </a:extLst>
                  </p:cNvPr>
                  <p:cNvSpPr/>
                  <p:nvPr/>
                </p:nvSpPr>
                <p:spPr>
                  <a:xfrm>
                    <a:off x="466399" y="7355915"/>
                    <a:ext cx="887" cy="6185"/>
                  </a:xfrm>
                  <a:custGeom>
                    <a:avLst/>
                    <a:gdLst>
                      <a:gd name="csX0" fmla="*/ -135 w 887"/>
                      <a:gd name="csY0" fmla="*/ 217 h 6185"/>
                      <a:gd name="csX1" fmla="*/ 752 w 887"/>
                      <a:gd name="csY1" fmla="*/ 6403 h 618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887" h="6185">
                        <a:moveTo>
                          <a:pt x="-135" y="217"/>
                        </a:moveTo>
                        <a:lnTo>
                          <a:pt x="752" y="6403"/>
                        </a:ln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57" name="フリーフォーム: 図形 56">
                    <a:extLst>
                      <a:ext uri="{FF2B5EF4-FFF2-40B4-BE49-F238E27FC236}">
                        <a16:creationId xmlns:a16="http://schemas.microsoft.com/office/drawing/2014/main" id="{39EE4420-E545-012F-963B-77059B22E713}"/>
                      </a:ext>
                    </a:extLst>
                  </p:cNvPr>
                  <p:cNvSpPr/>
                  <p:nvPr/>
                </p:nvSpPr>
                <p:spPr>
                  <a:xfrm>
                    <a:off x="464612" y="7355978"/>
                    <a:ext cx="817" cy="6293"/>
                  </a:xfrm>
                  <a:custGeom>
                    <a:avLst/>
                    <a:gdLst>
                      <a:gd name="csX0" fmla="*/ -136 w 817"/>
                      <a:gd name="csY0" fmla="*/ 217 h 6293"/>
                      <a:gd name="csX1" fmla="*/ 682 w 817"/>
                      <a:gd name="csY1" fmla="*/ 6511 h 62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817" h="6293">
                        <a:moveTo>
                          <a:pt x="-136" y="217"/>
                        </a:moveTo>
                        <a:lnTo>
                          <a:pt x="682" y="6511"/>
                        </a:ln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58" name="フリーフォーム: 図形 57">
                    <a:extLst>
                      <a:ext uri="{FF2B5EF4-FFF2-40B4-BE49-F238E27FC236}">
                        <a16:creationId xmlns:a16="http://schemas.microsoft.com/office/drawing/2014/main" id="{3209BFDF-4CE3-1071-408F-E0FB5DCE4476}"/>
                      </a:ext>
                    </a:extLst>
                  </p:cNvPr>
                  <p:cNvSpPr/>
                  <p:nvPr/>
                </p:nvSpPr>
                <p:spPr>
                  <a:xfrm>
                    <a:off x="451955" y="7357353"/>
                    <a:ext cx="4328" cy="1564"/>
                  </a:xfrm>
                  <a:custGeom>
                    <a:avLst/>
                    <a:gdLst>
                      <a:gd name="csX0" fmla="*/ -141 w 4328"/>
                      <a:gd name="csY0" fmla="*/ 217 h 1564"/>
                      <a:gd name="csX1" fmla="*/ 924 w 4328"/>
                      <a:gd name="csY1" fmla="*/ 1776 h 1564"/>
                      <a:gd name="csX2" fmla="*/ 4188 w 4328"/>
                      <a:gd name="csY2" fmla="*/ 1446 h 156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4328" h="1564">
                        <a:moveTo>
                          <a:pt x="-141" y="217"/>
                        </a:moveTo>
                        <a:cubicBezTo>
                          <a:pt x="-109" y="1034"/>
                          <a:pt x="75" y="1852"/>
                          <a:pt x="924" y="1776"/>
                        </a:cubicBezTo>
                        <a:cubicBezTo>
                          <a:pt x="1780" y="1706"/>
                          <a:pt x="4188" y="1446"/>
                          <a:pt x="4188" y="1446"/>
                        </a:cubicBez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59" name="フリーフォーム: 図形 58">
                    <a:extLst>
                      <a:ext uri="{FF2B5EF4-FFF2-40B4-BE49-F238E27FC236}">
                        <a16:creationId xmlns:a16="http://schemas.microsoft.com/office/drawing/2014/main" id="{693422E0-B732-0434-4BC7-49A00202907E}"/>
                      </a:ext>
                    </a:extLst>
                  </p:cNvPr>
                  <p:cNvSpPr/>
                  <p:nvPr/>
                </p:nvSpPr>
                <p:spPr>
                  <a:xfrm>
                    <a:off x="456284" y="7356815"/>
                    <a:ext cx="1120" cy="1862"/>
                  </a:xfrm>
                  <a:custGeom>
                    <a:avLst/>
                    <a:gdLst>
                      <a:gd name="csX0" fmla="*/ 444 w 1120"/>
                      <a:gd name="csY0" fmla="*/ 217 h 1862"/>
                      <a:gd name="csX1" fmla="*/ 900 w 1120"/>
                      <a:gd name="csY1" fmla="*/ 1389 h 1862"/>
                      <a:gd name="csX2" fmla="*/ -139 w 1120"/>
                      <a:gd name="csY2" fmla="*/ 1985 h 186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1120" h="1862">
                        <a:moveTo>
                          <a:pt x="444" y="217"/>
                        </a:moveTo>
                        <a:cubicBezTo>
                          <a:pt x="444" y="217"/>
                          <a:pt x="1230" y="356"/>
                          <a:pt x="900" y="1389"/>
                        </a:cubicBezTo>
                        <a:cubicBezTo>
                          <a:pt x="564" y="2429"/>
                          <a:pt x="-139" y="1985"/>
                          <a:pt x="-139" y="1985"/>
                        </a:cubicBez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60" name="フリーフォーム: 図形 59">
                    <a:extLst>
                      <a:ext uri="{FF2B5EF4-FFF2-40B4-BE49-F238E27FC236}">
                        <a16:creationId xmlns:a16="http://schemas.microsoft.com/office/drawing/2014/main" id="{644712EC-3090-B8C5-AFF4-CC9358EBB5ED}"/>
                      </a:ext>
                    </a:extLst>
                  </p:cNvPr>
                  <p:cNvSpPr/>
                  <p:nvPr/>
                </p:nvSpPr>
                <p:spPr>
                  <a:xfrm>
                    <a:off x="444264" y="7359350"/>
                    <a:ext cx="2975" cy="5665"/>
                  </a:xfrm>
                  <a:custGeom>
                    <a:avLst/>
                    <a:gdLst>
                      <a:gd name="csX0" fmla="*/ 372 w 2975"/>
                      <a:gd name="csY0" fmla="*/ 5884 h 5665"/>
                      <a:gd name="csX1" fmla="*/ 18 w 2975"/>
                      <a:gd name="csY1" fmla="*/ 2487 h 5665"/>
                      <a:gd name="csX2" fmla="*/ 56 w 2975"/>
                      <a:gd name="csY2" fmla="*/ 415 h 5665"/>
                      <a:gd name="csX3" fmla="*/ 1577 w 2975"/>
                      <a:gd name="csY3" fmla="*/ 263 h 5665"/>
                      <a:gd name="csX4" fmla="*/ 2540 w 2975"/>
                      <a:gd name="csY4" fmla="*/ 2823 h 5665"/>
                      <a:gd name="csX5" fmla="*/ 2832 w 2975"/>
                      <a:gd name="csY5" fmla="*/ 5593 h 566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2975" h="5665">
                        <a:moveTo>
                          <a:pt x="372" y="5884"/>
                        </a:moveTo>
                        <a:cubicBezTo>
                          <a:pt x="372" y="5884"/>
                          <a:pt x="201" y="4084"/>
                          <a:pt x="18" y="2487"/>
                        </a:cubicBezTo>
                        <a:cubicBezTo>
                          <a:pt x="-166" y="896"/>
                          <a:pt x="-242" y="453"/>
                          <a:pt x="56" y="415"/>
                        </a:cubicBezTo>
                        <a:cubicBezTo>
                          <a:pt x="353" y="377"/>
                          <a:pt x="911" y="117"/>
                          <a:pt x="1577" y="263"/>
                        </a:cubicBezTo>
                        <a:cubicBezTo>
                          <a:pt x="2242" y="415"/>
                          <a:pt x="2502" y="2005"/>
                          <a:pt x="2540" y="2823"/>
                        </a:cubicBezTo>
                        <a:cubicBezTo>
                          <a:pt x="2578" y="3634"/>
                          <a:pt x="2832" y="5593"/>
                          <a:pt x="2832" y="5593"/>
                        </a:cubicBez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61" name="フリーフォーム: 図形 60">
                    <a:extLst>
                      <a:ext uri="{FF2B5EF4-FFF2-40B4-BE49-F238E27FC236}">
                        <a16:creationId xmlns:a16="http://schemas.microsoft.com/office/drawing/2014/main" id="{6ACB6C62-9601-557E-AE8F-7B95149FFD45}"/>
                      </a:ext>
                    </a:extLst>
                  </p:cNvPr>
                  <p:cNvSpPr/>
                  <p:nvPr/>
                </p:nvSpPr>
                <p:spPr>
                  <a:xfrm>
                    <a:off x="442023" y="7358482"/>
                    <a:ext cx="969" cy="6750"/>
                  </a:xfrm>
                  <a:custGeom>
                    <a:avLst/>
                    <a:gdLst>
                      <a:gd name="csX0" fmla="*/ -146 w 969"/>
                      <a:gd name="csY0" fmla="*/ 218 h 6750"/>
                      <a:gd name="csX1" fmla="*/ 824 w 969"/>
                      <a:gd name="csY1" fmla="*/ 6968 h 675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969" h="6750">
                        <a:moveTo>
                          <a:pt x="-146" y="218"/>
                        </a:moveTo>
                        <a:lnTo>
                          <a:pt x="824" y="6968"/>
                        </a:ln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62" name="フリーフォーム: 図形 61">
                    <a:extLst>
                      <a:ext uri="{FF2B5EF4-FFF2-40B4-BE49-F238E27FC236}">
                        <a16:creationId xmlns:a16="http://schemas.microsoft.com/office/drawing/2014/main" id="{8CD7D9F1-24AF-9535-46FF-08A3E04C08A1}"/>
                      </a:ext>
                    </a:extLst>
                  </p:cNvPr>
                  <p:cNvSpPr/>
                  <p:nvPr/>
                </p:nvSpPr>
                <p:spPr>
                  <a:xfrm>
                    <a:off x="527986" y="7336311"/>
                    <a:ext cx="6154" cy="17429"/>
                  </a:xfrm>
                  <a:custGeom>
                    <a:avLst/>
                    <a:gdLst>
                      <a:gd name="csX0" fmla="*/ 768 w 6154"/>
                      <a:gd name="csY0" fmla="*/ 17641 h 17429"/>
                      <a:gd name="csX1" fmla="*/ -107 w 6154"/>
                      <a:gd name="csY1" fmla="*/ 6137 h 17429"/>
                      <a:gd name="csX2" fmla="*/ 5046 w 6154"/>
                      <a:gd name="csY2" fmla="*/ 211 h 17429"/>
                      <a:gd name="csX3" fmla="*/ 6047 w 6154"/>
                      <a:gd name="csY3" fmla="*/ 14148 h 1742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</a:cxnLst>
                    <a:rect l="l" t="t" r="r" b="b"/>
                    <a:pathLst>
                      <a:path w="6154" h="17429">
                        <a:moveTo>
                          <a:pt x="768" y="17641"/>
                        </a:moveTo>
                        <a:lnTo>
                          <a:pt x="-107" y="6137"/>
                        </a:lnTo>
                        <a:lnTo>
                          <a:pt x="5046" y="211"/>
                        </a:lnTo>
                        <a:lnTo>
                          <a:pt x="6047" y="14148"/>
                        </a:ln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63" name="フリーフォーム: 図形 62">
                    <a:extLst>
                      <a:ext uri="{FF2B5EF4-FFF2-40B4-BE49-F238E27FC236}">
                        <a16:creationId xmlns:a16="http://schemas.microsoft.com/office/drawing/2014/main" id="{DA0139FF-ABF9-03BD-8388-16D61F189033}"/>
                      </a:ext>
                    </a:extLst>
                  </p:cNvPr>
                  <p:cNvSpPr/>
                  <p:nvPr/>
                </p:nvSpPr>
                <p:spPr>
                  <a:xfrm>
                    <a:off x="527783" y="7349323"/>
                    <a:ext cx="8061" cy="23190"/>
                  </a:xfrm>
                  <a:custGeom>
                    <a:avLst/>
                    <a:gdLst>
                      <a:gd name="csX0" fmla="*/ 7658 w 8061"/>
                      <a:gd name="csY0" fmla="*/ 218 h 23190"/>
                      <a:gd name="csX1" fmla="*/ 7955 w 8061"/>
                      <a:gd name="csY1" fmla="*/ 17001 h 23190"/>
                      <a:gd name="csX2" fmla="*/ 1915 w 8061"/>
                      <a:gd name="csY2" fmla="*/ 23409 h 23190"/>
                      <a:gd name="csX3" fmla="*/ -107 w 8061"/>
                      <a:gd name="csY3" fmla="*/ 3133 h 2319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</a:cxnLst>
                    <a:rect l="l" t="t" r="r" b="b"/>
                    <a:pathLst>
                      <a:path w="8061" h="23190">
                        <a:moveTo>
                          <a:pt x="7658" y="218"/>
                        </a:moveTo>
                        <a:lnTo>
                          <a:pt x="7955" y="17001"/>
                        </a:lnTo>
                        <a:lnTo>
                          <a:pt x="1915" y="23409"/>
                        </a:lnTo>
                        <a:lnTo>
                          <a:pt x="-107" y="3133"/>
                        </a:ln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64" name="フリーフォーム: 図形 63">
                    <a:extLst>
                      <a:ext uri="{FF2B5EF4-FFF2-40B4-BE49-F238E27FC236}">
                        <a16:creationId xmlns:a16="http://schemas.microsoft.com/office/drawing/2014/main" id="{ABE624D9-79C6-E680-7CCC-795E4D357286}"/>
                      </a:ext>
                    </a:extLst>
                  </p:cNvPr>
                  <p:cNvSpPr/>
                  <p:nvPr/>
                </p:nvSpPr>
                <p:spPr>
                  <a:xfrm>
                    <a:off x="572555" y="7370534"/>
                    <a:ext cx="4576" cy="2144"/>
                  </a:xfrm>
                  <a:custGeom>
                    <a:avLst/>
                    <a:gdLst>
                      <a:gd name="csX0" fmla="*/ -88 w 4576"/>
                      <a:gd name="csY0" fmla="*/ 2368 h 2144"/>
                      <a:gd name="csX1" fmla="*/ 1015 w 4576"/>
                      <a:gd name="csY1" fmla="*/ 574 h 2144"/>
                      <a:gd name="csX2" fmla="*/ 4032 w 4576"/>
                      <a:gd name="csY2" fmla="*/ 498 h 2144"/>
                      <a:gd name="csX3" fmla="*/ 4488 w 4576"/>
                      <a:gd name="csY3" fmla="*/ 2228 h 214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</a:cxnLst>
                    <a:rect l="l" t="t" r="r" b="b"/>
                    <a:pathLst>
                      <a:path w="4576" h="2144">
                        <a:moveTo>
                          <a:pt x="-88" y="2368"/>
                        </a:moveTo>
                        <a:cubicBezTo>
                          <a:pt x="-88" y="2368"/>
                          <a:pt x="-24" y="999"/>
                          <a:pt x="1015" y="574"/>
                        </a:cubicBezTo>
                        <a:cubicBezTo>
                          <a:pt x="2055" y="149"/>
                          <a:pt x="3702" y="92"/>
                          <a:pt x="4032" y="498"/>
                        </a:cubicBezTo>
                        <a:cubicBezTo>
                          <a:pt x="4368" y="904"/>
                          <a:pt x="4488" y="2228"/>
                          <a:pt x="4488" y="2228"/>
                        </a:cubicBez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65" name="フリーフォーム: 図形 64">
                    <a:extLst>
                      <a:ext uri="{FF2B5EF4-FFF2-40B4-BE49-F238E27FC236}">
                        <a16:creationId xmlns:a16="http://schemas.microsoft.com/office/drawing/2014/main" id="{DB7816A9-143E-89DB-2631-E6B2C78C4183}"/>
                      </a:ext>
                    </a:extLst>
                  </p:cNvPr>
                  <p:cNvSpPr/>
                  <p:nvPr/>
                </p:nvSpPr>
                <p:spPr>
                  <a:xfrm>
                    <a:off x="572713" y="7396029"/>
                    <a:ext cx="4354" cy="354"/>
                  </a:xfrm>
                  <a:custGeom>
                    <a:avLst/>
                    <a:gdLst>
                      <a:gd name="csX0" fmla="*/ -88 w 4354"/>
                      <a:gd name="csY0" fmla="*/ 588 h 354"/>
                      <a:gd name="csX1" fmla="*/ 2505 w 4354"/>
                      <a:gd name="csY1" fmla="*/ 284 h 354"/>
                      <a:gd name="csX2" fmla="*/ 4267 w 4354"/>
                      <a:gd name="csY2" fmla="*/ 499 h 35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4354" h="354">
                        <a:moveTo>
                          <a:pt x="-88" y="588"/>
                        </a:moveTo>
                        <a:cubicBezTo>
                          <a:pt x="-88" y="588"/>
                          <a:pt x="743" y="74"/>
                          <a:pt x="2505" y="284"/>
                        </a:cubicBezTo>
                        <a:cubicBezTo>
                          <a:pt x="4267" y="499"/>
                          <a:pt x="4267" y="499"/>
                          <a:pt x="4267" y="499"/>
                        </a:cubicBez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66" name="フリーフォーム: 図形 65">
                    <a:extLst>
                      <a:ext uri="{FF2B5EF4-FFF2-40B4-BE49-F238E27FC236}">
                        <a16:creationId xmlns:a16="http://schemas.microsoft.com/office/drawing/2014/main" id="{07D88F34-34CD-8502-22B8-1E5C86A47560}"/>
                      </a:ext>
                    </a:extLst>
                  </p:cNvPr>
                  <p:cNvSpPr/>
                  <p:nvPr/>
                </p:nvSpPr>
                <p:spPr>
                  <a:xfrm>
                    <a:off x="571744" y="7401123"/>
                    <a:ext cx="6375" cy="317"/>
                  </a:xfrm>
                  <a:custGeom>
                    <a:avLst/>
                    <a:gdLst>
                      <a:gd name="csX0" fmla="*/ -88 w 6375"/>
                      <a:gd name="csY0" fmla="*/ 553 h 317"/>
                      <a:gd name="csX1" fmla="*/ 3329 w 6375"/>
                      <a:gd name="csY1" fmla="*/ 236 h 317"/>
                      <a:gd name="csX2" fmla="*/ 6288 w 6375"/>
                      <a:gd name="csY2" fmla="*/ 249 h 31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6375" h="317">
                        <a:moveTo>
                          <a:pt x="-88" y="553"/>
                        </a:moveTo>
                        <a:cubicBezTo>
                          <a:pt x="-88" y="553"/>
                          <a:pt x="362" y="223"/>
                          <a:pt x="3329" y="236"/>
                        </a:cubicBezTo>
                        <a:cubicBezTo>
                          <a:pt x="6288" y="249"/>
                          <a:pt x="6288" y="249"/>
                          <a:pt x="6288" y="249"/>
                        </a:cubicBez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67" name="フリーフォーム: 図形 66">
                    <a:extLst>
                      <a:ext uri="{FF2B5EF4-FFF2-40B4-BE49-F238E27FC236}">
                        <a16:creationId xmlns:a16="http://schemas.microsoft.com/office/drawing/2014/main" id="{20DB1D15-360E-0D28-989A-4E7C0B3F3B7B}"/>
                      </a:ext>
                    </a:extLst>
                  </p:cNvPr>
                  <p:cNvSpPr/>
                  <p:nvPr/>
                </p:nvSpPr>
                <p:spPr>
                  <a:xfrm>
                    <a:off x="571287" y="7529228"/>
                    <a:ext cx="6065" cy="139"/>
                  </a:xfrm>
                  <a:custGeom>
                    <a:avLst/>
                    <a:gdLst>
                      <a:gd name="csX0" fmla="*/ -88 w 6065"/>
                      <a:gd name="csY0" fmla="*/ 431 h 139"/>
                      <a:gd name="csX1" fmla="*/ 5978 w 6065"/>
                      <a:gd name="csY1" fmla="*/ 292 h 13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6065" h="139">
                        <a:moveTo>
                          <a:pt x="-88" y="431"/>
                        </a:moveTo>
                        <a:lnTo>
                          <a:pt x="5978" y="292"/>
                        </a:ln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68" name="フリーフォーム: 図形 67">
                    <a:extLst>
                      <a:ext uri="{FF2B5EF4-FFF2-40B4-BE49-F238E27FC236}">
                        <a16:creationId xmlns:a16="http://schemas.microsoft.com/office/drawing/2014/main" id="{37947A59-22B9-ED34-6333-BFA838C02129}"/>
                      </a:ext>
                    </a:extLst>
                  </p:cNvPr>
                  <p:cNvSpPr/>
                  <p:nvPr/>
                </p:nvSpPr>
                <p:spPr>
                  <a:xfrm>
                    <a:off x="569982" y="7531858"/>
                    <a:ext cx="8455" cy="25"/>
                  </a:xfrm>
                  <a:custGeom>
                    <a:avLst/>
                    <a:gdLst>
                      <a:gd name="csX0" fmla="*/ -88 w 8455"/>
                      <a:gd name="csY0" fmla="*/ 293 h 25"/>
                      <a:gd name="csX1" fmla="*/ 8367 w 8455"/>
                      <a:gd name="csY1" fmla="*/ 318 h 2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8455" h="25">
                        <a:moveTo>
                          <a:pt x="-88" y="293"/>
                        </a:moveTo>
                        <a:lnTo>
                          <a:pt x="8367" y="318"/>
                        </a:ln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69" name="フリーフォーム: 図形 68">
                    <a:extLst>
                      <a:ext uri="{FF2B5EF4-FFF2-40B4-BE49-F238E27FC236}">
                        <a16:creationId xmlns:a16="http://schemas.microsoft.com/office/drawing/2014/main" id="{8DD98BFC-CA7E-792A-A9AD-BF9DED5B18E3}"/>
                      </a:ext>
                    </a:extLst>
                  </p:cNvPr>
                  <p:cNvSpPr/>
                  <p:nvPr/>
                </p:nvSpPr>
                <p:spPr>
                  <a:xfrm>
                    <a:off x="569982" y="7534412"/>
                    <a:ext cx="8448" cy="44"/>
                  </a:xfrm>
                  <a:custGeom>
                    <a:avLst/>
                    <a:gdLst>
                      <a:gd name="csX0" fmla="*/ -88 w 8448"/>
                      <a:gd name="csY0" fmla="*/ 294 h 44"/>
                      <a:gd name="csX1" fmla="*/ 8361 w 8448"/>
                      <a:gd name="csY1" fmla="*/ 338 h 4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8448" h="44">
                        <a:moveTo>
                          <a:pt x="-88" y="294"/>
                        </a:moveTo>
                        <a:lnTo>
                          <a:pt x="8361" y="338"/>
                        </a:ln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70" name="フリーフォーム: 図形 69">
                    <a:extLst>
                      <a:ext uri="{FF2B5EF4-FFF2-40B4-BE49-F238E27FC236}">
                        <a16:creationId xmlns:a16="http://schemas.microsoft.com/office/drawing/2014/main" id="{96DF0583-3DBC-6EAB-3EBF-F09DED96EA21}"/>
                      </a:ext>
                    </a:extLst>
                  </p:cNvPr>
                  <p:cNvSpPr/>
                  <p:nvPr/>
                </p:nvSpPr>
                <p:spPr>
                  <a:xfrm>
                    <a:off x="569982" y="7537093"/>
                    <a:ext cx="8442" cy="158"/>
                  </a:xfrm>
                  <a:custGeom>
                    <a:avLst/>
                    <a:gdLst>
                      <a:gd name="csX0" fmla="*/ -88 w 8442"/>
                      <a:gd name="csY0" fmla="*/ 295 h 158"/>
                      <a:gd name="csX1" fmla="*/ 8354 w 8442"/>
                      <a:gd name="csY1" fmla="*/ 454 h 15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8442" h="158">
                        <a:moveTo>
                          <a:pt x="-88" y="295"/>
                        </a:moveTo>
                        <a:lnTo>
                          <a:pt x="8354" y="454"/>
                        </a:ln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71" name="フリーフォーム: 図形 70">
                    <a:extLst>
                      <a:ext uri="{FF2B5EF4-FFF2-40B4-BE49-F238E27FC236}">
                        <a16:creationId xmlns:a16="http://schemas.microsoft.com/office/drawing/2014/main" id="{AED46472-FFAA-EAE7-75C6-5FEE79F3256B}"/>
                      </a:ext>
                    </a:extLst>
                  </p:cNvPr>
                  <p:cNvSpPr/>
                  <p:nvPr/>
                </p:nvSpPr>
                <p:spPr>
                  <a:xfrm>
                    <a:off x="569728" y="7539236"/>
                    <a:ext cx="8689" cy="126"/>
                  </a:xfrm>
                  <a:custGeom>
                    <a:avLst/>
                    <a:gdLst>
                      <a:gd name="csX0" fmla="*/ -88 w 8689"/>
                      <a:gd name="csY0" fmla="*/ 423 h 126"/>
                      <a:gd name="csX1" fmla="*/ 8601 w 8689"/>
                      <a:gd name="csY1" fmla="*/ 296 h 12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8689" h="126">
                        <a:moveTo>
                          <a:pt x="-88" y="423"/>
                        </a:moveTo>
                        <a:lnTo>
                          <a:pt x="8601" y="296"/>
                        </a:ln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72" name="フリーフォーム: 図形 71">
                    <a:extLst>
                      <a:ext uri="{FF2B5EF4-FFF2-40B4-BE49-F238E27FC236}">
                        <a16:creationId xmlns:a16="http://schemas.microsoft.com/office/drawing/2014/main" id="{AF08A9B1-EC9D-3936-9AA0-E89467813A5E}"/>
                      </a:ext>
                    </a:extLst>
                  </p:cNvPr>
                  <p:cNvSpPr/>
                  <p:nvPr/>
                </p:nvSpPr>
                <p:spPr>
                  <a:xfrm>
                    <a:off x="569462" y="7545973"/>
                    <a:ext cx="6167" cy="399"/>
                  </a:xfrm>
                  <a:custGeom>
                    <a:avLst/>
                    <a:gdLst>
                      <a:gd name="csX0" fmla="*/ -89 w 6167"/>
                      <a:gd name="csY0" fmla="*/ 299 h 399"/>
                      <a:gd name="csX1" fmla="*/ 3746 w 6167"/>
                      <a:gd name="csY1" fmla="*/ 698 h 399"/>
                      <a:gd name="csX2" fmla="*/ 6078 w 6167"/>
                      <a:gd name="csY2" fmla="*/ 698 h 39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6167" h="399">
                        <a:moveTo>
                          <a:pt x="-89" y="299"/>
                        </a:moveTo>
                        <a:cubicBezTo>
                          <a:pt x="-89" y="299"/>
                          <a:pt x="1965" y="698"/>
                          <a:pt x="3746" y="698"/>
                        </a:cubicBezTo>
                        <a:cubicBezTo>
                          <a:pt x="5527" y="698"/>
                          <a:pt x="6078" y="698"/>
                          <a:pt x="6078" y="698"/>
                        </a:cubicBez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73" name="フリーフォーム: 図形 72">
                    <a:extLst>
                      <a:ext uri="{FF2B5EF4-FFF2-40B4-BE49-F238E27FC236}">
                        <a16:creationId xmlns:a16="http://schemas.microsoft.com/office/drawing/2014/main" id="{389A1E92-F2BE-D22C-AE95-7E28F4D4BD43}"/>
                      </a:ext>
                    </a:extLst>
                  </p:cNvPr>
                  <p:cNvSpPr/>
                  <p:nvPr/>
                </p:nvSpPr>
                <p:spPr>
                  <a:xfrm>
                    <a:off x="568188" y="7551119"/>
                    <a:ext cx="8226" cy="532"/>
                  </a:xfrm>
                  <a:custGeom>
                    <a:avLst/>
                    <a:gdLst>
                      <a:gd name="csX0" fmla="*/ -89 w 8226"/>
                      <a:gd name="csY0" fmla="*/ 302 h 532"/>
                      <a:gd name="csX1" fmla="*/ 3365 w 8226"/>
                      <a:gd name="csY1" fmla="*/ 821 h 532"/>
                      <a:gd name="csX2" fmla="*/ 8138 w 8226"/>
                      <a:gd name="csY2" fmla="*/ 612 h 5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8226" h="532">
                        <a:moveTo>
                          <a:pt x="-89" y="302"/>
                        </a:moveTo>
                        <a:cubicBezTo>
                          <a:pt x="-89" y="302"/>
                          <a:pt x="539" y="739"/>
                          <a:pt x="3365" y="821"/>
                        </a:cubicBezTo>
                        <a:cubicBezTo>
                          <a:pt x="6199" y="897"/>
                          <a:pt x="8138" y="612"/>
                          <a:pt x="8138" y="612"/>
                        </a:cubicBez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74" name="フリーフォーム: 図形 73">
                    <a:extLst>
                      <a:ext uri="{FF2B5EF4-FFF2-40B4-BE49-F238E27FC236}">
                        <a16:creationId xmlns:a16="http://schemas.microsoft.com/office/drawing/2014/main" id="{FFB7AC2E-53DB-3FC5-C66A-44D9E18F20FD}"/>
                      </a:ext>
                    </a:extLst>
                  </p:cNvPr>
                  <p:cNvSpPr/>
                  <p:nvPr/>
                </p:nvSpPr>
                <p:spPr>
                  <a:xfrm>
                    <a:off x="569696" y="7558218"/>
                    <a:ext cx="9171" cy="384"/>
                  </a:xfrm>
                  <a:custGeom>
                    <a:avLst/>
                    <a:gdLst>
                      <a:gd name="csX0" fmla="*/ -88 w 9171"/>
                      <a:gd name="csY0" fmla="*/ 444 h 384"/>
                      <a:gd name="csX1" fmla="*/ 4463 w 9171"/>
                      <a:gd name="csY1" fmla="*/ 622 h 384"/>
                      <a:gd name="csX2" fmla="*/ 9083 w 9171"/>
                      <a:gd name="csY2" fmla="*/ 305 h 38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9171" h="384">
                        <a:moveTo>
                          <a:pt x="-88" y="444"/>
                        </a:moveTo>
                        <a:cubicBezTo>
                          <a:pt x="-88" y="444"/>
                          <a:pt x="761" y="843"/>
                          <a:pt x="4463" y="622"/>
                        </a:cubicBezTo>
                        <a:cubicBezTo>
                          <a:pt x="8170" y="393"/>
                          <a:pt x="9083" y="305"/>
                          <a:pt x="9083" y="305"/>
                        </a:cubicBez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75" name="フリーフォーム: 図形 74">
                    <a:extLst>
                      <a:ext uri="{FF2B5EF4-FFF2-40B4-BE49-F238E27FC236}">
                        <a16:creationId xmlns:a16="http://schemas.microsoft.com/office/drawing/2014/main" id="{EFCC586A-0F74-3E6B-2821-6DD487E3F7B9}"/>
                      </a:ext>
                    </a:extLst>
                  </p:cNvPr>
                  <p:cNvSpPr/>
                  <p:nvPr/>
                </p:nvSpPr>
                <p:spPr>
                  <a:xfrm>
                    <a:off x="568283" y="7557058"/>
                    <a:ext cx="10077" cy="310"/>
                  </a:xfrm>
                  <a:custGeom>
                    <a:avLst/>
                    <a:gdLst>
                      <a:gd name="csX0" fmla="*/ -88 w 10077"/>
                      <a:gd name="csY0" fmla="*/ 304 h 310"/>
                      <a:gd name="csX1" fmla="*/ 4247 w 10077"/>
                      <a:gd name="csY1" fmla="*/ 608 h 310"/>
                      <a:gd name="csX2" fmla="*/ 9989 w 10077"/>
                      <a:gd name="csY2" fmla="*/ 336 h 31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10077" h="310">
                        <a:moveTo>
                          <a:pt x="-88" y="304"/>
                        </a:moveTo>
                        <a:cubicBezTo>
                          <a:pt x="-88" y="304"/>
                          <a:pt x="2079" y="558"/>
                          <a:pt x="4247" y="608"/>
                        </a:cubicBezTo>
                        <a:cubicBezTo>
                          <a:pt x="6414" y="665"/>
                          <a:pt x="9989" y="336"/>
                          <a:pt x="9989" y="336"/>
                        </a:cubicBez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76" name="フリーフォーム: 図形 75">
                    <a:extLst>
                      <a:ext uri="{FF2B5EF4-FFF2-40B4-BE49-F238E27FC236}">
                        <a16:creationId xmlns:a16="http://schemas.microsoft.com/office/drawing/2014/main" id="{0FFE763A-6342-BC82-4C11-E785DA99B3B8}"/>
                      </a:ext>
                    </a:extLst>
                  </p:cNvPr>
                  <p:cNvSpPr/>
                  <p:nvPr/>
                </p:nvSpPr>
                <p:spPr>
                  <a:xfrm>
                    <a:off x="621738" y="7455041"/>
                    <a:ext cx="9361" cy="45114"/>
                  </a:xfrm>
                  <a:custGeom>
                    <a:avLst/>
                    <a:gdLst>
                      <a:gd name="csX0" fmla="*/ -65 w 9361"/>
                      <a:gd name="csY0" fmla="*/ 269 h 45114"/>
                      <a:gd name="csX1" fmla="*/ 6381 w 9361"/>
                      <a:gd name="csY1" fmla="*/ 24056 h 45114"/>
                      <a:gd name="csX2" fmla="*/ 9296 w 9361"/>
                      <a:gd name="csY2" fmla="*/ 45383 h 4511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9361" h="45114">
                        <a:moveTo>
                          <a:pt x="-65" y="269"/>
                        </a:moveTo>
                        <a:cubicBezTo>
                          <a:pt x="-65" y="269"/>
                          <a:pt x="5538" y="17864"/>
                          <a:pt x="6381" y="24056"/>
                        </a:cubicBezTo>
                        <a:lnTo>
                          <a:pt x="9296" y="45383"/>
                        </a:ln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77" name="フリーフォーム: 図形 76">
                    <a:extLst>
                      <a:ext uri="{FF2B5EF4-FFF2-40B4-BE49-F238E27FC236}">
                        <a16:creationId xmlns:a16="http://schemas.microsoft.com/office/drawing/2014/main" id="{04ABD060-ECEB-CED2-B34A-F9EAB7CABB06}"/>
                      </a:ext>
                    </a:extLst>
                  </p:cNvPr>
                  <p:cNvSpPr/>
                  <p:nvPr/>
                </p:nvSpPr>
                <p:spPr>
                  <a:xfrm>
                    <a:off x="642210" y="7452981"/>
                    <a:ext cx="11858" cy="59678"/>
                  </a:xfrm>
                  <a:custGeom>
                    <a:avLst/>
                    <a:gdLst>
                      <a:gd name="csX0" fmla="*/ -56 w 11858"/>
                      <a:gd name="csY0" fmla="*/ 271 h 59678"/>
                      <a:gd name="csX1" fmla="*/ 6593 w 11858"/>
                      <a:gd name="csY1" fmla="*/ 20483 h 59678"/>
                      <a:gd name="csX2" fmla="*/ 11803 w 11858"/>
                      <a:gd name="csY2" fmla="*/ 59950 h 5967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11858" h="59678">
                        <a:moveTo>
                          <a:pt x="-56" y="271"/>
                        </a:moveTo>
                        <a:cubicBezTo>
                          <a:pt x="-56" y="271"/>
                          <a:pt x="5015" y="8511"/>
                          <a:pt x="6593" y="20483"/>
                        </a:cubicBezTo>
                        <a:lnTo>
                          <a:pt x="11803" y="59950"/>
                        </a:ln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78" name="フリーフォーム: 図形 77">
                    <a:extLst>
                      <a:ext uri="{FF2B5EF4-FFF2-40B4-BE49-F238E27FC236}">
                        <a16:creationId xmlns:a16="http://schemas.microsoft.com/office/drawing/2014/main" id="{C0D8C6BA-2127-E7B8-C4CE-6E816C8235D7}"/>
                      </a:ext>
                    </a:extLst>
                  </p:cNvPr>
                  <p:cNvSpPr/>
                  <p:nvPr/>
                </p:nvSpPr>
                <p:spPr>
                  <a:xfrm>
                    <a:off x="609841" y="7405307"/>
                    <a:ext cx="25244" cy="8936"/>
                  </a:xfrm>
                  <a:custGeom>
                    <a:avLst/>
                    <a:gdLst>
                      <a:gd name="csX0" fmla="*/ -67 w 25244"/>
                      <a:gd name="csY0" fmla="*/ 9176 h 8936"/>
                      <a:gd name="csX1" fmla="*/ 7159 w 25244"/>
                      <a:gd name="csY1" fmla="*/ 5208 h 8936"/>
                      <a:gd name="csX2" fmla="*/ 16716 w 25244"/>
                      <a:gd name="csY2" fmla="*/ 1203 h 8936"/>
                      <a:gd name="csX3" fmla="*/ 25178 w 25244"/>
                      <a:gd name="csY3" fmla="*/ 239 h 893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</a:cxnLst>
                    <a:rect l="l" t="t" r="r" b="b"/>
                    <a:pathLst>
                      <a:path w="25244" h="8936">
                        <a:moveTo>
                          <a:pt x="-67" y="9176"/>
                        </a:moveTo>
                        <a:lnTo>
                          <a:pt x="7159" y="5208"/>
                        </a:lnTo>
                        <a:lnTo>
                          <a:pt x="16716" y="1203"/>
                        </a:lnTo>
                        <a:lnTo>
                          <a:pt x="25178" y="239"/>
                        </a:ln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79" name="フリーフォーム: 図形 78">
                    <a:extLst>
                      <a:ext uri="{FF2B5EF4-FFF2-40B4-BE49-F238E27FC236}">
                        <a16:creationId xmlns:a16="http://schemas.microsoft.com/office/drawing/2014/main" id="{A5064F0B-7FCD-8513-DBCE-1102376936E0}"/>
                      </a:ext>
                    </a:extLst>
                  </p:cNvPr>
                  <p:cNvSpPr/>
                  <p:nvPr/>
                </p:nvSpPr>
                <p:spPr>
                  <a:xfrm>
                    <a:off x="632779" y="7418053"/>
                    <a:ext cx="9430" cy="34928"/>
                  </a:xfrm>
                  <a:custGeom>
                    <a:avLst/>
                    <a:gdLst>
                      <a:gd name="csX0" fmla="*/ 9371 w 9430"/>
                      <a:gd name="csY0" fmla="*/ 35179 h 34928"/>
                      <a:gd name="csX1" fmla="*/ -60 w 9430"/>
                      <a:gd name="csY1" fmla="*/ 251 h 3492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9430" h="34928">
                        <a:moveTo>
                          <a:pt x="9371" y="35179"/>
                        </a:moveTo>
                        <a:lnTo>
                          <a:pt x="-60" y="251"/>
                        </a:ln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80" name="フリーフォーム: 図形 79">
                    <a:extLst>
                      <a:ext uri="{FF2B5EF4-FFF2-40B4-BE49-F238E27FC236}">
                        <a16:creationId xmlns:a16="http://schemas.microsoft.com/office/drawing/2014/main" id="{90420376-236A-982F-344E-97CBF9E72B9D}"/>
                      </a:ext>
                    </a:extLst>
                  </p:cNvPr>
                  <p:cNvSpPr/>
                  <p:nvPr/>
                </p:nvSpPr>
                <p:spPr>
                  <a:xfrm>
                    <a:off x="623665" y="7420873"/>
                    <a:ext cx="7028" cy="33826"/>
                  </a:xfrm>
                  <a:custGeom>
                    <a:avLst/>
                    <a:gdLst>
                      <a:gd name="csX0" fmla="*/ 6964 w 7028"/>
                      <a:gd name="csY0" fmla="*/ 34078 h 33826"/>
                      <a:gd name="csX1" fmla="*/ -65 w 7028"/>
                      <a:gd name="csY1" fmla="*/ 252 h 3382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7028" h="33826">
                        <a:moveTo>
                          <a:pt x="6964" y="34078"/>
                        </a:moveTo>
                        <a:lnTo>
                          <a:pt x="-65" y="252"/>
                        </a:ln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81" name="フリーフォーム: 図形 80">
                    <a:extLst>
                      <a:ext uri="{FF2B5EF4-FFF2-40B4-BE49-F238E27FC236}">
                        <a16:creationId xmlns:a16="http://schemas.microsoft.com/office/drawing/2014/main" id="{6CAE7C11-7955-54C5-3A49-1B91BC4448F7}"/>
                      </a:ext>
                    </a:extLst>
                  </p:cNvPr>
                  <p:cNvSpPr/>
                  <p:nvPr/>
                </p:nvSpPr>
                <p:spPr>
                  <a:xfrm>
                    <a:off x="609810" y="7367177"/>
                    <a:ext cx="14767" cy="1495"/>
                  </a:xfrm>
                  <a:custGeom>
                    <a:avLst/>
                    <a:gdLst>
                      <a:gd name="csX0" fmla="*/ -69 w 14767"/>
                      <a:gd name="csY0" fmla="*/ 1717 h 1495"/>
                      <a:gd name="csX1" fmla="*/ 6225 w 14767"/>
                      <a:gd name="csY1" fmla="*/ 221 h 1495"/>
                      <a:gd name="csX2" fmla="*/ 14699 w 14767"/>
                      <a:gd name="csY2" fmla="*/ 468 h 149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14767" h="1495">
                        <a:moveTo>
                          <a:pt x="-69" y="1717"/>
                        </a:moveTo>
                        <a:cubicBezTo>
                          <a:pt x="-69" y="1717"/>
                          <a:pt x="2853" y="221"/>
                          <a:pt x="6225" y="221"/>
                        </a:cubicBezTo>
                        <a:cubicBezTo>
                          <a:pt x="9597" y="221"/>
                          <a:pt x="14699" y="468"/>
                          <a:pt x="14699" y="468"/>
                        </a:cubicBez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82" name="フリーフォーム: 図形 81">
                    <a:extLst>
                      <a:ext uri="{FF2B5EF4-FFF2-40B4-BE49-F238E27FC236}">
                        <a16:creationId xmlns:a16="http://schemas.microsoft.com/office/drawing/2014/main" id="{86AEF8BD-1CEF-1C18-EB0F-A74BEC1D0F9C}"/>
                      </a:ext>
                    </a:extLst>
                  </p:cNvPr>
                  <p:cNvSpPr/>
                  <p:nvPr/>
                </p:nvSpPr>
                <p:spPr>
                  <a:xfrm>
                    <a:off x="608992" y="7396960"/>
                    <a:ext cx="23260" cy="16497"/>
                  </a:xfrm>
                  <a:custGeom>
                    <a:avLst/>
                    <a:gdLst>
                      <a:gd name="csX0" fmla="*/ 2214 w 23260"/>
                      <a:gd name="csY0" fmla="*/ 16735 h 16497"/>
                      <a:gd name="csX1" fmla="*/ -68 w 23260"/>
                      <a:gd name="csY1" fmla="*/ 7178 h 16497"/>
                      <a:gd name="csX2" fmla="*/ 8083 w 23260"/>
                      <a:gd name="csY2" fmla="*/ 4509 h 16497"/>
                      <a:gd name="csX3" fmla="*/ 12159 w 23260"/>
                      <a:gd name="csY3" fmla="*/ 1397 h 16497"/>
                      <a:gd name="csX4" fmla="*/ 20753 w 23260"/>
                      <a:gd name="csY4" fmla="*/ 732 h 16497"/>
                      <a:gd name="csX5" fmla="*/ 23193 w 23260"/>
                      <a:gd name="csY5" fmla="*/ 237 h 1649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23260" h="16497">
                        <a:moveTo>
                          <a:pt x="2214" y="16735"/>
                        </a:moveTo>
                        <a:lnTo>
                          <a:pt x="-68" y="7178"/>
                        </a:lnTo>
                        <a:cubicBezTo>
                          <a:pt x="-68" y="7178"/>
                          <a:pt x="6004" y="5397"/>
                          <a:pt x="8083" y="4509"/>
                        </a:cubicBezTo>
                        <a:cubicBezTo>
                          <a:pt x="10156" y="3622"/>
                          <a:pt x="8971" y="2063"/>
                          <a:pt x="12159" y="1397"/>
                        </a:cubicBezTo>
                        <a:cubicBezTo>
                          <a:pt x="15346" y="732"/>
                          <a:pt x="18319" y="1226"/>
                          <a:pt x="20753" y="732"/>
                        </a:cubicBezTo>
                        <a:cubicBezTo>
                          <a:pt x="23193" y="237"/>
                          <a:pt x="23193" y="237"/>
                          <a:pt x="23193" y="237"/>
                        </a:cubicBez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83" name="フリーフォーム: 図形 82">
                    <a:extLst>
                      <a:ext uri="{FF2B5EF4-FFF2-40B4-BE49-F238E27FC236}">
                        <a16:creationId xmlns:a16="http://schemas.microsoft.com/office/drawing/2014/main" id="{2E18B0D5-4CC5-20EA-9CE3-16E4889026FB}"/>
                      </a:ext>
                    </a:extLst>
                  </p:cNvPr>
                  <p:cNvSpPr/>
                  <p:nvPr/>
                </p:nvSpPr>
                <p:spPr>
                  <a:xfrm>
                    <a:off x="596236" y="7371158"/>
                    <a:ext cx="25007" cy="87711"/>
                  </a:xfrm>
                  <a:custGeom>
                    <a:avLst/>
                    <a:gdLst>
                      <a:gd name="csX0" fmla="*/ 24934 w 25007"/>
                      <a:gd name="csY0" fmla="*/ 87954 h 87711"/>
                      <a:gd name="csX1" fmla="*/ 17424 w 25007"/>
                      <a:gd name="csY1" fmla="*/ 87231 h 87711"/>
                      <a:gd name="csX2" fmla="*/ 7049 w 25007"/>
                      <a:gd name="csY2" fmla="*/ 82344 h 87711"/>
                      <a:gd name="csX3" fmla="*/ 7 w 25007"/>
                      <a:gd name="csY3" fmla="*/ 70112 h 87711"/>
                      <a:gd name="csX4" fmla="*/ 2751 w 25007"/>
                      <a:gd name="csY4" fmla="*/ 47435 h 87711"/>
                      <a:gd name="csX5" fmla="*/ 14014 w 25007"/>
                      <a:gd name="csY5" fmla="*/ 12899 h 87711"/>
                      <a:gd name="csX6" fmla="*/ 13209 w 25007"/>
                      <a:gd name="csY6" fmla="*/ 242 h 87711"/>
                      <a:gd name="csX7" fmla="*/ 13209 w 25007"/>
                      <a:gd name="csY7" fmla="*/ 242 h 8771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</a:cxnLst>
                    <a:rect l="l" t="t" r="r" b="b"/>
                    <a:pathLst>
                      <a:path w="25007" h="87711">
                        <a:moveTo>
                          <a:pt x="24934" y="87954"/>
                        </a:moveTo>
                        <a:lnTo>
                          <a:pt x="17424" y="87231"/>
                        </a:lnTo>
                        <a:cubicBezTo>
                          <a:pt x="17424" y="87231"/>
                          <a:pt x="7638" y="83377"/>
                          <a:pt x="7049" y="82344"/>
                        </a:cubicBezTo>
                        <a:cubicBezTo>
                          <a:pt x="6453" y="81305"/>
                          <a:pt x="527" y="73896"/>
                          <a:pt x="7" y="70112"/>
                        </a:cubicBezTo>
                        <a:cubicBezTo>
                          <a:pt x="-513" y="66335"/>
                          <a:pt x="1636" y="53145"/>
                          <a:pt x="2751" y="47435"/>
                        </a:cubicBezTo>
                        <a:cubicBezTo>
                          <a:pt x="3860" y="41730"/>
                          <a:pt x="13418" y="16087"/>
                          <a:pt x="14014" y="12899"/>
                        </a:cubicBezTo>
                        <a:cubicBezTo>
                          <a:pt x="14603" y="9711"/>
                          <a:pt x="13209" y="242"/>
                          <a:pt x="13209" y="242"/>
                        </a:cubicBezTo>
                        <a:lnTo>
                          <a:pt x="13209" y="242"/>
                        </a:ln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84" name="フリーフォーム: 図形 83">
                    <a:extLst>
                      <a:ext uri="{FF2B5EF4-FFF2-40B4-BE49-F238E27FC236}">
                        <a16:creationId xmlns:a16="http://schemas.microsoft.com/office/drawing/2014/main" id="{1A7121BF-93B6-5E1C-B3DE-5A03CFB1E65D}"/>
                      </a:ext>
                    </a:extLst>
                  </p:cNvPr>
                  <p:cNvSpPr/>
                  <p:nvPr/>
                </p:nvSpPr>
                <p:spPr>
                  <a:xfrm>
                    <a:off x="589534" y="7414224"/>
                    <a:ext cx="4703" cy="26658"/>
                  </a:xfrm>
                  <a:custGeom>
                    <a:avLst/>
                    <a:gdLst>
                      <a:gd name="csX0" fmla="*/ 921 w 4703"/>
                      <a:gd name="csY0" fmla="*/ 2283 h 26658"/>
                      <a:gd name="csX1" fmla="*/ 2626 w 4703"/>
                      <a:gd name="csY1" fmla="*/ 286 h 26658"/>
                      <a:gd name="csX2" fmla="*/ 4566 w 4703"/>
                      <a:gd name="csY2" fmla="*/ 3949 h 26658"/>
                      <a:gd name="csX3" fmla="*/ 2835 w 4703"/>
                      <a:gd name="csY3" fmla="*/ 24389 h 26658"/>
                      <a:gd name="csX4" fmla="*/ 1156 w 4703"/>
                      <a:gd name="csY4" fmla="*/ 26747 h 26658"/>
                      <a:gd name="csX5" fmla="*/ -80 w 4703"/>
                      <a:gd name="csY5" fmla="*/ 26063 h 2665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4703" h="26658">
                        <a:moveTo>
                          <a:pt x="921" y="2283"/>
                        </a:moveTo>
                        <a:cubicBezTo>
                          <a:pt x="921" y="2283"/>
                          <a:pt x="1732" y="-82"/>
                          <a:pt x="2626" y="286"/>
                        </a:cubicBezTo>
                        <a:cubicBezTo>
                          <a:pt x="3513" y="654"/>
                          <a:pt x="4927" y="495"/>
                          <a:pt x="4566" y="3949"/>
                        </a:cubicBezTo>
                        <a:cubicBezTo>
                          <a:pt x="4198" y="7410"/>
                          <a:pt x="3412" y="23027"/>
                          <a:pt x="2835" y="24389"/>
                        </a:cubicBezTo>
                        <a:cubicBezTo>
                          <a:pt x="2258" y="25752"/>
                          <a:pt x="2398" y="27432"/>
                          <a:pt x="1156" y="26747"/>
                        </a:cubicBezTo>
                        <a:cubicBezTo>
                          <a:pt x="-80" y="26063"/>
                          <a:pt x="-80" y="26063"/>
                          <a:pt x="-80" y="26063"/>
                        </a:cubicBez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85" name="フリーフォーム: 図形 84">
                    <a:extLst>
                      <a:ext uri="{FF2B5EF4-FFF2-40B4-BE49-F238E27FC236}">
                        <a16:creationId xmlns:a16="http://schemas.microsoft.com/office/drawing/2014/main" id="{5AB1A5AB-F9FE-4504-11CF-5B48760FD051}"/>
                      </a:ext>
                    </a:extLst>
                  </p:cNvPr>
                  <p:cNvSpPr/>
                  <p:nvPr/>
                </p:nvSpPr>
                <p:spPr>
                  <a:xfrm>
                    <a:off x="486516" y="7375569"/>
                    <a:ext cx="23444" cy="3283"/>
                  </a:xfrm>
                  <a:custGeom>
                    <a:avLst/>
                    <a:gdLst>
                      <a:gd name="csX0" fmla="*/ -83 w 23444"/>
                      <a:gd name="csY0" fmla="*/ 2088 h 3283"/>
                      <a:gd name="csX1" fmla="*/ -121 w 23444"/>
                      <a:gd name="csY1" fmla="*/ 3508 h 3283"/>
                      <a:gd name="csX2" fmla="*/ 22708 w 23444"/>
                      <a:gd name="csY2" fmla="*/ 1284 h 3283"/>
                      <a:gd name="csX3" fmla="*/ 23323 w 23444"/>
                      <a:gd name="csY3" fmla="*/ 225 h 328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</a:cxnLst>
                    <a:rect l="l" t="t" r="r" b="b"/>
                    <a:pathLst>
                      <a:path w="23444" h="3283">
                        <a:moveTo>
                          <a:pt x="-83" y="2088"/>
                        </a:moveTo>
                        <a:lnTo>
                          <a:pt x="-121" y="3508"/>
                        </a:lnTo>
                        <a:lnTo>
                          <a:pt x="22708" y="1284"/>
                        </a:lnTo>
                        <a:lnTo>
                          <a:pt x="23323" y="225"/>
                        </a:ln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86" name="フリーフォーム: 図形 85">
                    <a:extLst>
                      <a:ext uri="{FF2B5EF4-FFF2-40B4-BE49-F238E27FC236}">
                        <a16:creationId xmlns:a16="http://schemas.microsoft.com/office/drawing/2014/main" id="{95F9E30C-C6ED-5F05-6CC7-A4A6F8D9BB66}"/>
                      </a:ext>
                    </a:extLst>
                  </p:cNvPr>
                  <p:cNvSpPr/>
                  <p:nvPr/>
                </p:nvSpPr>
                <p:spPr>
                  <a:xfrm>
                    <a:off x="483778" y="7381184"/>
                    <a:ext cx="23051" cy="3992"/>
                  </a:xfrm>
                  <a:custGeom>
                    <a:avLst/>
                    <a:gdLst>
                      <a:gd name="csX0" fmla="*/ -123 w 23051"/>
                      <a:gd name="csY0" fmla="*/ 4221 h 3992"/>
                      <a:gd name="csX1" fmla="*/ 543 w 23051"/>
                      <a:gd name="csY1" fmla="*/ 3080 h 3992"/>
                      <a:gd name="csX2" fmla="*/ 22929 w 23051"/>
                      <a:gd name="csY2" fmla="*/ 228 h 3992"/>
                      <a:gd name="csX3" fmla="*/ 22441 w 23051"/>
                      <a:gd name="csY3" fmla="*/ 1413 h 399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</a:cxnLst>
                    <a:rect l="l" t="t" r="r" b="b"/>
                    <a:pathLst>
                      <a:path w="23051" h="3992">
                        <a:moveTo>
                          <a:pt x="-123" y="4221"/>
                        </a:moveTo>
                        <a:lnTo>
                          <a:pt x="543" y="3080"/>
                        </a:lnTo>
                        <a:lnTo>
                          <a:pt x="22929" y="228"/>
                        </a:lnTo>
                        <a:lnTo>
                          <a:pt x="22441" y="1413"/>
                        </a:ln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87" name="フリーフォーム: 図形 86">
                    <a:extLst>
                      <a:ext uri="{FF2B5EF4-FFF2-40B4-BE49-F238E27FC236}">
                        <a16:creationId xmlns:a16="http://schemas.microsoft.com/office/drawing/2014/main" id="{C031D8F2-F9A5-AAFD-1C37-B5A13E073F68}"/>
                      </a:ext>
                    </a:extLst>
                  </p:cNvPr>
                  <p:cNvSpPr/>
                  <p:nvPr/>
                </p:nvSpPr>
                <p:spPr>
                  <a:xfrm>
                    <a:off x="478281" y="7361048"/>
                    <a:ext cx="2043" cy="15382"/>
                  </a:xfrm>
                  <a:custGeom>
                    <a:avLst/>
                    <a:gdLst>
                      <a:gd name="csX0" fmla="*/ 6 w 2043"/>
                      <a:gd name="csY0" fmla="*/ 221 h 15382"/>
                      <a:gd name="csX1" fmla="*/ -38 w 2043"/>
                      <a:gd name="csY1" fmla="*/ 4683 h 15382"/>
                      <a:gd name="csX2" fmla="*/ 735 w 2043"/>
                      <a:gd name="csY2" fmla="*/ 12986 h 15382"/>
                      <a:gd name="csX3" fmla="*/ 1914 w 2043"/>
                      <a:gd name="csY3" fmla="*/ 15604 h 1538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</a:cxnLst>
                    <a:rect l="l" t="t" r="r" b="b"/>
                    <a:pathLst>
                      <a:path w="2043" h="15382">
                        <a:moveTo>
                          <a:pt x="6" y="221"/>
                        </a:moveTo>
                        <a:cubicBezTo>
                          <a:pt x="6" y="221"/>
                          <a:pt x="-267" y="1609"/>
                          <a:pt x="-38" y="4683"/>
                        </a:cubicBezTo>
                        <a:cubicBezTo>
                          <a:pt x="183" y="7757"/>
                          <a:pt x="475" y="12650"/>
                          <a:pt x="735" y="12986"/>
                        </a:cubicBezTo>
                        <a:cubicBezTo>
                          <a:pt x="995" y="13316"/>
                          <a:pt x="1914" y="15604"/>
                          <a:pt x="1914" y="15604"/>
                        </a:cubicBez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88" name="フリーフォーム: 図形 87">
                    <a:extLst>
                      <a:ext uri="{FF2B5EF4-FFF2-40B4-BE49-F238E27FC236}">
                        <a16:creationId xmlns:a16="http://schemas.microsoft.com/office/drawing/2014/main" id="{A90E0BB3-4B73-65AE-5FA4-C54DEC10CB7A}"/>
                      </a:ext>
                    </a:extLst>
                  </p:cNvPr>
                  <p:cNvSpPr/>
                  <p:nvPr/>
                </p:nvSpPr>
                <p:spPr>
                  <a:xfrm>
                    <a:off x="260028" y="7391503"/>
                    <a:ext cx="619" cy="4950"/>
                  </a:xfrm>
                  <a:custGeom>
                    <a:avLst/>
                    <a:gdLst>
                      <a:gd name="csX0" fmla="*/ -88 w 619"/>
                      <a:gd name="csY0" fmla="*/ 232 h 4950"/>
                      <a:gd name="csX1" fmla="*/ -88 w 619"/>
                      <a:gd name="csY1" fmla="*/ 3123 h 4950"/>
                      <a:gd name="csX2" fmla="*/ 394 w 619"/>
                      <a:gd name="csY2" fmla="*/ 5183 h 495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619" h="4950">
                        <a:moveTo>
                          <a:pt x="-88" y="232"/>
                        </a:moveTo>
                        <a:cubicBezTo>
                          <a:pt x="-88" y="232"/>
                          <a:pt x="-398" y="1608"/>
                          <a:pt x="-88" y="3123"/>
                        </a:cubicBezTo>
                        <a:cubicBezTo>
                          <a:pt x="223" y="4644"/>
                          <a:pt x="394" y="5183"/>
                          <a:pt x="394" y="5183"/>
                        </a:cubicBez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89" name="フリーフォーム: 図形 88">
                    <a:extLst>
                      <a:ext uri="{FF2B5EF4-FFF2-40B4-BE49-F238E27FC236}">
                        <a16:creationId xmlns:a16="http://schemas.microsoft.com/office/drawing/2014/main" id="{B3B1A6AF-5897-8623-84A9-2FCDDE33FB25}"/>
                      </a:ext>
                    </a:extLst>
                  </p:cNvPr>
                  <p:cNvSpPr/>
                  <p:nvPr/>
                </p:nvSpPr>
                <p:spPr>
                  <a:xfrm>
                    <a:off x="263538" y="7394171"/>
                    <a:ext cx="3726" cy="760"/>
                  </a:xfrm>
                  <a:custGeom>
                    <a:avLst/>
                    <a:gdLst>
                      <a:gd name="csX0" fmla="*/ -223 w 3726"/>
                      <a:gd name="csY0" fmla="*/ 993 h 760"/>
                      <a:gd name="csX1" fmla="*/ 3503 w 3726"/>
                      <a:gd name="csY1" fmla="*/ 233 h 76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3726" h="760">
                        <a:moveTo>
                          <a:pt x="-223" y="993"/>
                        </a:moveTo>
                        <a:lnTo>
                          <a:pt x="3503" y="233"/>
                        </a:ln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90" name="フリーフォーム: 図形 89">
                    <a:extLst>
                      <a:ext uri="{FF2B5EF4-FFF2-40B4-BE49-F238E27FC236}">
                        <a16:creationId xmlns:a16="http://schemas.microsoft.com/office/drawing/2014/main" id="{E2CF22D5-29BA-3CED-B4D2-835DE7AF800C}"/>
                      </a:ext>
                    </a:extLst>
                  </p:cNvPr>
                  <p:cNvSpPr/>
                  <p:nvPr/>
                </p:nvSpPr>
                <p:spPr>
                  <a:xfrm>
                    <a:off x="608827" y="7350464"/>
                    <a:ext cx="7903" cy="10768"/>
                  </a:xfrm>
                  <a:custGeom>
                    <a:avLst/>
                    <a:gdLst>
                      <a:gd name="csX0" fmla="*/ -71 w 7903"/>
                      <a:gd name="csY0" fmla="*/ 10984 h 10768"/>
                      <a:gd name="csX1" fmla="*/ 7243 w 7903"/>
                      <a:gd name="csY1" fmla="*/ 850 h 10768"/>
                      <a:gd name="csX2" fmla="*/ 7833 w 7903"/>
                      <a:gd name="csY2" fmla="*/ 216 h 1076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7903" h="10768">
                        <a:moveTo>
                          <a:pt x="-71" y="10984"/>
                        </a:moveTo>
                        <a:cubicBezTo>
                          <a:pt x="-71" y="10984"/>
                          <a:pt x="6983" y="1369"/>
                          <a:pt x="7243" y="850"/>
                        </a:cubicBezTo>
                        <a:cubicBezTo>
                          <a:pt x="7503" y="330"/>
                          <a:pt x="7833" y="216"/>
                          <a:pt x="7833" y="216"/>
                        </a:cubicBez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91" name="フリーフォーム: 図形 90">
                    <a:extLst>
                      <a:ext uri="{FF2B5EF4-FFF2-40B4-BE49-F238E27FC236}">
                        <a16:creationId xmlns:a16="http://schemas.microsoft.com/office/drawing/2014/main" id="{E8A1E9E9-B99E-7A9D-B4E4-226AA77F061A}"/>
                      </a:ext>
                    </a:extLst>
                  </p:cNvPr>
                  <p:cNvSpPr/>
                  <p:nvPr/>
                </p:nvSpPr>
                <p:spPr>
                  <a:xfrm>
                    <a:off x="591195" y="7346306"/>
                    <a:ext cx="3492" cy="12422"/>
                  </a:xfrm>
                  <a:custGeom>
                    <a:avLst/>
                    <a:gdLst>
                      <a:gd name="csX0" fmla="*/ -80 w 3492"/>
                      <a:gd name="csY0" fmla="*/ 214 h 12422"/>
                      <a:gd name="csX1" fmla="*/ 3412 w 3492"/>
                      <a:gd name="csY1" fmla="*/ 6819 h 12422"/>
                      <a:gd name="csX2" fmla="*/ 3191 w 3492"/>
                      <a:gd name="csY2" fmla="*/ 12637 h 1242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3492" h="12422">
                        <a:moveTo>
                          <a:pt x="-80" y="214"/>
                        </a:moveTo>
                        <a:cubicBezTo>
                          <a:pt x="-80" y="214"/>
                          <a:pt x="3412" y="4410"/>
                          <a:pt x="3412" y="6819"/>
                        </a:cubicBezTo>
                        <a:cubicBezTo>
                          <a:pt x="3412" y="9227"/>
                          <a:pt x="3191" y="12637"/>
                          <a:pt x="3191" y="12637"/>
                        </a:cubicBez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92" name="フリーフォーム: 図形 91">
                    <a:extLst>
                      <a:ext uri="{FF2B5EF4-FFF2-40B4-BE49-F238E27FC236}">
                        <a16:creationId xmlns:a16="http://schemas.microsoft.com/office/drawing/2014/main" id="{515F8467-C362-669B-D569-50BACDF4EE56}"/>
                      </a:ext>
                    </a:extLst>
                  </p:cNvPr>
                  <p:cNvSpPr/>
                  <p:nvPr/>
                </p:nvSpPr>
                <p:spPr>
                  <a:xfrm>
                    <a:off x="603332" y="7349501"/>
                    <a:ext cx="808" cy="11598"/>
                  </a:xfrm>
                  <a:custGeom>
                    <a:avLst/>
                    <a:gdLst>
                      <a:gd name="csX0" fmla="*/ -75 w 808"/>
                      <a:gd name="csY0" fmla="*/ 11814 h 11598"/>
                      <a:gd name="csX1" fmla="*/ 730 w 808"/>
                      <a:gd name="csY1" fmla="*/ 5406 h 11598"/>
                      <a:gd name="csX2" fmla="*/ -50 w 808"/>
                      <a:gd name="csY2" fmla="*/ 216 h 1159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808" h="11598">
                        <a:moveTo>
                          <a:pt x="-75" y="11814"/>
                        </a:moveTo>
                        <a:cubicBezTo>
                          <a:pt x="-75" y="11814"/>
                          <a:pt x="654" y="9558"/>
                          <a:pt x="730" y="5406"/>
                        </a:cubicBezTo>
                        <a:cubicBezTo>
                          <a:pt x="800" y="1255"/>
                          <a:pt x="-50" y="216"/>
                          <a:pt x="-50" y="216"/>
                        </a:cubicBez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93" name="フリーフォーム: 図形 92">
                    <a:extLst>
                      <a:ext uri="{FF2B5EF4-FFF2-40B4-BE49-F238E27FC236}">
                        <a16:creationId xmlns:a16="http://schemas.microsoft.com/office/drawing/2014/main" id="{91CE1D4D-7F56-73D5-2A8C-C24FF5478EC2}"/>
                      </a:ext>
                    </a:extLst>
                  </p:cNvPr>
                  <p:cNvSpPr/>
                  <p:nvPr/>
                </p:nvSpPr>
                <p:spPr>
                  <a:xfrm>
                    <a:off x="625674" y="7354622"/>
                    <a:ext cx="4119" cy="817"/>
                  </a:xfrm>
                  <a:custGeom>
                    <a:avLst/>
                    <a:gdLst>
                      <a:gd name="csX0" fmla="*/ 4055 w 4119"/>
                      <a:gd name="csY0" fmla="*/ 215 h 817"/>
                      <a:gd name="csX1" fmla="*/ -65 w 4119"/>
                      <a:gd name="csY1" fmla="*/ 1033 h 81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4119" h="817">
                        <a:moveTo>
                          <a:pt x="4055" y="215"/>
                        </a:moveTo>
                        <a:lnTo>
                          <a:pt x="-65" y="1033"/>
                        </a:ln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94" name="フリーフォーム: 図形 93">
                    <a:extLst>
                      <a:ext uri="{FF2B5EF4-FFF2-40B4-BE49-F238E27FC236}">
                        <a16:creationId xmlns:a16="http://schemas.microsoft.com/office/drawing/2014/main" id="{469FB6F9-C324-D1FF-1B58-ABBB9D28E492}"/>
                      </a:ext>
                    </a:extLst>
                  </p:cNvPr>
                  <p:cNvSpPr/>
                  <p:nvPr/>
                </p:nvSpPr>
                <p:spPr>
                  <a:xfrm>
                    <a:off x="625465" y="7353410"/>
                    <a:ext cx="4474" cy="495"/>
                  </a:xfrm>
                  <a:custGeom>
                    <a:avLst/>
                    <a:gdLst>
                      <a:gd name="csX0" fmla="*/ -65 w 4474"/>
                      <a:gd name="csY0" fmla="*/ 406 h 495"/>
                      <a:gd name="csX1" fmla="*/ 2420 w 4474"/>
                      <a:gd name="csY1" fmla="*/ 222 h 495"/>
                      <a:gd name="csX2" fmla="*/ 4410 w 4474"/>
                      <a:gd name="csY2" fmla="*/ 710 h 49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4474" h="495">
                        <a:moveTo>
                          <a:pt x="-65" y="406"/>
                        </a:moveTo>
                        <a:cubicBezTo>
                          <a:pt x="-65" y="406"/>
                          <a:pt x="1634" y="171"/>
                          <a:pt x="2420" y="222"/>
                        </a:cubicBezTo>
                        <a:cubicBezTo>
                          <a:pt x="3206" y="273"/>
                          <a:pt x="4410" y="710"/>
                          <a:pt x="4410" y="710"/>
                        </a:cubicBez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95" name="フリーフォーム: 図形 94">
                    <a:extLst>
                      <a:ext uri="{FF2B5EF4-FFF2-40B4-BE49-F238E27FC236}">
                        <a16:creationId xmlns:a16="http://schemas.microsoft.com/office/drawing/2014/main" id="{21B7B965-831C-E5D4-3E44-60B2C59B9542}"/>
                      </a:ext>
                    </a:extLst>
                  </p:cNvPr>
                  <p:cNvSpPr/>
                  <p:nvPr/>
                </p:nvSpPr>
                <p:spPr>
                  <a:xfrm>
                    <a:off x="623468" y="7349779"/>
                    <a:ext cx="4981" cy="408"/>
                  </a:xfrm>
                  <a:custGeom>
                    <a:avLst/>
                    <a:gdLst>
                      <a:gd name="csX0" fmla="*/ -65 w 4981"/>
                      <a:gd name="csY0" fmla="*/ 606 h 408"/>
                      <a:gd name="csX1" fmla="*/ 3478 w 4981"/>
                      <a:gd name="csY1" fmla="*/ 498 h 408"/>
                      <a:gd name="csX2" fmla="*/ 4916 w 4981"/>
                      <a:gd name="csY2" fmla="*/ 213 h 40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4981" h="408">
                        <a:moveTo>
                          <a:pt x="-65" y="606"/>
                        </a:moveTo>
                        <a:cubicBezTo>
                          <a:pt x="-65" y="606"/>
                          <a:pt x="2140" y="682"/>
                          <a:pt x="3478" y="498"/>
                        </a:cubicBezTo>
                        <a:cubicBezTo>
                          <a:pt x="4809" y="315"/>
                          <a:pt x="4916" y="213"/>
                          <a:pt x="4916" y="213"/>
                        </a:cubicBez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96" name="フリーフォーム: 図形 95">
                    <a:extLst>
                      <a:ext uri="{FF2B5EF4-FFF2-40B4-BE49-F238E27FC236}">
                        <a16:creationId xmlns:a16="http://schemas.microsoft.com/office/drawing/2014/main" id="{394249AC-CEDF-4D09-7984-38F34E4D81BA}"/>
                      </a:ext>
                    </a:extLst>
                  </p:cNvPr>
                  <p:cNvSpPr/>
                  <p:nvPr/>
                </p:nvSpPr>
                <p:spPr>
                  <a:xfrm>
                    <a:off x="623012" y="7345374"/>
                    <a:ext cx="3549" cy="38"/>
                  </a:xfrm>
                  <a:custGeom>
                    <a:avLst/>
                    <a:gdLst>
                      <a:gd name="csX0" fmla="*/ -66 w 3549"/>
                      <a:gd name="csY0" fmla="*/ 249 h 38"/>
                      <a:gd name="csX1" fmla="*/ 3483 w 3549"/>
                      <a:gd name="csY1" fmla="*/ 211 h 3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3549" h="38">
                        <a:moveTo>
                          <a:pt x="-66" y="249"/>
                        </a:moveTo>
                        <a:lnTo>
                          <a:pt x="3483" y="211"/>
                        </a:ln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97" name="フリーフォーム: 図形 96">
                    <a:extLst>
                      <a:ext uri="{FF2B5EF4-FFF2-40B4-BE49-F238E27FC236}">
                        <a16:creationId xmlns:a16="http://schemas.microsoft.com/office/drawing/2014/main" id="{00DF8E06-DDBD-760F-9743-E245B9F30078}"/>
                      </a:ext>
                    </a:extLst>
                  </p:cNvPr>
                  <p:cNvSpPr/>
                  <p:nvPr/>
                </p:nvSpPr>
                <p:spPr>
                  <a:xfrm>
                    <a:off x="631784" y="7347092"/>
                    <a:ext cx="912" cy="69"/>
                  </a:xfrm>
                  <a:custGeom>
                    <a:avLst/>
                    <a:gdLst>
                      <a:gd name="csX0" fmla="*/ -63 w 912"/>
                      <a:gd name="csY0" fmla="*/ 282 h 69"/>
                      <a:gd name="csX1" fmla="*/ 850 w 912"/>
                      <a:gd name="csY1" fmla="*/ 212 h 6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912" h="69">
                        <a:moveTo>
                          <a:pt x="-63" y="282"/>
                        </a:moveTo>
                        <a:lnTo>
                          <a:pt x="850" y="212"/>
                        </a:ln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98" name="フリーフォーム: 図形 97">
                    <a:extLst>
                      <a:ext uri="{FF2B5EF4-FFF2-40B4-BE49-F238E27FC236}">
                        <a16:creationId xmlns:a16="http://schemas.microsoft.com/office/drawing/2014/main" id="{F4235365-3DC8-747A-4CA4-769FF225A6CE}"/>
                      </a:ext>
                    </a:extLst>
                  </p:cNvPr>
                  <p:cNvSpPr/>
                  <p:nvPr/>
                </p:nvSpPr>
                <p:spPr>
                  <a:xfrm>
                    <a:off x="632905" y="7353690"/>
                    <a:ext cx="899" cy="354"/>
                  </a:xfrm>
                  <a:custGeom>
                    <a:avLst/>
                    <a:gdLst>
                      <a:gd name="csX0" fmla="*/ 838 w 899"/>
                      <a:gd name="csY0" fmla="*/ 215 h 354"/>
                      <a:gd name="csX1" fmla="*/ -62 w 899"/>
                      <a:gd name="csY1" fmla="*/ 570 h 35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899" h="354">
                        <a:moveTo>
                          <a:pt x="838" y="215"/>
                        </a:moveTo>
                        <a:lnTo>
                          <a:pt x="-62" y="570"/>
                        </a:ln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99" name="フリーフォーム: 図形 98">
                    <a:extLst>
                      <a:ext uri="{FF2B5EF4-FFF2-40B4-BE49-F238E27FC236}">
                        <a16:creationId xmlns:a16="http://schemas.microsoft.com/office/drawing/2014/main" id="{B4A64CD9-7CAF-CD29-9F60-0C9CF50D358D}"/>
                      </a:ext>
                    </a:extLst>
                  </p:cNvPr>
                  <p:cNvSpPr/>
                  <p:nvPr/>
                </p:nvSpPr>
                <p:spPr>
                  <a:xfrm>
                    <a:off x="619805" y="7391110"/>
                    <a:ext cx="8600" cy="1977"/>
                  </a:xfrm>
                  <a:custGeom>
                    <a:avLst/>
                    <a:gdLst>
                      <a:gd name="csX0" fmla="*/ 8535 w 8600"/>
                      <a:gd name="csY0" fmla="*/ 232 h 1977"/>
                      <a:gd name="csX1" fmla="*/ 2082 w 8600"/>
                      <a:gd name="csY1" fmla="*/ 1163 h 1977"/>
                      <a:gd name="csX2" fmla="*/ -66 w 8600"/>
                      <a:gd name="csY2" fmla="*/ 2209 h 197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8600" h="1977">
                        <a:moveTo>
                          <a:pt x="8535" y="232"/>
                        </a:moveTo>
                        <a:cubicBezTo>
                          <a:pt x="8535" y="232"/>
                          <a:pt x="3179" y="536"/>
                          <a:pt x="2082" y="1163"/>
                        </a:cubicBezTo>
                        <a:cubicBezTo>
                          <a:pt x="980" y="1791"/>
                          <a:pt x="-66" y="2209"/>
                          <a:pt x="-66" y="2209"/>
                        </a:cubicBezTo>
                      </a:path>
                    </a:pathLst>
                  </a:custGeom>
                  <a:noFill/>
                  <a:ln w="635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</p:grpSp>
          </p:grpSp>
          <p:grpSp>
            <p:nvGrpSpPr>
              <p:cNvPr id="100" name="グラフィックス 13">
                <a:extLst>
                  <a:ext uri="{FF2B5EF4-FFF2-40B4-BE49-F238E27FC236}">
                    <a16:creationId xmlns:a16="http://schemas.microsoft.com/office/drawing/2014/main" id="{8589A848-CC95-DB24-6578-9229D2DE5118}"/>
                  </a:ext>
                </a:extLst>
              </p:cNvPr>
              <p:cNvGrpSpPr/>
              <p:nvPr/>
            </p:nvGrpSpPr>
            <p:grpSpPr>
              <a:xfrm>
                <a:off x="3778205" y="6779024"/>
                <a:ext cx="151519" cy="810631"/>
                <a:chOff x="3778205" y="6779024"/>
                <a:chExt cx="151519" cy="810631"/>
              </a:xfrm>
              <a:noFill/>
            </p:grpSpPr>
            <p:sp>
              <p:nvSpPr>
                <p:cNvPr id="101" name="正方形/長方形 100">
                  <a:extLst>
                    <a:ext uri="{FF2B5EF4-FFF2-40B4-BE49-F238E27FC236}">
                      <a16:creationId xmlns:a16="http://schemas.microsoft.com/office/drawing/2014/main" id="{A60A9C68-5D1B-4698-51F8-7676D978ED87}"/>
                    </a:ext>
                  </a:extLst>
                </p:cNvPr>
                <p:cNvSpPr/>
                <p:nvPr/>
              </p:nvSpPr>
              <p:spPr>
                <a:xfrm>
                  <a:off x="3858698" y="7328287"/>
                  <a:ext cx="1894" cy="242430"/>
                </a:xfrm>
                <a:prstGeom prst="rect">
                  <a:avLst/>
                </a:prstGeom>
                <a:noFill/>
                <a:ln w="6350" cap="sq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102" name="正方形/長方形 101">
                  <a:extLst>
                    <a:ext uri="{FF2B5EF4-FFF2-40B4-BE49-F238E27FC236}">
                      <a16:creationId xmlns:a16="http://schemas.microsoft.com/office/drawing/2014/main" id="{2C76EA8E-E2AF-272D-A714-A7F39039A79E}"/>
                    </a:ext>
                  </a:extLst>
                </p:cNvPr>
                <p:cNvSpPr/>
                <p:nvPr/>
              </p:nvSpPr>
              <p:spPr>
                <a:xfrm>
                  <a:off x="3849229" y="6779024"/>
                  <a:ext cx="9470" cy="681838"/>
                </a:xfrm>
                <a:prstGeom prst="rect">
                  <a:avLst/>
                </a:prstGeom>
                <a:noFill/>
                <a:ln w="6350" cap="sq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103" name="正方形/長方形 102">
                  <a:extLst>
                    <a:ext uri="{FF2B5EF4-FFF2-40B4-BE49-F238E27FC236}">
                      <a16:creationId xmlns:a16="http://schemas.microsoft.com/office/drawing/2014/main" id="{978E395D-9132-5C81-895F-43803CFBF7C8}"/>
                    </a:ext>
                  </a:extLst>
                </p:cNvPr>
                <p:cNvSpPr/>
                <p:nvPr/>
              </p:nvSpPr>
              <p:spPr>
                <a:xfrm>
                  <a:off x="3778205" y="7570716"/>
                  <a:ext cx="151519" cy="1894"/>
                </a:xfrm>
                <a:prstGeom prst="rect">
                  <a:avLst/>
                </a:prstGeom>
                <a:noFill/>
                <a:ln w="6350" cap="sq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104" name="正方形/長方形 103">
                  <a:extLst>
                    <a:ext uri="{FF2B5EF4-FFF2-40B4-BE49-F238E27FC236}">
                      <a16:creationId xmlns:a16="http://schemas.microsoft.com/office/drawing/2014/main" id="{9CD8F971-E1D6-C77C-9D77-74CBF867AD96}"/>
                    </a:ext>
                  </a:extLst>
                </p:cNvPr>
                <p:cNvSpPr/>
                <p:nvPr/>
              </p:nvSpPr>
              <p:spPr>
                <a:xfrm>
                  <a:off x="3849229" y="7460865"/>
                  <a:ext cx="9470" cy="1894"/>
                </a:xfrm>
                <a:prstGeom prst="rect">
                  <a:avLst/>
                </a:prstGeom>
                <a:noFill/>
                <a:ln w="6350" cap="sq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105" name="正方形/長方形 104">
                  <a:extLst>
                    <a:ext uri="{FF2B5EF4-FFF2-40B4-BE49-F238E27FC236}">
                      <a16:creationId xmlns:a16="http://schemas.microsoft.com/office/drawing/2014/main" id="{D774F1C7-4AB4-FD27-62D4-EF9AAF355F02}"/>
                    </a:ext>
                  </a:extLst>
                </p:cNvPr>
                <p:cNvSpPr/>
                <p:nvPr/>
              </p:nvSpPr>
              <p:spPr>
                <a:xfrm>
                  <a:off x="3847334" y="7328287"/>
                  <a:ext cx="1894" cy="242430"/>
                </a:xfrm>
                <a:prstGeom prst="rect">
                  <a:avLst/>
                </a:prstGeom>
                <a:noFill/>
                <a:ln w="6350" cap="sq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106" name="フリーフォーム: 図形 105">
                  <a:extLst>
                    <a:ext uri="{FF2B5EF4-FFF2-40B4-BE49-F238E27FC236}">
                      <a16:creationId xmlns:a16="http://schemas.microsoft.com/office/drawing/2014/main" id="{190D5F5A-CF82-17E0-9483-10DCE379EC4B}"/>
                    </a:ext>
                  </a:extLst>
                </p:cNvPr>
                <p:cNvSpPr/>
                <p:nvPr/>
              </p:nvSpPr>
              <p:spPr>
                <a:xfrm>
                  <a:off x="3781989" y="7572611"/>
                  <a:ext cx="9475" cy="9469"/>
                </a:xfrm>
                <a:custGeom>
                  <a:avLst/>
                  <a:gdLst>
                    <a:gd name="csX0" fmla="*/ 1330 w 9475"/>
                    <a:gd name="csY0" fmla="*/ 313 h 9469"/>
                    <a:gd name="csX1" fmla="*/ 10806 w 9475"/>
                    <a:gd name="csY1" fmla="*/ 313 h 9469"/>
                    <a:gd name="csX2" fmla="*/ 10806 w 9475"/>
                    <a:gd name="csY2" fmla="*/ 9782 h 9469"/>
                    <a:gd name="csX3" fmla="*/ 10806 w 9475"/>
                    <a:gd name="csY3" fmla="*/ 9782 h 946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9475" h="9469">
                      <a:moveTo>
                        <a:pt x="1330" y="313"/>
                      </a:moveTo>
                      <a:lnTo>
                        <a:pt x="10806" y="313"/>
                      </a:lnTo>
                      <a:lnTo>
                        <a:pt x="10806" y="9782"/>
                      </a:lnTo>
                      <a:lnTo>
                        <a:pt x="10806" y="9782"/>
                      </a:lnTo>
                      <a:close/>
                    </a:path>
                  </a:pathLst>
                </a:custGeom>
                <a:noFill/>
                <a:ln w="6350" cap="sq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107" name="楕円 106">
                  <a:extLst>
                    <a:ext uri="{FF2B5EF4-FFF2-40B4-BE49-F238E27FC236}">
                      <a16:creationId xmlns:a16="http://schemas.microsoft.com/office/drawing/2014/main" id="{EB439CA0-FA21-85FC-6494-D98D15790DE3}"/>
                    </a:ext>
                  </a:extLst>
                </p:cNvPr>
                <p:cNvSpPr/>
                <p:nvPr/>
              </p:nvSpPr>
              <p:spPr>
                <a:xfrm>
                  <a:off x="3783888" y="7574504"/>
                  <a:ext cx="15152" cy="15152"/>
                </a:xfrm>
                <a:prstGeom prst="ellipse">
                  <a:avLst/>
                </a:prstGeom>
                <a:noFill/>
                <a:ln w="6350" cap="sq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108" name="フリーフォーム: 図形 107">
                  <a:extLst>
                    <a:ext uri="{FF2B5EF4-FFF2-40B4-BE49-F238E27FC236}">
                      <a16:creationId xmlns:a16="http://schemas.microsoft.com/office/drawing/2014/main" id="{46C90D41-B520-BC09-687B-AD49A04C605D}"/>
                    </a:ext>
                  </a:extLst>
                </p:cNvPr>
                <p:cNvSpPr/>
                <p:nvPr/>
              </p:nvSpPr>
              <p:spPr>
                <a:xfrm>
                  <a:off x="3907000" y="7572611"/>
                  <a:ext cx="9468" cy="9469"/>
                </a:xfrm>
                <a:custGeom>
                  <a:avLst/>
                  <a:gdLst>
                    <a:gd name="csX0" fmla="*/ 1385 w 9468"/>
                    <a:gd name="csY0" fmla="*/ 313 h 9469"/>
                    <a:gd name="csX1" fmla="*/ 10854 w 9468"/>
                    <a:gd name="csY1" fmla="*/ 313 h 9469"/>
                    <a:gd name="csX2" fmla="*/ 10854 w 9468"/>
                    <a:gd name="csY2" fmla="*/ 9782 h 9469"/>
                    <a:gd name="csX3" fmla="*/ 10854 w 9468"/>
                    <a:gd name="csY3" fmla="*/ 9782 h 946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9468" h="9469">
                      <a:moveTo>
                        <a:pt x="1385" y="313"/>
                      </a:moveTo>
                      <a:lnTo>
                        <a:pt x="10854" y="313"/>
                      </a:lnTo>
                      <a:lnTo>
                        <a:pt x="10854" y="9782"/>
                      </a:lnTo>
                      <a:lnTo>
                        <a:pt x="10854" y="9782"/>
                      </a:lnTo>
                      <a:close/>
                    </a:path>
                  </a:pathLst>
                </a:custGeom>
                <a:noFill/>
                <a:ln w="6350" cap="sq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109" name="楕円 108">
                  <a:extLst>
                    <a:ext uri="{FF2B5EF4-FFF2-40B4-BE49-F238E27FC236}">
                      <a16:creationId xmlns:a16="http://schemas.microsoft.com/office/drawing/2014/main" id="{7FAB2D83-CBAE-B868-67E0-59EF4685857E}"/>
                    </a:ext>
                  </a:extLst>
                </p:cNvPr>
                <p:cNvSpPr/>
                <p:nvPr/>
              </p:nvSpPr>
              <p:spPr>
                <a:xfrm rot="10800000" flipV="1">
                  <a:off x="3908893" y="7574504"/>
                  <a:ext cx="15152" cy="15152"/>
                </a:xfrm>
                <a:prstGeom prst="ellipse">
                  <a:avLst/>
                </a:prstGeom>
                <a:noFill/>
                <a:ln w="6350" cap="sq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ja-JP" altLang="en-US"/>
                </a:p>
              </p:txBody>
            </p:sp>
          </p:grpSp>
          <p:sp>
            <p:nvSpPr>
              <p:cNvPr id="110" name="フリーフォーム: 図形 109">
                <a:extLst>
                  <a:ext uri="{FF2B5EF4-FFF2-40B4-BE49-F238E27FC236}">
                    <a16:creationId xmlns:a16="http://schemas.microsoft.com/office/drawing/2014/main" id="{C3E0D2C0-57F4-7F39-1EF5-DB33F9CFB044}"/>
                  </a:ext>
                </a:extLst>
              </p:cNvPr>
              <p:cNvSpPr/>
              <p:nvPr/>
            </p:nvSpPr>
            <p:spPr>
              <a:xfrm>
                <a:off x="320" y="7589655"/>
                <a:ext cx="4154610" cy="1676"/>
              </a:xfrm>
              <a:custGeom>
                <a:avLst/>
                <a:gdLst>
                  <a:gd name="csX0" fmla="*/ 571 w 4154610"/>
                  <a:gd name="csY0" fmla="*/ 318 h 1676"/>
                  <a:gd name="csX1" fmla="*/ 4155182 w 4154610"/>
                  <a:gd name="csY1" fmla="*/ 318 h 1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154610" h="1676">
                    <a:moveTo>
                      <a:pt x="571" y="318"/>
                    </a:moveTo>
                    <a:lnTo>
                      <a:pt x="4155182" y="318"/>
                    </a:lnTo>
                  </a:path>
                </a:pathLst>
              </a:custGeom>
              <a:noFill/>
              <a:ln w="63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11" name="フリーフォーム: 図形 110">
                <a:extLst>
                  <a:ext uri="{FF2B5EF4-FFF2-40B4-BE49-F238E27FC236}">
                    <a16:creationId xmlns:a16="http://schemas.microsoft.com/office/drawing/2014/main" id="{6AC052C7-9AAA-0CF3-55FB-E313DFE503BE}"/>
                  </a:ext>
                </a:extLst>
              </p:cNvPr>
              <p:cNvSpPr/>
              <p:nvPr/>
            </p:nvSpPr>
            <p:spPr>
              <a:xfrm>
                <a:off x="3593868" y="7046052"/>
                <a:ext cx="255311" cy="281554"/>
              </a:xfrm>
              <a:custGeom>
                <a:avLst/>
                <a:gdLst>
                  <a:gd name="csX0" fmla="*/ 77870 w 255311"/>
                  <a:gd name="csY0" fmla="*/ 270373 h 281554"/>
                  <a:gd name="csX1" fmla="*/ 52683 w 255311"/>
                  <a:gd name="csY1" fmla="*/ 47579 h 281554"/>
                  <a:gd name="csX2" fmla="*/ 149306 w 255311"/>
                  <a:gd name="csY2" fmla="*/ 12464 h 281554"/>
                  <a:gd name="csX3" fmla="*/ 147779 w 255311"/>
                  <a:gd name="csY3" fmla="*/ 2401 h 281554"/>
                  <a:gd name="csX4" fmla="*/ 169924 w 255311"/>
                  <a:gd name="csY4" fmla="*/ 6534 h 281554"/>
                  <a:gd name="csX5" fmla="*/ 158598 w 255311"/>
                  <a:gd name="csY5" fmla="*/ 10981 h 281554"/>
                  <a:gd name="csX6" fmla="*/ 168529 w 255311"/>
                  <a:gd name="csY6" fmla="*/ 15433 h 281554"/>
                  <a:gd name="csX7" fmla="*/ 77870 w 255311"/>
                  <a:gd name="csY7" fmla="*/ 270373 h 2815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255311" h="281554">
                    <a:moveTo>
                      <a:pt x="77870" y="270373"/>
                    </a:moveTo>
                    <a:cubicBezTo>
                      <a:pt x="-44973" y="216969"/>
                      <a:pt x="5845" y="81407"/>
                      <a:pt x="52683" y="47579"/>
                    </a:cubicBezTo>
                    <a:cubicBezTo>
                      <a:pt x="87555" y="22393"/>
                      <a:pt x="159586" y="16273"/>
                      <a:pt x="149306" y="12464"/>
                    </a:cubicBezTo>
                    <a:cubicBezTo>
                      <a:pt x="140877" y="9338"/>
                      <a:pt x="146327" y="-5424"/>
                      <a:pt x="147779" y="2401"/>
                    </a:cubicBezTo>
                    <a:cubicBezTo>
                      <a:pt x="149268" y="10416"/>
                      <a:pt x="164422" y="4490"/>
                      <a:pt x="169924" y="6534"/>
                    </a:cubicBezTo>
                    <a:cubicBezTo>
                      <a:pt x="182105" y="11064"/>
                      <a:pt x="158940" y="4816"/>
                      <a:pt x="158598" y="10981"/>
                    </a:cubicBezTo>
                    <a:cubicBezTo>
                      <a:pt x="158255" y="17146"/>
                      <a:pt x="165791" y="13036"/>
                      <a:pt x="168529" y="15433"/>
                    </a:cubicBezTo>
                    <a:cubicBezTo>
                      <a:pt x="337913" y="67052"/>
                      <a:pt x="238242" y="340104"/>
                      <a:pt x="77870" y="270373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12" name="フリーフォーム: 図形 111">
                <a:extLst>
                  <a:ext uri="{FF2B5EF4-FFF2-40B4-BE49-F238E27FC236}">
                    <a16:creationId xmlns:a16="http://schemas.microsoft.com/office/drawing/2014/main" id="{6855A117-C348-54F3-A5DA-661C25F34064}"/>
                  </a:ext>
                </a:extLst>
              </p:cNvPr>
              <p:cNvSpPr/>
              <p:nvPr/>
            </p:nvSpPr>
            <p:spPr>
              <a:xfrm>
                <a:off x="3741848" y="6779024"/>
                <a:ext cx="116856" cy="280691"/>
              </a:xfrm>
              <a:custGeom>
                <a:avLst/>
                <a:gdLst>
                  <a:gd name="csX0" fmla="*/ 1361 w 116856"/>
                  <a:gd name="csY0" fmla="*/ 279375 h 280691"/>
                  <a:gd name="csX1" fmla="*/ 10652 w 116856"/>
                  <a:gd name="csY1" fmla="*/ 277891 h 280691"/>
                  <a:gd name="csX2" fmla="*/ 1361 w 116856"/>
                  <a:gd name="csY2" fmla="*/ 279375 h 280691"/>
                  <a:gd name="csX3" fmla="*/ 10849 w 116856"/>
                  <a:gd name="csY3" fmla="*/ 279690 h 280691"/>
                  <a:gd name="csX4" fmla="*/ 84953 w 116856"/>
                  <a:gd name="csY4" fmla="*/ 87898 h 280691"/>
                  <a:gd name="csX5" fmla="*/ 108708 w 116856"/>
                  <a:gd name="csY5" fmla="*/ 24 h 280691"/>
                  <a:gd name="csX6" fmla="*/ 118183 w 116856"/>
                  <a:gd name="csY6" fmla="*/ 24 h 280691"/>
                  <a:gd name="csX7" fmla="*/ 118183 w 116856"/>
                  <a:gd name="csY7" fmla="*/ 167134 h 2806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116856" h="280691">
                    <a:moveTo>
                      <a:pt x="1361" y="279375"/>
                    </a:moveTo>
                    <a:cubicBezTo>
                      <a:pt x="1361" y="279375"/>
                      <a:pt x="10139" y="275448"/>
                      <a:pt x="10652" y="277891"/>
                    </a:cubicBezTo>
                    <a:cubicBezTo>
                      <a:pt x="11172" y="280335"/>
                      <a:pt x="657" y="278123"/>
                      <a:pt x="1361" y="279375"/>
                    </a:cubicBezTo>
                    <a:cubicBezTo>
                      <a:pt x="2070" y="280626"/>
                      <a:pt x="11039" y="281488"/>
                      <a:pt x="10849" y="279690"/>
                    </a:cubicBezTo>
                    <a:cubicBezTo>
                      <a:pt x="10652" y="277891"/>
                      <a:pt x="61192" y="175773"/>
                      <a:pt x="84953" y="87898"/>
                    </a:cubicBezTo>
                    <a:cubicBezTo>
                      <a:pt x="108708" y="24"/>
                      <a:pt x="108708" y="24"/>
                      <a:pt x="108708" y="24"/>
                    </a:cubicBezTo>
                    <a:lnTo>
                      <a:pt x="118183" y="24"/>
                    </a:lnTo>
                    <a:lnTo>
                      <a:pt x="118183" y="167134"/>
                    </a:lnTo>
                  </a:path>
                </a:pathLst>
              </a:custGeom>
              <a:noFill/>
              <a:ln w="63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ja-JP" altLang="en-US"/>
              </a:p>
            </p:txBody>
          </p:sp>
        </p:grp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F9CA61C9-6756-D86A-6535-E3743B00B2BC}"/>
                </a:ext>
              </a:extLst>
            </p:cNvPr>
            <p:cNvSpPr/>
            <p:nvPr/>
          </p:nvSpPr>
          <p:spPr>
            <a:xfrm>
              <a:off x="104937" y="7272222"/>
              <a:ext cx="643351" cy="337618"/>
            </a:xfrm>
            <a:prstGeom prst="rect">
              <a:avLst/>
            </a:prstGeom>
            <a:solidFill>
              <a:srgbClr val="FF99CC">
                <a:alpha val="50000"/>
              </a:srgbClr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15" name="テキスト ボックス 114">
            <a:extLst>
              <a:ext uri="{FF2B5EF4-FFF2-40B4-BE49-F238E27FC236}">
                <a16:creationId xmlns:a16="http://schemas.microsoft.com/office/drawing/2014/main" id="{5F1168BC-F66B-7CD5-D866-BF0A8EC58C3C}"/>
              </a:ext>
            </a:extLst>
          </p:cNvPr>
          <p:cNvSpPr txBox="1"/>
          <p:nvPr/>
        </p:nvSpPr>
        <p:spPr>
          <a:xfrm>
            <a:off x="270000" y="1303365"/>
            <a:ext cx="2160000" cy="2272802"/>
          </a:xfrm>
          <a:prstGeom prst="rect">
            <a:avLst/>
          </a:prstGeom>
          <a:solidFill>
            <a:srgbClr val="FBFBFB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ja-JP" altLang="en-US" sz="1600" kern="100" dirty="0">
                <a:latin typeface="+mn-ea"/>
                <a:cs typeface="Times New Roman" panose="02020603050405020304" pitchFamily="18" charset="0"/>
              </a:rPr>
              <a:t>・弾の歴史</a:t>
            </a:r>
            <a:endParaRPr lang="en-US" altLang="ja-JP" sz="1600" kern="100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ja-JP" altLang="en-US" sz="1600" kern="100" dirty="0">
                <a:latin typeface="+mn-ea"/>
                <a:cs typeface="Times New Roman" panose="02020603050405020304" pitchFamily="18" charset="0"/>
              </a:rPr>
              <a:t>・波平さん一号</a:t>
            </a:r>
            <a:endParaRPr lang="en-US" altLang="ja-JP" sz="1600" kern="100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ja-JP" altLang="en-US" sz="1600" kern="100" dirty="0">
                <a:latin typeface="+mn-ea"/>
                <a:cs typeface="Times New Roman" panose="02020603050405020304" pitchFamily="18" charset="0"/>
              </a:rPr>
              <a:t>・</a:t>
            </a:r>
            <a:endParaRPr lang="en-US" altLang="ja-JP" sz="1600" kern="100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ja-JP" altLang="en-US" sz="1600" kern="100" dirty="0">
                <a:latin typeface="+mn-ea"/>
                <a:cs typeface="Times New Roman" panose="02020603050405020304" pitchFamily="18" charset="0"/>
              </a:rPr>
              <a:t>・</a:t>
            </a:r>
            <a:endParaRPr lang="en-US" altLang="ja-JP" sz="1600" kern="100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ja-JP" altLang="en-US" sz="1600" kern="100" dirty="0">
                <a:latin typeface="+mn-ea"/>
                <a:cs typeface="Times New Roman" panose="02020603050405020304" pitchFamily="18" charset="0"/>
              </a:rPr>
              <a:t>・</a:t>
            </a:r>
            <a:endParaRPr lang="en-US" altLang="ja-JP" sz="1600" kern="100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ja-JP" altLang="en-US" sz="1600" kern="100" dirty="0">
                <a:latin typeface="+mn-ea"/>
                <a:cs typeface="Times New Roman" panose="02020603050405020304" pitchFamily="18" charset="0"/>
              </a:rPr>
              <a:t>・</a:t>
            </a:r>
            <a:endParaRPr lang="ja-JP" altLang="ja-JP" sz="1600" kern="100" dirty="0"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741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F46DDC5-FB08-B8A9-2D5E-33813EB00840}"/>
              </a:ext>
            </a:extLst>
          </p:cNvPr>
          <p:cNvSpPr/>
          <p:nvPr/>
        </p:nvSpPr>
        <p:spPr>
          <a:xfrm>
            <a:off x="90000" y="0"/>
            <a:ext cx="180000" cy="872775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96184CA-321D-9F8E-FE14-45EB74338546}"/>
              </a:ext>
            </a:extLst>
          </p:cNvPr>
          <p:cNvSpPr txBox="1"/>
          <p:nvPr/>
        </p:nvSpPr>
        <p:spPr>
          <a:xfrm>
            <a:off x="-152784" y="-79143"/>
            <a:ext cx="66556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8000" i="1" dirty="0">
                <a:solidFill>
                  <a:schemeClr val="bg1"/>
                </a:solidFill>
                <a:latin typeface="Garamond" panose="02020404030301010803" pitchFamily="18" charset="0"/>
                <a:ea typeface="+mj-ea"/>
              </a:rPr>
              <a:t>3</a:t>
            </a:r>
            <a:endParaRPr kumimoji="1" lang="ja-JP" altLang="en-US" sz="8000" i="1" dirty="0">
              <a:solidFill>
                <a:schemeClr val="bg1"/>
              </a:solidFill>
              <a:latin typeface="Garamond" panose="02020404030301010803" pitchFamily="18" charset="0"/>
              <a:ea typeface="+mj-ea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E98F3B7-C398-EE10-6AE5-4D7A14CED842}"/>
              </a:ext>
            </a:extLst>
          </p:cNvPr>
          <p:cNvSpPr txBox="1"/>
          <p:nvPr/>
        </p:nvSpPr>
        <p:spPr>
          <a:xfrm>
            <a:off x="288000" y="290190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>
                <a:latin typeface="+mj-ea"/>
                <a:ea typeface="+mj-ea"/>
              </a:rPr>
              <a:t>弾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D8C06FF5-E8BD-DDC3-1B2D-2B028C6C0927}"/>
              </a:ext>
            </a:extLst>
          </p:cNvPr>
          <p:cNvSpPr/>
          <p:nvPr/>
        </p:nvSpPr>
        <p:spPr>
          <a:xfrm>
            <a:off x="-866820" y="2821098"/>
            <a:ext cx="10476000" cy="720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95B99A"/>
              </a:gs>
              <a:gs pos="100000">
                <a:srgbClr val="6EA846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4BF60B97-B85F-51B6-6307-2AF37321720F}"/>
              </a:ext>
            </a:extLst>
          </p:cNvPr>
          <p:cNvSpPr/>
          <p:nvPr/>
        </p:nvSpPr>
        <p:spPr>
          <a:xfrm>
            <a:off x="270000" y="2911098"/>
            <a:ext cx="540000" cy="54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E8E8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A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39306823-15A7-80C3-8DE0-D8EC0CB0C4C8}"/>
              </a:ext>
            </a:extLst>
          </p:cNvPr>
          <p:cNvSpPr/>
          <p:nvPr/>
        </p:nvSpPr>
        <p:spPr>
          <a:xfrm>
            <a:off x="8985181" y="2911098"/>
            <a:ext cx="540000" cy="54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E8E8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F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07" name="楕円 106">
            <a:extLst>
              <a:ext uri="{FF2B5EF4-FFF2-40B4-BE49-F238E27FC236}">
                <a16:creationId xmlns:a16="http://schemas.microsoft.com/office/drawing/2014/main" id="{768082B0-DF29-791C-CFEC-31874FC98A77}"/>
              </a:ext>
            </a:extLst>
          </p:cNvPr>
          <p:cNvSpPr/>
          <p:nvPr/>
        </p:nvSpPr>
        <p:spPr>
          <a:xfrm>
            <a:off x="2013036" y="2911098"/>
            <a:ext cx="540000" cy="54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E8E8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B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grpSp>
        <p:nvGrpSpPr>
          <p:cNvPr id="240" name="グループ化 239">
            <a:extLst>
              <a:ext uri="{FF2B5EF4-FFF2-40B4-BE49-F238E27FC236}">
                <a16:creationId xmlns:a16="http://schemas.microsoft.com/office/drawing/2014/main" id="{CD027437-121A-5BA5-4CA7-6A4FBA604A50}"/>
              </a:ext>
            </a:extLst>
          </p:cNvPr>
          <p:cNvGrpSpPr/>
          <p:nvPr/>
        </p:nvGrpSpPr>
        <p:grpSpPr>
          <a:xfrm>
            <a:off x="8936843" y="1746315"/>
            <a:ext cx="1051116" cy="980099"/>
            <a:chOff x="8847264" y="1746315"/>
            <a:chExt cx="1051116" cy="980099"/>
          </a:xfrm>
        </p:grpSpPr>
        <p:grpSp>
          <p:nvGrpSpPr>
            <p:cNvPr id="182" name="グラフィックス 178">
              <a:extLst>
                <a:ext uri="{FF2B5EF4-FFF2-40B4-BE49-F238E27FC236}">
                  <a16:creationId xmlns:a16="http://schemas.microsoft.com/office/drawing/2014/main" id="{AB5EB15F-92A0-4331-B47F-1848C9892C74}"/>
                </a:ext>
              </a:extLst>
            </p:cNvPr>
            <p:cNvGrpSpPr/>
            <p:nvPr/>
          </p:nvGrpSpPr>
          <p:grpSpPr>
            <a:xfrm>
              <a:off x="9580949" y="2231470"/>
              <a:ext cx="317431" cy="494944"/>
              <a:chOff x="2847044" y="1720347"/>
              <a:chExt cx="61196" cy="95418"/>
            </a:xfrm>
            <a:solidFill>
              <a:srgbClr val="E8E8E8"/>
            </a:solidFill>
          </p:grpSpPr>
          <p:sp>
            <p:nvSpPr>
              <p:cNvPr id="183" name="フリーフォーム: 図形 182">
                <a:extLst>
                  <a:ext uri="{FF2B5EF4-FFF2-40B4-BE49-F238E27FC236}">
                    <a16:creationId xmlns:a16="http://schemas.microsoft.com/office/drawing/2014/main" id="{40B77CE1-FE2B-D03B-AFB5-E6F3C8EA832B}"/>
                  </a:ext>
                </a:extLst>
              </p:cNvPr>
              <p:cNvSpPr/>
              <p:nvPr/>
            </p:nvSpPr>
            <p:spPr>
              <a:xfrm>
                <a:off x="2876738" y="1720347"/>
                <a:ext cx="1803" cy="51300"/>
              </a:xfrm>
              <a:custGeom>
                <a:avLst/>
                <a:gdLst>
                  <a:gd name="csX0" fmla="*/ 1043 w 1803"/>
                  <a:gd name="csY0" fmla="*/ -286 h 51300"/>
                  <a:gd name="csX1" fmla="*/ 588 w 1803"/>
                  <a:gd name="csY1" fmla="*/ 5114 h 51300"/>
                  <a:gd name="csX2" fmla="*/ 588 w 1803"/>
                  <a:gd name="csY2" fmla="*/ 50114 h 51300"/>
                  <a:gd name="csX3" fmla="*/ 142 w 1803"/>
                  <a:gd name="csY3" fmla="*/ 50114 h 51300"/>
                  <a:gd name="csX4" fmla="*/ 142 w 1803"/>
                  <a:gd name="csY4" fmla="*/ 51014 h 51300"/>
                  <a:gd name="csX5" fmla="*/ 1945 w 1803"/>
                  <a:gd name="csY5" fmla="*/ 51014 h 51300"/>
                  <a:gd name="csX6" fmla="*/ 1945 w 1803"/>
                  <a:gd name="csY6" fmla="*/ 50114 h 51300"/>
                  <a:gd name="csX7" fmla="*/ 1490 w 1803"/>
                  <a:gd name="csY7" fmla="*/ 50114 h 51300"/>
                  <a:gd name="csX8" fmla="*/ 1490 w 1803"/>
                  <a:gd name="csY8" fmla="*/ 5114 h 51300"/>
                  <a:gd name="csX9" fmla="*/ 1043 w 1803"/>
                  <a:gd name="csY9" fmla="*/ -286 h 513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803" h="51300">
                    <a:moveTo>
                      <a:pt x="1043" y="-286"/>
                    </a:moveTo>
                    <a:cubicBezTo>
                      <a:pt x="593" y="2414"/>
                      <a:pt x="588" y="5114"/>
                      <a:pt x="588" y="5114"/>
                    </a:cubicBezTo>
                    <a:lnTo>
                      <a:pt x="588" y="50114"/>
                    </a:lnTo>
                    <a:lnTo>
                      <a:pt x="142" y="50114"/>
                    </a:lnTo>
                    <a:lnTo>
                      <a:pt x="142" y="51014"/>
                    </a:lnTo>
                    <a:lnTo>
                      <a:pt x="1945" y="51014"/>
                    </a:lnTo>
                    <a:lnTo>
                      <a:pt x="1945" y="50114"/>
                    </a:lnTo>
                    <a:lnTo>
                      <a:pt x="1490" y="50114"/>
                    </a:lnTo>
                    <a:lnTo>
                      <a:pt x="1490" y="5114"/>
                    </a:lnTo>
                    <a:cubicBezTo>
                      <a:pt x="1490" y="5114"/>
                      <a:pt x="1493" y="2414"/>
                      <a:pt x="1043" y="-286"/>
                    </a:cubicBezTo>
                    <a:close/>
                  </a:path>
                </a:pathLst>
              </a:custGeom>
              <a:solidFill>
                <a:srgbClr val="E8E8E8"/>
              </a:solidFill>
              <a:ln w="900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84" name="フリーフォーム: 図形 183">
                <a:extLst>
                  <a:ext uri="{FF2B5EF4-FFF2-40B4-BE49-F238E27FC236}">
                    <a16:creationId xmlns:a16="http://schemas.microsoft.com/office/drawing/2014/main" id="{0755C736-E907-646A-5D2E-0D60F7F5E86E}"/>
                  </a:ext>
                </a:extLst>
              </p:cNvPr>
              <p:cNvSpPr/>
              <p:nvPr/>
            </p:nvSpPr>
            <p:spPr>
              <a:xfrm>
                <a:off x="2852442" y="1738365"/>
                <a:ext cx="50405" cy="12600"/>
              </a:xfrm>
              <a:custGeom>
                <a:avLst/>
                <a:gdLst>
                  <a:gd name="csX0" fmla="*/ 11536 w 50405"/>
                  <a:gd name="csY0" fmla="*/ -286 h 12600"/>
                  <a:gd name="csX1" fmla="*/ 7945 w 50405"/>
                  <a:gd name="csY1" fmla="*/ 10514 h 12600"/>
                  <a:gd name="csX2" fmla="*/ 7351 w 50405"/>
                  <a:gd name="csY2" fmla="*/ 10514 h 12600"/>
                  <a:gd name="csX3" fmla="*/ 5398 w 50405"/>
                  <a:gd name="csY3" fmla="*/ 10514 h 12600"/>
                  <a:gd name="csX4" fmla="*/ 2838 w 50405"/>
                  <a:gd name="csY4" fmla="*/ 10514 h 12600"/>
                  <a:gd name="csX5" fmla="*/ 142 w 50405"/>
                  <a:gd name="csY5" fmla="*/ 10514 h 12600"/>
                  <a:gd name="csX6" fmla="*/ 142 w 50405"/>
                  <a:gd name="csY6" fmla="*/ 12314 h 12600"/>
                  <a:gd name="csX7" fmla="*/ 9145 w 50405"/>
                  <a:gd name="csY7" fmla="*/ 12314 h 12600"/>
                  <a:gd name="csX8" fmla="*/ 41544 w 50405"/>
                  <a:gd name="csY8" fmla="*/ 12314 h 12600"/>
                  <a:gd name="csX9" fmla="*/ 50547 w 50405"/>
                  <a:gd name="csY9" fmla="*/ 12314 h 12600"/>
                  <a:gd name="csX10" fmla="*/ 50547 w 50405"/>
                  <a:gd name="csY10" fmla="*/ 10514 h 12600"/>
                  <a:gd name="csX11" fmla="*/ 47851 w 50405"/>
                  <a:gd name="csY11" fmla="*/ 10514 h 12600"/>
                  <a:gd name="csX12" fmla="*/ 47329 w 50405"/>
                  <a:gd name="csY12" fmla="*/ 10514 h 12600"/>
                  <a:gd name="csX13" fmla="*/ 43338 w 50405"/>
                  <a:gd name="csY13" fmla="*/ 10514 h 12600"/>
                  <a:gd name="csX14" fmla="*/ 42818 w 50405"/>
                  <a:gd name="csY14" fmla="*/ 10514 h 12600"/>
                  <a:gd name="csX15" fmla="*/ 39227 w 50405"/>
                  <a:gd name="csY15" fmla="*/ -286 h 126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0405" h="12600">
                    <a:moveTo>
                      <a:pt x="11536" y="-286"/>
                    </a:moveTo>
                    <a:lnTo>
                      <a:pt x="7945" y="10514"/>
                    </a:lnTo>
                    <a:lnTo>
                      <a:pt x="7351" y="10514"/>
                    </a:lnTo>
                    <a:lnTo>
                      <a:pt x="5398" y="10514"/>
                    </a:lnTo>
                    <a:lnTo>
                      <a:pt x="2838" y="10514"/>
                    </a:lnTo>
                    <a:lnTo>
                      <a:pt x="142" y="10514"/>
                    </a:lnTo>
                    <a:lnTo>
                      <a:pt x="142" y="12314"/>
                    </a:lnTo>
                    <a:lnTo>
                      <a:pt x="9145" y="12314"/>
                    </a:lnTo>
                    <a:lnTo>
                      <a:pt x="41544" y="12314"/>
                    </a:lnTo>
                    <a:lnTo>
                      <a:pt x="50547" y="12314"/>
                    </a:lnTo>
                    <a:lnTo>
                      <a:pt x="50547" y="10514"/>
                    </a:lnTo>
                    <a:lnTo>
                      <a:pt x="47851" y="10514"/>
                    </a:lnTo>
                    <a:lnTo>
                      <a:pt x="47329" y="10514"/>
                    </a:lnTo>
                    <a:lnTo>
                      <a:pt x="43338" y="10514"/>
                    </a:lnTo>
                    <a:lnTo>
                      <a:pt x="42818" y="10514"/>
                    </a:lnTo>
                    <a:lnTo>
                      <a:pt x="39227" y="-286"/>
                    </a:lnTo>
                    <a:close/>
                  </a:path>
                </a:pathLst>
              </a:custGeom>
              <a:solidFill>
                <a:srgbClr val="E8E8E8"/>
              </a:solidFill>
              <a:ln w="900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85" name="フリーフォーム: 図形 184">
                <a:extLst>
                  <a:ext uri="{FF2B5EF4-FFF2-40B4-BE49-F238E27FC236}">
                    <a16:creationId xmlns:a16="http://schemas.microsoft.com/office/drawing/2014/main" id="{918EF5B4-55FC-4240-5A2A-9DD998C3D4A2}"/>
                  </a:ext>
                </a:extLst>
              </p:cNvPr>
              <p:cNvSpPr/>
              <p:nvPr/>
            </p:nvSpPr>
            <p:spPr>
              <a:xfrm>
                <a:off x="2847044" y="1765365"/>
                <a:ext cx="61196" cy="50400"/>
              </a:xfrm>
              <a:custGeom>
                <a:avLst/>
                <a:gdLst>
                  <a:gd name="csX0" fmla="*/ 1044 w 61196"/>
                  <a:gd name="csY0" fmla="*/ -284 h 50400"/>
                  <a:gd name="csX1" fmla="*/ 142 w 61196"/>
                  <a:gd name="csY1" fmla="*/ 6916 h 50400"/>
                  <a:gd name="csX2" fmla="*/ 142 w 61196"/>
                  <a:gd name="csY2" fmla="*/ 50116 h 50400"/>
                  <a:gd name="csX3" fmla="*/ 61338 w 61196"/>
                  <a:gd name="csY3" fmla="*/ 50116 h 50400"/>
                  <a:gd name="csX4" fmla="*/ 61338 w 61196"/>
                  <a:gd name="csY4" fmla="*/ 6916 h 50400"/>
                  <a:gd name="csX5" fmla="*/ 60435 w 61196"/>
                  <a:gd name="csY5" fmla="*/ -284 h 50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61196" h="50400">
                    <a:moveTo>
                      <a:pt x="1044" y="-284"/>
                    </a:moveTo>
                    <a:cubicBezTo>
                      <a:pt x="1044" y="-284"/>
                      <a:pt x="136" y="-284"/>
                      <a:pt x="142" y="6916"/>
                    </a:cubicBezTo>
                    <a:lnTo>
                      <a:pt x="142" y="50116"/>
                    </a:lnTo>
                    <a:lnTo>
                      <a:pt x="61338" y="50116"/>
                    </a:lnTo>
                    <a:lnTo>
                      <a:pt x="61338" y="6916"/>
                    </a:lnTo>
                    <a:cubicBezTo>
                      <a:pt x="61333" y="-284"/>
                      <a:pt x="60435" y="-284"/>
                      <a:pt x="60435" y="-284"/>
                    </a:cubicBezTo>
                    <a:close/>
                  </a:path>
                </a:pathLst>
              </a:custGeom>
              <a:solidFill>
                <a:srgbClr val="E8E8E8"/>
              </a:solidFill>
              <a:ln w="900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86" name="フリーフォーム: 図形 185">
                <a:extLst>
                  <a:ext uri="{FF2B5EF4-FFF2-40B4-BE49-F238E27FC236}">
                    <a16:creationId xmlns:a16="http://schemas.microsoft.com/office/drawing/2014/main" id="{604CBA6A-6A35-9147-DDDC-68A5A156052C}"/>
                  </a:ext>
                </a:extLst>
              </p:cNvPr>
              <p:cNvSpPr/>
              <p:nvPr/>
            </p:nvSpPr>
            <p:spPr>
              <a:xfrm>
                <a:off x="2847938" y="1750965"/>
                <a:ext cx="59403" cy="14399"/>
              </a:xfrm>
              <a:custGeom>
                <a:avLst/>
                <a:gdLst>
                  <a:gd name="csX0" fmla="*/ 4643 w 59403"/>
                  <a:gd name="csY0" fmla="*/ -286 h 14399"/>
                  <a:gd name="csX1" fmla="*/ 4643 w 59403"/>
                  <a:gd name="csY1" fmla="*/ 3314 h 14399"/>
                  <a:gd name="csX2" fmla="*/ 3295 w 59403"/>
                  <a:gd name="csY2" fmla="*/ 3314 h 14399"/>
                  <a:gd name="csX3" fmla="*/ 2840 w 59403"/>
                  <a:gd name="csY3" fmla="*/ 5114 h 14399"/>
                  <a:gd name="csX4" fmla="*/ 3742 w 59403"/>
                  <a:gd name="csY4" fmla="*/ 6914 h 14399"/>
                  <a:gd name="csX5" fmla="*/ 3742 w 59403"/>
                  <a:gd name="csY5" fmla="*/ 10514 h 14399"/>
                  <a:gd name="csX6" fmla="*/ 142 w 59403"/>
                  <a:gd name="csY6" fmla="*/ 10514 h 14399"/>
                  <a:gd name="csX7" fmla="*/ 142 w 59403"/>
                  <a:gd name="csY7" fmla="*/ 13214 h 14399"/>
                  <a:gd name="csX8" fmla="*/ 1045 w 59403"/>
                  <a:gd name="csY8" fmla="*/ 14114 h 14399"/>
                  <a:gd name="csX9" fmla="*/ 58642 w 59403"/>
                  <a:gd name="csY9" fmla="*/ 14114 h 14399"/>
                  <a:gd name="csX10" fmla="*/ 59543 w 59403"/>
                  <a:gd name="csY10" fmla="*/ 13214 h 14399"/>
                  <a:gd name="csX11" fmla="*/ 59543 w 59403"/>
                  <a:gd name="csY11" fmla="*/ 13124 h 14399"/>
                  <a:gd name="csX12" fmla="*/ 59543 w 59403"/>
                  <a:gd name="csY12" fmla="*/ 10514 h 14399"/>
                  <a:gd name="csX13" fmla="*/ 55943 w 59403"/>
                  <a:gd name="csY13" fmla="*/ 10514 h 14399"/>
                  <a:gd name="csX14" fmla="*/ 55943 w 59403"/>
                  <a:gd name="csY14" fmla="*/ 6914 h 14399"/>
                  <a:gd name="csX15" fmla="*/ 56845 w 59403"/>
                  <a:gd name="csY15" fmla="*/ 5114 h 14399"/>
                  <a:gd name="csX16" fmla="*/ 56390 w 59403"/>
                  <a:gd name="csY16" fmla="*/ 3314 h 14399"/>
                  <a:gd name="csX17" fmla="*/ 55042 w 59403"/>
                  <a:gd name="csY17" fmla="*/ 3314 h 14399"/>
                  <a:gd name="csX18" fmla="*/ 55042 w 59403"/>
                  <a:gd name="csY18" fmla="*/ -286 h 143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59403" h="14399">
                    <a:moveTo>
                      <a:pt x="4643" y="-286"/>
                    </a:moveTo>
                    <a:lnTo>
                      <a:pt x="4643" y="3314"/>
                    </a:lnTo>
                    <a:lnTo>
                      <a:pt x="3295" y="3314"/>
                    </a:lnTo>
                    <a:lnTo>
                      <a:pt x="2840" y="5114"/>
                    </a:lnTo>
                    <a:lnTo>
                      <a:pt x="3742" y="6914"/>
                    </a:lnTo>
                    <a:lnTo>
                      <a:pt x="3742" y="10514"/>
                    </a:lnTo>
                    <a:lnTo>
                      <a:pt x="142" y="10514"/>
                    </a:lnTo>
                    <a:lnTo>
                      <a:pt x="142" y="13214"/>
                    </a:lnTo>
                    <a:cubicBezTo>
                      <a:pt x="142" y="13700"/>
                      <a:pt x="547" y="14114"/>
                      <a:pt x="1045" y="14114"/>
                    </a:cubicBezTo>
                    <a:lnTo>
                      <a:pt x="58642" y="14114"/>
                    </a:lnTo>
                    <a:cubicBezTo>
                      <a:pt x="59140" y="14114"/>
                      <a:pt x="59543" y="13700"/>
                      <a:pt x="59543" y="13214"/>
                    </a:cubicBezTo>
                    <a:cubicBezTo>
                      <a:pt x="59543" y="13178"/>
                      <a:pt x="59547" y="13160"/>
                      <a:pt x="59543" y="13124"/>
                    </a:cubicBezTo>
                    <a:lnTo>
                      <a:pt x="59543" y="10514"/>
                    </a:lnTo>
                    <a:lnTo>
                      <a:pt x="55943" y="10514"/>
                    </a:lnTo>
                    <a:lnTo>
                      <a:pt x="55943" y="6914"/>
                    </a:lnTo>
                    <a:lnTo>
                      <a:pt x="56845" y="5114"/>
                    </a:lnTo>
                    <a:lnTo>
                      <a:pt x="56390" y="3314"/>
                    </a:lnTo>
                    <a:lnTo>
                      <a:pt x="55042" y="3314"/>
                    </a:lnTo>
                    <a:lnTo>
                      <a:pt x="55042" y="-286"/>
                    </a:lnTo>
                    <a:close/>
                  </a:path>
                </a:pathLst>
              </a:custGeom>
              <a:solidFill>
                <a:srgbClr val="E8E8E8"/>
              </a:solidFill>
              <a:ln w="900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ja-JP" altLang="en-US"/>
              </a:p>
            </p:txBody>
          </p:sp>
        </p:grpSp>
        <p:grpSp>
          <p:nvGrpSpPr>
            <p:cNvPr id="187" name="グラフィックス 178">
              <a:extLst>
                <a:ext uri="{FF2B5EF4-FFF2-40B4-BE49-F238E27FC236}">
                  <a16:creationId xmlns:a16="http://schemas.microsoft.com/office/drawing/2014/main" id="{80D2ED67-EC56-0207-9346-F40CAD0901D5}"/>
                </a:ext>
              </a:extLst>
            </p:cNvPr>
            <p:cNvGrpSpPr/>
            <p:nvPr/>
          </p:nvGrpSpPr>
          <p:grpSpPr>
            <a:xfrm>
              <a:off x="8847264" y="1746315"/>
              <a:ext cx="634866" cy="979710"/>
              <a:chOff x="2705600" y="1626816"/>
              <a:chExt cx="122393" cy="188874"/>
            </a:xfrm>
            <a:solidFill>
              <a:srgbClr val="000000"/>
            </a:solidFill>
          </p:grpSpPr>
          <p:sp>
            <p:nvSpPr>
              <p:cNvPr id="188" name="フリーフォーム: 図形 187">
                <a:extLst>
                  <a:ext uri="{FF2B5EF4-FFF2-40B4-BE49-F238E27FC236}">
                    <a16:creationId xmlns:a16="http://schemas.microsoft.com/office/drawing/2014/main" id="{2EE69402-5513-A2D9-F7B0-0FF860EAFBB3}"/>
                  </a:ext>
                </a:extLst>
              </p:cNvPr>
              <p:cNvSpPr/>
              <p:nvPr/>
            </p:nvSpPr>
            <p:spPr>
              <a:xfrm>
                <a:off x="2705600" y="1715907"/>
                <a:ext cx="122393" cy="99783"/>
              </a:xfrm>
              <a:custGeom>
                <a:avLst/>
                <a:gdLst>
                  <a:gd name="csX0" fmla="*/ 1934 w 122393"/>
                  <a:gd name="csY0" fmla="*/ -285 h 99783"/>
                  <a:gd name="csX1" fmla="*/ 126 w 122393"/>
                  <a:gd name="csY1" fmla="*/ 13971 h 99783"/>
                  <a:gd name="csX2" fmla="*/ 126 w 122393"/>
                  <a:gd name="csY2" fmla="*/ 99499 h 99783"/>
                  <a:gd name="csX3" fmla="*/ 3719 w 122393"/>
                  <a:gd name="csY3" fmla="*/ 99499 h 99783"/>
                  <a:gd name="csX4" fmla="*/ 3719 w 122393"/>
                  <a:gd name="csY4" fmla="*/ 17035 h 99783"/>
                  <a:gd name="csX5" fmla="*/ 5433 w 122393"/>
                  <a:gd name="csY5" fmla="*/ 3280 h 99783"/>
                  <a:gd name="csX6" fmla="*/ 51138 w 122393"/>
                  <a:gd name="csY6" fmla="*/ 3280 h 99783"/>
                  <a:gd name="csX7" fmla="*/ 61312 w 122393"/>
                  <a:gd name="csY7" fmla="*/ 10408 h 99783"/>
                  <a:gd name="csX8" fmla="*/ 71507 w 122393"/>
                  <a:gd name="csY8" fmla="*/ 3280 h 99783"/>
                  <a:gd name="csX9" fmla="*/ 117234 w 122393"/>
                  <a:gd name="csY9" fmla="*/ 3280 h 99783"/>
                  <a:gd name="csX10" fmla="*/ 118934 w 122393"/>
                  <a:gd name="csY10" fmla="*/ 17035 h 99783"/>
                  <a:gd name="csX11" fmla="*/ 118934 w 122393"/>
                  <a:gd name="csY11" fmla="*/ 99499 h 99783"/>
                  <a:gd name="csX12" fmla="*/ 122519 w 122393"/>
                  <a:gd name="csY12" fmla="*/ 99499 h 99783"/>
                  <a:gd name="csX13" fmla="*/ 122519 w 122393"/>
                  <a:gd name="csY13" fmla="*/ 13971 h 99783"/>
                  <a:gd name="csX14" fmla="*/ 120719 w 122393"/>
                  <a:gd name="csY14" fmla="*/ -285 h 99783"/>
                  <a:gd name="csX15" fmla="*/ 72127 w 122393"/>
                  <a:gd name="csY15" fmla="*/ -285 h 99783"/>
                  <a:gd name="csX16" fmla="*/ 68534 w 122393"/>
                  <a:gd name="csY16" fmla="*/ -285 h 99783"/>
                  <a:gd name="csX17" fmla="*/ 68534 w 122393"/>
                  <a:gd name="csY17" fmla="*/ 0 h 99783"/>
                  <a:gd name="csX18" fmla="*/ 68512 w 122393"/>
                  <a:gd name="csY18" fmla="*/ 72 h 99783"/>
                  <a:gd name="csX19" fmla="*/ 68512 w 122393"/>
                  <a:gd name="csY19" fmla="*/ 287 h 99783"/>
                  <a:gd name="csX20" fmla="*/ 68512 w 122393"/>
                  <a:gd name="csY20" fmla="*/ 357 h 99783"/>
                  <a:gd name="csX21" fmla="*/ 68440 w 122393"/>
                  <a:gd name="csY21" fmla="*/ 857 h 99783"/>
                  <a:gd name="csX22" fmla="*/ 68440 w 122393"/>
                  <a:gd name="csY22" fmla="*/ 927 h 99783"/>
                  <a:gd name="csX23" fmla="*/ 68368 w 122393"/>
                  <a:gd name="csY23" fmla="*/ 1283 h 99783"/>
                  <a:gd name="csX24" fmla="*/ 68318 w 122393"/>
                  <a:gd name="csY24" fmla="*/ 1568 h 99783"/>
                  <a:gd name="csX25" fmla="*/ 68246 w 122393"/>
                  <a:gd name="csY25" fmla="*/ 1853 h 99783"/>
                  <a:gd name="csX26" fmla="*/ 68210 w 122393"/>
                  <a:gd name="csY26" fmla="*/ 1997 h 99783"/>
                  <a:gd name="csX27" fmla="*/ 68188 w 122393"/>
                  <a:gd name="csY27" fmla="*/ 1997 h 99783"/>
                  <a:gd name="csX28" fmla="*/ 68152 w 122393"/>
                  <a:gd name="csY28" fmla="*/ 2140 h 99783"/>
                  <a:gd name="csX29" fmla="*/ 68059 w 122393"/>
                  <a:gd name="csY29" fmla="*/ 2354 h 99783"/>
                  <a:gd name="csX30" fmla="*/ 67943 w 122393"/>
                  <a:gd name="csY30" fmla="*/ 2639 h 99783"/>
                  <a:gd name="csX31" fmla="*/ 67929 w 122393"/>
                  <a:gd name="csY31" fmla="*/ 2710 h 99783"/>
                  <a:gd name="csX32" fmla="*/ 67835 w 122393"/>
                  <a:gd name="csY32" fmla="*/ 2924 h 99783"/>
                  <a:gd name="csX33" fmla="*/ 67706 w 122393"/>
                  <a:gd name="csY33" fmla="*/ 3208 h 99783"/>
                  <a:gd name="csX34" fmla="*/ 67670 w 122393"/>
                  <a:gd name="csY34" fmla="*/ 3280 h 99783"/>
                  <a:gd name="csX35" fmla="*/ 67576 w 122393"/>
                  <a:gd name="csY35" fmla="*/ 3422 h 99783"/>
                  <a:gd name="csX36" fmla="*/ 61326 w 122393"/>
                  <a:gd name="csY36" fmla="*/ 6987 h 99783"/>
                  <a:gd name="csX37" fmla="*/ 55091 w 122393"/>
                  <a:gd name="csY37" fmla="*/ 3422 h 99783"/>
                  <a:gd name="csX38" fmla="*/ 55019 w 122393"/>
                  <a:gd name="csY38" fmla="*/ 3280 h 99783"/>
                  <a:gd name="csX39" fmla="*/ 54681 w 122393"/>
                  <a:gd name="csY39" fmla="*/ 2567 h 99783"/>
                  <a:gd name="csX40" fmla="*/ 54537 w 122393"/>
                  <a:gd name="csY40" fmla="*/ 2210 h 99783"/>
                  <a:gd name="csX41" fmla="*/ 54515 w 122393"/>
                  <a:gd name="csY41" fmla="*/ 2140 h 99783"/>
                  <a:gd name="csX42" fmla="*/ 54234 w 122393"/>
                  <a:gd name="csY42" fmla="*/ 1070 h 99783"/>
                  <a:gd name="csX43" fmla="*/ 54119 w 122393"/>
                  <a:gd name="csY43" fmla="*/ -141 h 99783"/>
                  <a:gd name="csX44" fmla="*/ 50534 w 122393"/>
                  <a:gd name="csY44" fmla="*/ -141 h 9978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</a:cxnLst>
                <a:rect l="l" t="t" r="r" b="b"/>
                <a:pathLst>
                  <a:path w="122393" h="99783">
                    <a:moveTo>
                      <a:pt x="1934" y="-285"/>
                    </a:moveTo>
                    <a:cubicBezTo>
                      <a:pt x="1934" y="-285"/>
                      <a:pt x="119" y="-285"/>
                      <a:pt x="126" y="13971"/>
                    </a:cubicBezTo>
                    <a:lnTo>
                      <a:pt x="126" y="99499"/>
                    </a:lnTo>
                    <a:lnTo>
                      <a:pt x="3719" y="99499"/>
                    </a:lnTo>
                    <a:lnTo>
                      <a:pt x="3719" y="17035"/>
                    </a:lnTo>
                    <a:cubicBezTo>
                      <a:pt x="3712" y="3280"/>
                      <a:pt x="5433" y="3280"/>
                      <a:pt x="5433" y="3280"/>
                    </a:cubicBezTo>
                    <a:lnTo>
                      <a:pt x="51138" y="3280"/>
                    </a:lnTo>
                    <a:cubicBezTo>
                      <a:pt x="52665" y="7556"/>
                      <a:pt x="56740" y="10408"/>
                      <a:pt x="61312" y="10408"/>
                    </a:cubicBezTo>
                    <a:cubicBezTo>
                      <a:pt x="65898" y="10408"/>
                      <a:pt x="69981" y="7556"/>
                      <a:pt x="71507" y="3280"/>
                    </a:cubicBezTo>
                    <a:lnTo>
                      <a:pt x="117234" y="3280"/>
                    </a:lnTo>
                    <a:cubicBezTo>
                      <a:pt x="117234" y="3280"/>
                      <a:pt x="118919" y="3280"/>
                      <a:pt x="118934" y="17035"/>
                    </a:cubicBezTo>
                    <a:lnTo>
                      <a:pt x="118934" y="99499"/>
                    </a:lnTo>
                    <a:lnTo>
                      <a:pt x="122519" y="99499"/>
                    </a:lnTo>
                    <a:lnTo>
                      <a:pt x="122519" y="13971"/>
                    </a:lnTo>
                    <a:cubicBezTo>
                      <a:pt x="122512" y="-285"/>
                      <a:pt x="120719" y="-285"/>
                      <a:pt x="120719" y="-285"/>
                    </a:cubicBezTo>
                    <a:lnTo>
                      <a:pt x="72127" y="-285"/>
                    </a:lnTo>
                    <a:lnTo>
                      <a:pt x="68534" y="-285"/>
                    </a:lnTo>
                    <a:cubicBezTo>
                      <a:pt x="68534" y="-141"/>
                      <a:pt x="68534" y="-69"/>
                      <a:pt x="68534" y="0"/>
                    </a:cubicBezTo>
                    <a:cubicBezTo>
                      <a:pt x="68527" y="72"/>
                      <a:pt x="68519" y="72"/>
                      <a:pt x="68512" y="72"/>
                    </a:cubicBezTo>
                    <a:cubicBezTo>
                      <a:pt x="68519" y="144"/>
                      <a:pt x="68519" y="216"/>
                      <a:pt x="68512" y="287"/>
                    </a:cubicBezTo>
                    <a:cubicBezTo>
                      <a:pt x="68512" y="287"/>
                      <a:pt x="68512" y="357"/>
                      <a:pt x="68512" y="357"/>
                    </a:cubicBezTo>
                    <a:cubicBezTo>
                      <a:pt x="68498" y="500"/>
                      <a:pt x="68476" y="642"/>
                      <a:pt x="68440" y="857"/>
                    </a:cubicBezTo>
                    <a:cubicBezTo>
                      <a:pt x="68440" y="857"/>
                      <a:pt x="68440" y="857"/>
                      <a:pt x="68440" y="927"/>
                    </a:cubicBezTo>
                    <a:cubicBezTo>
                      <a:pt x="68426" y="999"/>
                      <a:pt x="68397" y="1142"/>
                      <a:pt x="68368" y="1283"/>
                    </a:cubicBezTo>
                    <a:cubicBezTo>
                      <a:pt x="68354" y="1355"/>
                      <a:pt x="68339" y="1427"/>
                      <a:pt x="68318" y="1568"/>
                    </a:cubicBezTo>
                    <a:cubicBezTo>
                      <a:pt x="68296" y="1640"/>
                      <a:pt x="68267" y="1712"/>
                      <a:pt x="68246" y="1853"/>
                    </a:cubicBezTo>
                    <a:cubicBezTo>
                      <a:pt x="68231" y="1853"/>
                      <a:pt x="68224" y="1925"/>
                      <a:pt x="68210" y="1997"/>
                    </a:cubicBezTo>
                    <a:cubicBezTo>
                      <a:pt x="68202" y="1997"/>
                      <a:pt x="68195" y="1997"/>
                      <a:pt x="68188" y="1997"/>
                    </a:cubicBezTo>
                    <a:cubicBezTo>
                      <a:pt x="68181" y="2069"/>
                      <a:pt x="68166" y="2140"/>
                      <a:pt x="68152" y="2140"/>
                    </a:cubicBezTo>
                    <a:cubicBezTo>
                      <a:pt x="68123" y="2210"/>
                      <a:pt x="68095" y="2282"/>
                      <a:pt x="68059" y="2354"/>
                    </a:cubicBezTo>
                    <a:cubicBezTo>
                      <a:pt x="68023" y="2495"/>
                      <a:pt x="67987" y="2567"/>
                      <a:pt x="67943" y="2639"/>
                    </a:cubicBezTo>
                    <a:cubicBezTo>
                      <a:pt x="67936" y="2639"/>
                      <a:pt x="67936" y="2710"/>
                      <a:pt x="67929" y="2710"/>
                    </a:cubicBezTo>
                    <a:cubicBezTo>
                      <a:pt x="67900" y="2780"/>
                      <a:pt x="67864" y="2852"/>
                      <a:pt x="67835" y="2924"/>
                    </a:cubicBezTo>
                    <a:cubicBezTo>
                      <a:pt x="67792" y="2995"/>
                      <a:pt x="67749" y="3065"/>
                      <a:pt x="67706" y="3208"/>
                    </a:cubicBezTo>
                    <a:cubicBezTo>
                      <a:pt x="67691" y="3208"/>
                      <a:pt x="67677" y="3208"/>
                      <a:pt x="67670" y="3280"/>
                    </a:cubicBezTo>
                    <a:cubicBezTo>
                      <a:pt x="67634" y="3280"/>
                      <a:pt x="67605" y="3352"/>
                      <a:pt x="67576" y="3422"/>
                    </a:cubicBezTo>
                    <a:cubicBezTo>
                      <a:pt x="66280" y="5631"/>
                      <a:pt x="63897" y="6987"/>
                      <a:pt x="61326" y="6987"/>
                    </a:cubicBezTo>
                    <a:cubicBezTo>
                      <a:pt x="58756" y="6987"/>
                      <a:pt x="56380" y="5631"/>
                      <a:pt x="55091" y="3422"/>
                    </a:cubicBezTo>
                    <a:cubicBezTo>
                      <a:pt x="55070" y="3352"/>
                      <a:pt x="55041" y="3280"/>
                      <a:pt x="55019" y="3280"/>
                    </a:cubicBezTo>
                    <a:cubicBezTo>
                      <a:pt x="54890" y="2995"/>
                      <a:pt x="54782" y="2780"/>
                      <a:pt x="54681" y="2567"/>
                    </a:cubicBezTo>
                    <a:cubicBezTo>
                      <a:pt x="54630" y="2425"/>
                      <a:pt x="54580" y="2282"/>
                      <a:pt x="54537" y="2210"/>
                    </a:cubicBezTo>
                    <a:cubicBezTo>
                      <a:pt x="54530" y="2210"/>
                      <a:pt x="54523" y="2140"/>
                      <a:pt x="54515" y="2140"/>
                    </a:cubicBezTo>
                    <a:cubicBezTo>
                      <a:pt x="54393" y="1784"/>
                      <a:pt x="54299" y="1427"/>
                      <a:pt x="54234" y="1070"/>
                    </a:cubicBezTo>
                    <a:cubicBezTo>
                      <a:pt x="54162" y="642"/>
                      <a:pt x="54126" y="287"/>
                      <a:pt x="54119" y="-141"/>
                    </a:cubicBezTo>
                    <a:lnTo>
                      <a:pt x="50534" y="-141"/>
                    </a:lnTo>
                    <a:close/>
                  </a:path>
                </a:pathLst>
              </a:custGeom>
              <a:solidFill>
                <a:srgbClr val="000000"/>
              </a:solidFill>
              <a:ln w="3580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89" name="フリーフォーム: 図形 188">
                <a:extLst>
                  <a:ext uri="{FF2B5EF4-FFF2-40B4-BE49-F238E27FC236}">
                    <a16:creationId xmlns:a16="http://schemas.microsoft.com/office/drawing/2014/main" id="{4D9EED2B-BCD9-5721-4E82-2DE7569BC8E3}"/>
                  </a:ext>
                </a:extLst>
              </p:cNvPr>
              <p:cNvSpPr/>
              <p:nvPr/>
            </p:nvSpPr>
            <p:spPr>
              <a:xfrm>
                <a:off x="2707385" y="1687399"/>
                <a:ext cx="118807" cy="28508"/>
              </a:xfrm>
              <a:custGeom>
                <a:avLst/>
                <a:gdLst>
                  <a:gd name="csX0" fmla="*/ 9134 w 118807"/>
                  <a:gd name="csY0" fmla="*/ -291 h 28508"/>
                  <a:gd name="csX1" fmla="*/ 9134 w 118807"/>
                  <a:gd name="csY1" fmla="*/ 6837 h 28508"/>
                  <a:gd name="csX2" fmla="*/ 6434 w 118807"/>
                  <a:gd name="csY2" fmla="*/ 6837 h 28508"/>
                  <a:gd name="csX3" fmla="*/ 5541 w 118807"/>
                  <a:gd name="csY3" fmla="*/ 10400 h 28508"/>
                  <a:gd name="csX4" fmla="*/ 7348 w 118807"/>
                  <a:gd name="csY4" fmla="*/ 13965 h 28508"/>
                  <a:gd name="csX5" fmla="*/ 7348 w 118807"/>
                  <a:gd name="csY5" fmla="*/ 21093 h 28508"/>
                  <a:gd name="csX6" fmla="*/ 126 w 118807"/>
                  <a:gd name="csY6" fmla="*/ 21093 h 28508"/>
                  <a:gd name="csX7" fmla="*/ 126 w 118807"/>
                  <a:gd name="csY7" fmla="*/ 26437 h 28508"/>
                  <a:gd name="csX8" fmla="*/ 1934 w 118807"/>
                  <a:gd name="csY8" fmla="*/ 28218 h 28508"/>
                  <a:gd name="csX9" fmla="*/ 10955 w 118807"/>
                  <a:gd name="csY9" fmla="*/ 28218 h 28508"/>
                  <a:gd name="csX10" fmla="*/ 14527 w 118807"/>
                  <a:gd name="csY10" fmla="*/ 3274 h 28508"/>
                  <a:gd name="csX11" fmla="*/ 15722 w 118807"/>
                  <a:gd name="csY11" fmla="*/ 3274 h 28508"/>
                  <a:gd name="csX12" fmla="*/ 23548 w 118807"/>
                  <a:gd name="csY12" fmla="*/ 3274 h 28508"/>
                  <a:gd name="csX13" fmla="*/ 24743 w 118807"/>
                  <a:gd name="csY13" fmla="*/ 3274 h 28508"/>
                  <a:gd name="csX14" fmla="*/ 31922 w 118807"/>
                  <a:gd name="csY14" fmla="*/ 24655 h 28508"/>
                  <a:gd name="csX15" fmla="*/ 87304 w 118807"/>
                  <a:gd name="csY15" fmla="*/ 24655 h 28508"/>
                  <a:gd name="csX16" fmla="*/ 94483 w 118807"/>
                  <a:gd name="csY16" fmla="*/ 3274 h 28508"/>
                  <a:gd name="csX17" fmla="*/ 95527 w 118807"/>
                  <a:gd name="csY17" fmla="*/ 3274 h 28508"/>
                  <a:gd name="csX18" fmla="*/ 103511 w 118807"/>
                  <a:gd name="csY18" fmla="*/ 3274 h 28508"/>
                  <a:gd name="csX19" fmla="*/ 104548 w 118807"/>
                  <a:gd name="csY19" fmla="*/ 3274 h 28508"/>
                  <a:gd name="csX20" fmla="*/ 108119 w 118807"/>
                  <a:gd name="csY20" fmla="*/ 28218 h 28508"/>
                  <a:gd name="csX21" fmla="*/ 117127 w 118807"/>
                  <a:gd name="csY21" fmla="*/ 28218 h 28508"/>
                  <a:gd name="csX22" fmla="*/ 118934 w 118807"/>
                  <a:gd name="csY22" fmla="*/ 26437 h 28508"/>
                  <a:gd name="csX23" fmla="*/ 118934 w 118807"/>
                  <a:gd name="csY23" fmla="*/ 26295 h 28508"/>
                  <a:gd name="csX24" fmla="*/ 118934 w 118807"/>
                  <a:gd name="csY24" fmla="*/ 21162 h 28508"/>
                  <a:gd name="csX25" fmla="*/ 111734 w 118807"/>
                  <a:gd name="csY25" fmla="*/ 21162 h 28508"/>
                  <a:gd name="csX26" fmla="*/ 111734 w 118807"/>
                  <a:gd name="csY26" fmla="*/ 14037 h 28508"/>
                  <a:gd name="csX27" fmla="*/ 113534 w 118807"/>
                  <a:gd name="csY27" fmla="*/ 10472 h 28508"/>
                  <a:gd name="csX28" fmla="*/ 112641 w 118807"/>
                  <a:gd name="csY28" fmla="*/ 6909 h 28508"/>
                  <a:gd name="csX29" fmla="*/ 109948 w 118807"/>
                  <a:gd name="csY29" fmla="*/ 6909 h 28508"/>
                  <a:gd name="csX30" fmla="*/ 109948 w 118807"/>
                  <a:gd name="csY30" fmla="*/ -219 h 28508"/>
                  <a:gd name="csX31" fmla="*/ 91934 w 118807"/>
                  <a:gd name="csY31" fmla="*/ -219 h 28508"/>
                  <a:gd name="csX32" fmla="*/ 84741 w 118807"/>
                  <a:gd name="csY32" fmla="*/ 21162 h 28508"/>
                  <a:gd name="csX33" fmla="*/ 34341 w 118807"/>
                  <a:gd name="csY33" fmla="*/ 21162 h 28508"/>
                  <a:gd name="csX34" fmla="*/ 27141 w 118807"/>
                  <a:gd name="csY34" fmla="*/ -219 h 285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</a:cxnLst>
                <a:rect l="l" t="t" r="r" b="b"/>
                <a:pathLst>
                  <a:path w="118807" h="28508">
                    <a:moveTo>
                      <a:pt x="9134" y="-291"/>
                    </a:moveTo>
                    <a:lnTo>
                      <a:pt x="9134" y="6837"/>
                    </a:lnTo>
                    <a:lnTo>
                      <a:pt x="6434" y="6837"/>
                    </a:lnTo>
                    <a:lnTo>
                      <a:pt x="5541" y="10400"/>
                    </a:lnTo>
                    <a:lnTo>
                      <a:pt x="7348" y="13965"/>
                    </a:lnTo>
                    <a:lnTo>
                      <a:pt x="7348" y="21093"/>
                    </a:lnTo>
                    <a:lnTo>
                      <a:pt x="126" y="21093"/>
                    </a:lnTo>
                    <a:lnTo>
                      <a:pt x="126" y="26437"/>
                    </a:lnTo>
                    <a:cubicBezTo>
                      <a:pt x="126" y="27435"/>
                      <a:pt x="933" y="28218"/>
                      <a:pt x="1934" y="28218"/>
                    </a:cubicBezTo>
                    <a:lnTo>
                      <a:pt x="10955" y="28218"/>
                    </a:lnTo>
                    <a:lnTo>
                      <a:pt x="14527" y="3274"/>
                    </a:lnTo>
                    <a:lnTo>
                      <a:pt x="15722" y="3274"/>
                    </a:lnTo>
                    <a:lnTo>
                      <a:pt x="23548" y="3274"/>
                    </a:lnTo>
                    <a:lnTo>
                      <a:pt x="24743" y="3274"/>
                    </a:lnTo>
                    <a:lnTo>
                      <a:pt x="31922" y="24655"/>
                    </a:lnTo>
                    <a:lnTo>
                      <a:pt x="87304" y="24655"/>
                    </a:lnTo>
                    <a:lnTo>
                      <a:pt x="94483" y="3274"/>
                    </a:lnTo>
                    <a:lnTo>
                      <a:pt x="95527" y="3274"/>
                    </a:lnTo>
                    <a:lnTo>
                      <a:pt x="103511" y="3274"/>
                    </a:lnTo>
                    <a:lnTo>
                      <a:pt x="104548" y="3274"/>
                    </a:lnTo>
                    <a:lnTo>
                      <a:pt x="108119" y="28218"/>
                    </a:lnTo>
                    <a:lnTo>
                      <a:pt x="117127" y="28218"/>
                    </a:lnTo>
                    <a:cubicBezTo>
                      <a:pt x="118120" y="28218"/>
                      <a:pt x="118934" y="27435"/>
                      <a:pt x="118934" y="26437"/>
                    </a:cubicBezTo>
                    <a:cubicBezTo>
                      <a:pt x="118934" y="26365"/>
                      <a:pt x="118934" y="26365"/>
                      <a:pt x="118934" y="26295"/>
                    </a:cubicBezTo>
                    <a:lnTo>
                      <a:pt x="118934" y="21162"/>
                    </a:lnTo>
                    <a:lnTo>
                      <a:pt x="111734" y="21162"/>
                    </a:lnTo>
                    <a:lnTo>
                      <a:pt x="111734" y="14037"/>
                    </a:lnTo>
                    <a:lnTo>
                      <a:pt x="113534" y="10472"/>
                    </a:lnTo>
                    <a:lnTo>
                      <a:pt x="112641" y="6909"/>
                    </a:lnTo>
                    <a:lnTo>
                      <a:pt x="109948" y="6909"/>
                    </a:lnTo>
                    <a:lnTo>
                      <a:pt x="109948" y="-219"/>
                    </a:lnTo>
                    <a:lnTo>
                      <a:pt x="91934" y="-219"/>
                    </a:lnTo>
                    <a:lnTo>
                      <a:pt x="84741" y="21162"/>
                    </a:lnTo>
                    <a:lnTo>
                      <a:pt x="34341" y="21162"/>
                    </a:lnTo>
                    <a:lnTo>
                      <a:pt x="27141" y="-219"/>
                    </a:lnTo>
                    <a:close/>
                  </a:path>
                </a:pathLst>
              </a:custGeom>
              <a:solidFill>
                <a:srgbClr val="000000"/>
              </a:solidFill>
              <a:ln w="3580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90" name="フリーフォーム: 図形 189">
                <a:extLst>
                  <a:ext uri="{FF2B5EF4-FFF2-40B4-BE49-F238E27FC236}">
                    <a16:creationId xmlns:a16="http://schemas.microsoft.com/office/drawing/2014/main" id="{B8A94A73-2ED6-D791-00F5-6DDD874A930E}"/>
                  </a:ext>
                </a:extLst>
              </p:cNvPr>
              <p:cNvSpPr/>
              <p:nvPr/>
            </p:nvSpPr>
            <p:spPr>
              <a:xfrm>
                <a:off x="2716392" y="1662453"/>
                <a:ext cx="100814" cy="24945"/>
              </a:xfrm>
              <a:custGeom>
                <a:avLst/>
                <a:gdLst>
                  <a:gd name="csX0" fmla="*/ 22915 w 100814"/>
                  <a:gd name="csY0" fmla="*/ -293 h 24945"/>
                  <a:gd name="csX1" fmla="*/ 15736 w 100814"/>
                  <a:gd name="csY1" fmla="*/ 21090 h 24945"/>
                  <a:gd name="csX2" fmla="*/ 14541 w 100814"/>
                  <a:gd name="csY2" fmla="*/ 21090 h 24945"/>
                  <a:gd name="csX3" fmla="*/ 10638 w 100814"/>
                  <a:gd name="csY3" fmla="*/ 21090 h 24945"/>
                  <a:gd name="csX4" fmla="*/ 5519 w 100814"/>
                  <a:gd name="csY4" fmla="*/ 21090 h 24945"/>
                  <a:gd name="csX5" fmla="*/ 126 w 100814"/>
                  <a:gd name="csY5" fmla="*/ 21090 h 24945"/>
                  <a:gd name="csX6" fmla="*/ 126 w 100814"/>
                  <a:gd name="csY6" fmla="*/ 24653 h 24945"/>
                  <a:gd name="csX7" fmla="*/ 18134 w 100814"/>
                  <a:gd name="csY7" fmla="*/ 24653 h 24945"/>
                  <a:gd name="csX8" fmla="*/ 25334 w 100814"/>
                  <a:gd name="csY8" fmla="*/ 3272 h 24945"/>
                  <a:gd name="csX9" fmla="*/ 75727 w 100814"/>
                  <a:gd name="csY9" fmla="*/ 3272 h 24945"/>
                  <a:gd name="csX10" fmla="*/ 82927 w 100814"/>
                  <a:gd name="csY10" fmla="*/ 24653 h 24945"/>
                  <a:gd name="csX11" fmla="*/ 100941 w 100814"/>
                  <a:gd name="csY11" fmla="*/ 24653 h 24945"/>
                  <a:gd name="csX12" fmla="*/ 100941 w 100814"/>
                  <a:gd name="csY12" fmla="*/ 21090 h 24945"/>
                  <a:gd name="csX13" fmla="*/ 95541 w 100814"/>
                  <a:gd name="csY13" fmla="*/ 21090 h 24945"/>
                  <a:gd name="csX14" fmla="*/ 94504 w 100814"/>
                  <a:gd name="csY14" fmla="*/ 21090 h 24945"/>
                  <a:gd name="csX15" fmla="*/ 86519 w 100814"/>
                  <a:gd name="csY15" fmla="*/ 21090 h 24945"/>
                  <a:gd name="csX16" fmla="*/ 85475 w 100814"/>
                  <a:gd name="csY16" fmla="*/ 21090 h 24945"/>
                  <a:gd name="csX17" fmla="*/ 78297 w 100814"/>
                  <a:gd name="csY17" fmla="*/ -293 h 249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100814" h="24945">
                    <a:moveTo>
                      <a:pt x="22915" y="-293"/>
                    </a:moveTo>
                    <a:lnTo>
                      <a:pt x="15736" y="21090"/>
                    </a:lnTo>
                    <a:lnTo>
                      <a:pt x="14541" y="21090"/>
                    </a:lnTo>
                    <a:lnTo>
                      <a:pt x="10638" y="21090"/>
                    </a:lnTo>
                    <a:lnTo>
                      <a:pt x="5519" y="21090"/>
                    </a:lnTo>
                    <a:lnTo>
                      <a:pt x="126" y="21090"/>
                    </a:lnTo>
                    <a:lnTo>
                      <a:pt x="126" y="24653"/>
                    </a:lnTo>
                    <a:lnTo>
                      <a:pt x="18134" y="24653"/>
                    </a:lnTo>
                    <a:lnTo>
                      <a:pt x="25334" y="3272"/>
                    </a:lnTo>
                    <a:lnTo>
                      <a:pt x="75727" y="3272"/>
                    </a:lnTo>
                    <a:lnTo>
                      <a:pt x="82927" y="24653"/>
                    </a:lnTo>
                    <a:lnTo>
                      <a:pt x="100941" y="24653"/>
                    </a:lnTo>
                    <a:lnTo>
                      <a:pt x="100941" y="21090"/>
                    </a:lnTo>
                    <a:lnTo>
                      <a:pt x="95541" y="21090"/>
                    </a:lnTo>
                    <a:lnTo>
                      <a:pt x="94504" y="21090"/>
                    </a:lnTo>
                    <a:lnTo>
                      <a:pt x="86519" y="21090"/>
                    </a:lnTo>
                    <a:lnTo>
                      <a:pt x="85475" y="21090"/>
                    </a:lnTo>
                    <a:lnTo>
                      <a:pt x="78297" y="-293"/>
                    </a:lnTo>
                    <a:close/>
                  </a:path>
                </a:pathLst>
              </a:custGeom>
              <a:solidFill>
                <a:srgbClr val="000000"/>
              </a:solidFill>
              <a:ln w="3580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91" name="四角形: 角を丸くする 190">
                <a:extLst>
                  <a:ext uri="{FF2B5EF4-FFF2-40B4-BE49-F238E27FC236}">
                    <a16:creationId xmlns:a16="http://schemas.microsoft.com/office/drawing/2014/main" id="{41BD6EDB-5881-CB7B-BFE2-D48CA85A2D7B}"/>
                  </a:ext>
                </a:extLst>
              </p:cNvPr>
              <p:cNvSpPr/>
              <p:nvPr/>
            </p:nvSpPr>
            <p:spPr>
              <a:xfrm>
                <a:off x="2738000" y="1667799"/>
                <a:ext cx="57600" cy="39200"/>
              </a:xfrm>
              <a:prstGeom prst="roundRect">
                <a:avLst>
                  <a:gd name="adj" fmla="val 45918"/>
                </a:avLst>
              </a:prstGeom>
              <a:solidFill>
                <a:srgbClr val="000000"/>
              </a:solidFill>
              <a:ln w="3580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92" name="フリーフォーム: 図形 191">
                <a:extLst>
                  <a:ext uri="{FF2B5EF4-FFF2-40B4-BE49-F238E27FC236}">
                    <a16:creationId xmlns:a16="http://schemas.microsoft.com/office/drawing/2014/main" id="{75C3C03A-BE8F-FCC0-307E-8B25F3CA2565}"/>
                  </a:ext>
                </a:extLst>
              </p:cNvPr>
              <p:cNvSpPr/>
              <p:nvPr/>
            </p:nvSpPr>
            <p:spPr>
              <a:xfrm>
                <a:off x="2764985" y="1626816"/>
                <a:ext cx="3607" cy="101565"/>
              </a:xfrm>
              <a:custGeom>
                <a:avLst/>
                <a:gdLst>
                  <a:gd name="csX0" fmla="*/ 1927 w 3607"/>
                  <a:gd name="csY0" fmla="*/ -293 h 101565"/>
                  <a:gd name="csX1" fmla="*/ 1019 w 3607"/>
                  <a:gd name="csY1" fmla="*/ 10400 h 101565"/>
                  <a:gd name="csX2" fmla="*/ 1019 w 3607"/>
                  <a:gd name="csY2" fmla="*/ 99491 h 101565"/>
                  <a:gd name="csX3" fmla="*/ 126 w 3607"/>
                  <a:gd name="csY3" fmla="*/ 99491 h 101565"/>
                  <a:gd name="csX4" fmla="*/ 126 w 3607"/>
                  <a:gd name="csY4" fmla="*/ 101272 h 101565"/>
                  <a:gd name="csX5" fmla="*/ 3734 w 3607"/>
                  <a:gd name="csY5" fmla="*/ 101272 h 101565"/>
                  <a:gd name="csX6" fmla="*/ 3734 w 3607"/>
                  <a:gd name="csY6" fmla="*/ 99491 h 101565"/>
                  <a:gd name="csX7" fmla="*/ 2819 w 3607"/>
                  <a:gd name="csY7" fmla="*/ 99491 h 101565"/>
                  <a:gd name="csX8" fmla="*/ 2819 w 3607"/>
                  <a:gd name="csY8" fmla="*/ 10400 h 101565"/>
                  <a:gd name="csX9" fmla="*/ 1927 w 3607"/>
                  <a:gd name="csY9" fmla="*/ -293 h 1015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3607" h="101565">
                    <a:moveTo>
                      <a:pt x="1927" y="-293"/>
                    </a:moveTo>
                    <a:cubicBezTo>
                      <a:pt x="1026" y="5054"/>
                      <a:pt x="1019" y="10400"/>
                      <a:pt x="1019" y="10400"/>
                    </a:cubicBezTo>
                    <a:lnTo>
                      <a:pt x="1019" y="99491"/>
                    </a:lnTo>
                    <a:lnTo>
                      <a:pt x="126" y="99491"/>
                    </a:lnTo>
                    <a:lnTo>
                      <a:pt x="126" y="101272"/>
                    </a:lnTo>
                    <a:lnTo>
                      <a:pt x="3734" y="101272"/>
                    </a:lnTo>
                    <a:lnTo>
                      <a:pt x="3734" y="99491"/>
                    </a:lnTo>
                    <a:lnTo>
                      <a:pt x="2819" y="99491"/>
                    </a:lnTo>
                    <a:lnTo>
                      <a:pt x="2819" y="10400"/>
                    </a:lnTo>
                    <a:cubicBezTo>
                      <a:pt x="2819" y="10400"/>
                      <a:pt x="2827" y="5054"/>
                      <a:pt x="1927" y="-293"/>
                    </a:cubicBezTo>
                    <a:close/>
                  </a:path>
                </a:pathLst>
              </a:custGeom>
              <a:solidFill>
                <a:srgbClr val="000000"/>
              </a:solidFill>
              <a:ln w="3580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ja-JP" altLang="en-US"/>
              </a:p>
            </p:txBody>
          </p:sp>
        </p:grpSp>
      </p:grpSp>
      <p:grpSp>
        <p:nvGrpSpPr>
          <p:cNvPr id="235" name="グループ化 234">
            <a:extLst>
              <a:ext uri="{FF2B5EF4-FFF2-40B4-BE49-F238E27FC236}">
                <a16:creationId xmlns:a16="http://schemas.microsoft.com/office/drawing/2014/main" id="{E3348ABD-1D04-F570-FE27-19370623AFCC}"/>
              </a:ext>
            </a:extLst>
          </p:cNvPr>
          <p:cNvGrpSpPr/>
          <p:nvPr/>
        </p:nvGrpSpPr>
        <p:grpSpPr>
          <a:xfrm>
            <a:off x="240959" y="1783511"/>
            <a:ext cx="1023178" cy="942826"/>
            <a:chOff x="179999" y="1783511"/>
            <a:chExt cx="1023178" cy="942826"/>
          </a:xfrm>
        </p:grpSpPr>
        <p:sp>
          <p:nvSpPr>
            <p:cNvPr id="181" name="フリーフォーム: 図形 180">
              <a:extLst>
                <a:ext uri="{FF2B5EF4-FFF2-40B4-BE49-F238E27FC236}">
                  <a16:creationId xmlns:a16="http://schemas.microsoft.com/office/drawing/2014/main" id="{FD0C1EAE-6EF3-C5B7-A305-1F3D82C7ABE2}"/>
                </a:ext>
              </a:extLst>
            </p:cNvPr>
            <p:cNvSpPr/>
            <p:nvPr/>
          </p:nvSpPr>
          <p:spPr>
            <a:xfrm>
              <a:off x="179999" y="1783511"/>
              <a:ext cx="616244" cy="942825"/>
            </a:xfrm>
            <a:custGeom>
              <a:avLst/>
              <a:gdLst>
                <a:gd name="csX0" fmla="*/ 5378 w 118803"/>
                <a:gd name="csY0" fmla="*/ -303 h 181763"/>
                <a:gd name="csX1" fmla="*/ 3575 w 118803"/>
                <a:gd name="csY1" fmla="*/ 1497 h 181763"/>
                <a:gd name="csX2" fmla="*/ 3575 w 118803"/>
                <a:gd name="csY2" fmla="*/ 3261 h 181763"/>
                <a:gd name="csX3" fmla="*/ 1771 w 118803"/>
                <a:gd name="csY3" fmla="*/ 3261 h 181763"/>
                <a:gd name="csX4" fmla="*/ -32 w 118803"/>
                <a:gd name="csY4" fmla="*/ 181460 h 181763"/>
                <a:gd name="csX5" fmla="*/ 3557 w 118803"/>
                <a:gd name="csY5" fmla="*/ 181460 h 181763"/>
                <a:gd name="csX6" fmla="*/ 3629 w 118803"/>
                <a:gd name="csY6" fmla="*/ 174332 h 181763"/>
                <a:gd name="csX7" fmla="*/ 5360 w 118803"/>
                <a:gd name="csY7" fmla="*/ 174332 h 181763"/>
                <a:gd name="csX8" fmla="*/ 5360 w 118803"/>
                <a:gd name="csY8" fmla="*/ 170769 h 181763"/>
                <a:gd name="csX9" fmla="*/ 3665 w 118803"/>
                <a:gd name="csY9" fmla="*/ 170769 h 181763"/>
                <a:gd name="csX10" fmla="*/ 5378 w 118803"/>
                <a:gd name="csY10" fmla="*/ 3261 h 181763"/>
                <a:gd name="csX11" fmla="*/ 51124 w 118803"/>
                <a:gd name="csY11" fmla="*/ 3261 h 181763"/>
                <a:gd name="csX12" fmla="*/ 59364 w 118803"/>
                <a:gd name="csY12" fmla="*/ 8588 h 181763"/>
                <a:gd name="csX13" fmla="*/ 67626 w 118803"/>
                <a:gd name="csY13" fmla="*/ 3261 h 181763"/>
                <a:gd name="csX14" fmla="*/ 113371 w 118803"/>
                <a:gd name="csY14" fmla="*/ 3261 h 181763"/>
                <a:gd name="csX15" fmla="*/ 115045 w 118803"/>
                <a:gd name="csY15" fmla="*/ 170769 h 181763"/>
                <a:gd name="csX16" fmla="*/ 113353 w 118803"/>
                <a:gd name="csY16" fmla="*/ 170769 h 181763"/>
                <a:gd name="csX17" fmla="*/ 113353 w 118803"/>
                <a:gd name="csY17" fmla="*/ 174332 h 181763"/>
                <a:gd name="csX18" fmla="*/ 115085 w 118803"/>
                <a:gd name="csY18" fmla="*/ 174332 h 181763"/>
                <a:gd name="csX19" fmla="*/ 115164 w 118803"/>
                <a:gd name="csY19" fmla="*/ 181460 h 181763"/>
                <a:gd name="csX20" fmla="*/ 118771 w 118803"/>
                <a:gd name="csY20" fmla="*/ 181460 h 181763"/>
                <a:gd name="csX21" fmla="*/ 116968 w 118803"/>
                <a:gd name="csY21" fmla="*/ 3261 h 181763"/>
                <a:gd name="csX22" fmla="*/ 115182 w 118803"/>
                <a:gd name="csY22" fmla="*/ 3261 h 181763"/>
                <a:gd name="csX23" fmla="*/ 115182 w 118803"/>
                <a:gd name="csY23" fmla="*/ 1497 h 181763"/>
                <a:gd name="csX24" fmla="*/ 113379 w 118803"/>
                <a:gd name="csY24" fmla="*/ -303 h 181763"/>
                <a:gd name="csX25" fmla="*/ 64746 w 118803"/>
                <a:gd name="csY25" fmla="*/ -303 h 181763"/>
                <a:gd name="csX26" fmla="*/ 63371 w 118803"/>
                <a:gd name="csY26" fmla="*/ 3261 h 181763"/>
                <a:gd name="csX27" fmla="*/ 62957 w 118803"/>
                <a:gd name="csY27" fmla="*/ 3693 h 181763"/>
                <a:gd name="csX28" fmla="*/ 62827 w 118803"/>
                <a:gd name="csY28" fmla="*/ 3837 h 181763"/>
                <a:gd name="csX29" fmla="*/ 62795 w 118803"/>
                <a:gd name="csY29" fmla="*/ 3873 h 181763"/>
                <a:gd name="csX30" fmla="*/ 62313 w 118803"/>
                <a:gd name="csY30" fmla="*/ 4232 h 181763"/>
                <a:gd name="csX31" fmla="*/ 62219 w 118803"/>
                <a:gd name="csY31" fmla="*/ 4305 h 181763"/>
                <a:gd name="csX32" fmla="*/ 62050 w 118803"/>
                <a:gd name="csY32" fmla="*/ 4377 h 181763"/>
                <a:gd name="csX33" fmla="*/ 60840 w 118803"/>
                <a:gd name="csY33" fmla="*/ 4880 h 181763"/>
                <a:gd name="csX34" fmla="*/ 60790 w 118803"/>
                <a:gd name="csY34" fmla="*/ 4917 h 181763"/>
                <a:gd name="csX35" fmla="*/ 60153 w 118803"/>
                <a:gd name="csY35" fmla="*/ 4989 h 181763"/>
                <a:gd name="csX36" fmla="*/ 59933 w 118803"/>
                <a:gd name="csY36" fmla="*/ 5024 h 181763"/>
                <a:gd name="csX37" fmla="*/ 59357 w 118803"/>
                <a:gd name="csY37" fmla="*/ 5061 h 181763"/>
                <a:gd name="csX38" fmla="*/ 58630 w 118803"/>
                <a:gd name="csY38" fmla="*/ 4989 h 181763"/>
                <a:gd name="csX39" fmla="*/ 58205 w 118803"/>
                <a:gd name="csY39" fmla="*/ 4917 h 181763"/>
                <a:gd name="csX40" fmla="*/ 57701 w 118803"/>
                <a:gd name="csY40" fmla="*/ 4773 h 181763"/>
                <a:gd name="csX41" fmla="*/ 57643 w 118803"/>
                <a:gd name="csY41" fmla="*/ 4736 h 181763"/>
                <a:gd name="csX42" fmla="*/ 57089 w 118803"/>
                <a:gd name="csY42" fmla="*/ 4521 h 181763"/>
                <a:gd name="csX43" fmla="*/ 56621 w 118803"/>
                <a:gd name="csY43" fmla="*/ 4232 h 181763"/>
                <a:gd name="csX44" fmla="*/ 56153 w 118803"/>
                <a:gd name="csY44" fmla="*/ 3944 h 181763"/>
                <a:gd name="csX45" fmla="*/ 55742 w 118803"/>
                <a:gd name="csY45" fmla="*/ 3656 h 181763"/>
                <a:gd name="csX46" fmla="*/ 55354 w 118803"/>
                <a:gd name="csY46" fmla="*/ 3297 h 181763"/>
                <a:gd name="csX47" fmla="*/ 53957 w 118803"/>
                <a:gd name="csY47" fmla="*/ -268 h 1817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</a:cxnLst>
              <a:rect l="l" t="t" r="r" b="b"/>
              <a:pathLst>
                <a:path w="118803" h="181763">
                  <a:moveTo>
                    <a:pt x="5378" y="-303"/>
                  </a:moveTo>
                  <a:cubicBezTo>
                    <a:pt x="4381" y="-303"/>
                    <a:pt x="3575" y="489"/>
                    <a:pt x="3575" y="1497"/>
                  </a:cubicBezTo>
                  <a:lnTo>
                    <a:pt x="3575" y="3261"/>
                  </a:lnTo>
                  <a:lnTo>
                    <a:pt x="1771" y="3261"/>
                  </a:lnTo>
                  <a:lnTo>
                    <a:pt x="-32" y="181460"/>
                  </a:lnTo>
                  <a:lnTo>
                    <a:pt x="3557" y="181460"/>
                  </a:lnTo>
                  <a:lnTo>
                    <a:pt x="3629" y="174332"/>
                  </a:lnTo>
                  <a:lnTo>
                    <a:pt x="5360" y="174332"/>
                  </a:lnTo>
                  <a:lnTo>
                    <a:pt x="5360" y="170769"/>
                  </a:lnTo>
                  <a:lnTo>
                    <a:pt x="3665" y="170769"/>
                  </a:lnTo>
                  <a:lnTo>
                    <a:pt x="5378" y="3261"/>
                  </a:lnTo>
                  <a:lnTo>
                    <a:pt x="51124" y="3261"/>
                  </a:lnTo>
                  <a:cubicBezTo>
                    <a:pt x="52557" y="6501"/>
                    <a:pt x="55789" y="8588"/>
                    <a:pt x="59364" y="8588"/>
                  </a:cubicBezTo>
                  <a:cubicBezTo>
                    <a:pt x="62946" y="8588"/>
                    <a:pt x="66190" y="6501"/>
                    <a:pt x="67626" y="3261"/>
                  </a:cubicBezTo>
                  <a:lnTo>
                    <a:pt x="113371" y="3261"/>
                  </a:lnTo>
                  <a:lnTo>
                    <a:pt x="115045" y="170769"/>
                  </a:lnTo>
                  <a:lnTo>
                    <a:pt x="113353" y="170769"/>
                  </a:lnTo>
                  <a:lnTo>
                    <a:pt x="113353" y="174332"/>
                  </a:lnTo>
                  <a:lnTo>
                    <a:pt x="115085" y="174332"/>
                  </a:lnTo>
                  <a:lnTo>
                    <a:pt x="115164" y="181460"/>
                  </a:lnTo>
                  <a:lnTo>
                    <a:pt x="118771" y="181460"/>
                  </a:lnTo>
                  <a:lnTo>
                    <a:pt x="116968" y="3261"/>
                  </a:lnTo>
                  <a:lnTo>
                    <a:pt x="115182" y="3261"/>
                  </a:lnTo>
                  <a:lnTo>
                    <a:pt x="115182" y="1497"/>
                  </a:lnTo>
                  <a:cubicBezTo>
                    <a:pt x="115182" y="489"/>
                    <a:pt x="114376" y="-303"/>
                    <a:pt x="113379" y="-303"/>
                  </a:cubicBezTo>
                  <a:lnTo>
                    <a:pt x="64746" y="-303"/>
                  </a:lnTo>
                  <a:cubicBezTo>
                    <a:pt x="64746" y="992"/>
                    <a:pt x="64256" y="2289"/>
                    <a:pt x="63371" y="3261"/>
                  </a:cubicBezTo>
                  <a:cubicBezTo>
                    <a:pt x="63241" y="3405"/>
                    <a:pt x="63105" y="3549"/>
                    <a:pt x="62957" y="3693"/>
                  </a:cubicBezTo>
                  <a:cubicBezTo>
                    <a:pt x="62917" y="3729"/>
                    <a:pt x="62874" y="3800"/>
                    <a:pt x="62827" y="3837"/>
                  </a:cubicBezTo>
                  <a:cubicBezTo>
                    <a:pt x="62817" y="3837"/>
                    <a:pt x="62806" y="3873"/>
                    <a:pt x="62795" y="3873"/>
                  </a:cubicBezTo>
                  <a:cubicBezTo>
                    <a:pt x="62637" y="4017"/>
                    <a:pt x="62478" y="4088"/>
                    <a:pt x="62313" y="4232"/>
                  </a:cubicBezTo>
                  <a:cubicBezTo>
                    <a:pt x="62280" y="4268"/>
                    <a:pt x="62248" y="4268"/>
                    <a:pt x="62219" y="4305"/>
                  </a:cubicBezTo>
                  <a:cubicBezTo>
                    <a:pt x="62165" y="4341"/>
                    <a:pt x="62111" y="4377"/>
                    <a:pt x="62050" y="4377"/>
                  </a:cubicBezTo>
                  <a:cubicBezTo>
                    <a:pt x="61672" y="4592"/>
                    <a:pt x="61265" y="4773"/>
                    <a:pt x="60840" y="4880"/>
                  </a:cubicBezTo>
                  <a:cubicBezTo>
                    <a:pt x="60822" y="4880"/>
                    <a:pt x="60808" y="4880"/>
                    <a:pt x="60790" y="4917"/>
                  </a:cubicBezTo>
                  <a:cubicBezTo>
                    <a:pt x="60581" y="4989"/>
                    <a:pt x="60372" y="4989"/>
                    <a:pt x="60153" y="4989"/>
                  </a:cubicBezTo>
                  <a:cubicBezTo>
                    <a:pt x="60077" y="4989"/>
                    <a:pt x="60001" y="4989"/>
                    <a:pt x="59933" y="5024"/>
                  </a:cubicBezTo>
                  <a:cubicBezTo>
                    <a:pt x="59738" y="5024"/>
                    <a:pt x="59548" y="5061"/>
                    <a:pt x="59357" y="5061"/>
                  </a:cubicBezTo>
                  <a:cubicBezTo>
                    <a:pt x="59112" y="5024"/>
                    <a:pt x="58871" y="5024"/>
                    <a:pt x="58630" y="4989"/>
                  </a:cubicBezTo>
                  <a:cubicBezTo>
                    <a:pt x="58486" y="4953"/>
                    <a:pt x="58345" y="4917"/>
                    <a:pt x="58205" y="4917"/>
                  </a:cubicBezTo>
                  <a:cubicBezTo>
                    <a:pt x="58039" y="4880"/>
                    <a:pt x="57867" y="4845"/>
                    <a:pt x="57701" y="4773"/>
                  </a:cubicBezTo>
                  <a:cubicBezTo>
                    <a:pt x="57683" y="4736"/>
                    <a:pt x="57661" y="4736"/>
                    <a:pt x="57643" y="4736"/>
                  </a:cubicBezTo>
                  <a:cubicBezTo>
                    <a:pt x="57456" y="4665"/>
                    <a:pt x="57262" y="4592"/>
                    <a:pt x="57089" y="4521"/>
                  </a:cubicBezTo>
                  <a:cubicBezTo>
                    <a:pt x="56927" y="4449"/>
                    <a:pt x="56772" y="4341"/>
                    <a:pt x="56621" y="4232"/>
                  </a:cubicBezTo>
                  <a:cubicBezTo>
                    <a:pt x="56459" y="4161"/>
                    <a:pt x="56304" y="4053"/>
                    <a:pt x="56153" y="3944"/>
                  </a:cubicBezTo>
                  <a:cubicBezTo>
                    <a:pt x="56012" y="3873"/>
                    <a:pt x="55876" y="3765"/>
                    <a:pt x="55742" y="3656"/>
                  </a:cubicBezTo>
                  <a:cubicBezTo>
                    <a:pt x="55613" y="3513"/>
                    <a:pt x="55476" y="3369"/>
                    <a:pt x="55354" y="3297"/>
                  </a:cubicBezTo>
                  <a:cubicBezTo>
                    <a:pt x="54457" y="2325"/>
                    <a:pt x="53960" y="1065"/>
                    <a:pt x="53957" y="-268"/>
                  </a:cubicBezTo>
                  <a:close/>
                </a:path>
              </a:pathLst>
            </a:custGeom>
            <a:solidFill>
              <a:srgbClr val="000000"/>
            </a:solidFill>
            <a:ln w="3602" cap="rnd">
              <a:noFill/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93" name="フリーフォーム: 図形 192">
              <a:extLst>
                <a:ext uri="{FF2B5EF4-FFF2-40B4-BE49-F238E27FC236}">
                  <a16:creationId xmlns:a16="http://schemas.microsoft.com/office/drawing/2014/main" id="{3CC68CE8-9515-037F-4097-EE77F430DA00}"/>
                </a:ext>
              </a:extLst>
            </p:cNvPr>
            <p:cNvSpPr/>
            <p:nvPr/>
          </p:nvSpPr>
          <p:spPr>
            <a:xfrm>
              <a:off x="895068" y="2250165"/>
              <a:ext cx="308109" cy="476172"/>
            </a:xfrm>
            <a:custGeom>
              <a:avLst/>
              <a:gdLst>
                <a:gd name="csX0" fmla="*/ 2683 w 59399"/>
                <a:gd name="csY0" fmla="*/ -300 h 91799"/>
                <a:gd name="csX1" fmla="*/ 1780 w 59399"/>
                <a:gd name="csY1" fmla="*/ 600 h 91799"/>
                <a:gd name="csX2" fmla="*/ 1780 w 59399"/>
                <a:gd name="csY2" fmla="*/ 673 h 91799"/>
                <a:gd name="csX3" fmla="*/ 1780 w 59399"/>
                <a:gd name="csY3" fmla="*/ 1500 h 91799"/>
                <a:gd name="csX4" fmla="*/ 880 w 59399"/>
                <a:gd name="csY4" fmla="*/ 1500 h 91799"/>
                <a:gd name="csX5" fmla="*/ -24 w 59399"/>
                <a:gd name="csY5" fmla="*/ 91500 h 91799"/>
                <a:gd name="csX6" fmla="*/ 59376 w 59399"/>
                <a:gd name="csY6" fmla="*/ 91500 h 91799"/>
                <a:gd name="csX7" fmla="*/ 58476 w 59399"/>
                <a:gd name="csY7" fmla="*/ 1500 h 91799"/>
                <a:gd name="csX8" fmla="*/ 57580 w 59399"/>
                <a:gd name="csY8" fmla="*/ 1500 h 91799"/>
                <a:gd name="csX9" fmla="*/ 57580 w 59399"/>
                <a:gd name="csY9" fmla="*/ 673 h 91799"/>
                <a:gd name="csX10" fmla="*/ 57580 w 59399"/>
                <a:gd name="csY10" fmla="*/ 600 h 91799"/>
                <a:gd name="csX11" fmla="*/ 56680 w 59399"/>
                <a:gd name="csY11" fmla="*/ -300 h 91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59399" h="91799">
                  <a:moveTo>
                    <a:pt x="2683" y="-300"/>
                  </a:moveTo>
                  <a:cubicBezTo>
                    <a:pt x="2183" y="-300"/>
                    <a:pt x="1780" y="96"/>
                    <a:pt x="1780" y="600"/>
                  </a:cubicBezTo>
                  <a:cubicBezTo>
                    <a:pt x="1780" y="636"/>
                    <a:pt x="1776" y="673"/>
                    <a:pt x="1780" y="673"/>
                  </a:cubicBezTo>
                  <a:lnTo>
                    <a:pt x="1780" y="1500"/>
                  </a:lnTo>
                  <a:lnTo>
                    <a:pt x="880" y="1500"/>
                  </a:lnTo>
                  <a:lnTo>
                    <a:pt x="-24" y="91500"/>
                  </a:lnTo>
                  <a:lnTo>
                    <a:pt x="59376" y="91500"/>
                  </a:lnTo>
                  <a:lnTo>
                    <a:pt x="58476" y="1500"/>
                  </a:lnTo>
                  <a:lnTo>
                    <a:pt x="57580" y="1500"/>
                  </a:lnTo>
                  <a:lnTo>
                    <a:pt x="57580" y="673"/>
                  </a:lnTo>
                  <a:lnTo>
                    <a:pt x="57580" y="600"/>
                  </a:lnTo>
                  <a:cubicBezTo>
                    <a:pt x="57580" y="96"/>
                    <a:pt x="57180" y="-300"/>
                    <a:pt x="56680" y="-300"/>
                  </a:cubicBezTo>
                  <a:close/>
                </a:path>
              </a:pathLst>
            </a:custGeom>
            <a:solidFill>
              <a:srgbClr val="E8E8E8"/>
            </a:solidFill>
            <a:ln w="900" cap="rnd">
              <a:noFill/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99" name="グラフィックス 178">
            <a:extLst>
              <a:ext uri="{FF2B5EF4-FFF2-40B4-BE49-F238E27FC236}">
                <a16:creationId xmlns:a16="http://schemas.microsoft.com/office/drawing/2014/main" id="{6FD274A1-DEFE-2AD9-DF8B-A5BAE769A047}"/>
              </a:ext>
            </a:extLst>
          </p:cNvPr>
          <p:cNvGrpSpPr/>
          <p:nvPr/>
        </p:nvGrpSpPr>
        <p:grpSpPr>
          <a:xfrm>
            <a:off x="1961563" y="438898"/>
            <a:ext cx="616281" cy="2277993"/>
            <a:chOff x="1409197" y="1374765"/>
            <a:chExt cx="118810" cy="439164"/>
          </a:xfrm>
          <a:noFill/>
        </p:grpSpPr>
        <p:sp>
          <p:nvSpPr>
            <p:cNvPr id="200" name="フリーフォーム: 図形 199">
              <a:extLst>
                <a:ext uri="{FF2B5EF4-FFF2-40B4-BE49-F238E27FC236}">
                  <a16:creationId xmlns:a16="http://schemas.microsoft.com/office/drawing/2014/main" id="{32A8CC25-2362-4185-5A58-473E01836ED9}"/>
                </a:ext>
              </a:extLst>
            </p:cNvPr>
            <p:cNvSpPr/>
            <p:nvPr/>
          </p:nvSpPr>
          <p:spPr>
            <a:xfrm>
              <a:off x="1467085" y="1374765"/>
              <a:ext cx="3607" cy="102600"/>
            </a:xfrm>
            <a:custGeom>
              <a:avLst/>
              <a:gdLst>
                <a:gd name="csX0" fmla="*/ 1805 w 3607"/>
                <a:gd name="csY0" fmla="*/ -313 h 102600"/>
                <a:gd name="csX1" fmla="*/ 894 w 3607"/>
                <a:gd name="csY1" fmla="*/ 10487 h 102600"/>
                <a:gd name="csX2" fmla="*/ 894 w 3607"/>
                <a:gd name="csY2" fmla="*/ 100487 h 102600"/>
                <a:gd name="csX3" fmla="*/ 2 w 3607"/>
                <a:gd name="csY3" fmla="*/ 100487 h 102600"/>
                <a:gd name="csX4" fmla="*/ 2 w 3607"/>
                <a:gd name="csY4" fmla="*/ 102287 h 102600"/>
                <a:gd name="csX5" fmla="*/ 3609 w 3607"/>
                <a:gd name="csY5" fmla="*/ 102287 h 102600"/>
                <a:gd name="csX6" fmla="*/ 3609 w 3607"/>
                <a:gd name="csY6" fmla="*/ 100487 h 102600"/>
                <a:gd name="csX7" fmla="*/ 2698 w 3607"/>
                <a:gd name="csY7" fmla="*/ 100487 h 102600"/>
                <a:gd name="csX8" fmla="*/ 2698 w 3607"/>
                <a:gd name="csY8" fmla="*/ 10487 h 102600"/>
                <a:gd name="csX9" fmla="*/ 1805 w 3607"/>
                <a:gd name="csY9" fmla="*/ -313 h 102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3607" h="102600">
                  <a:moveTo>
                    <a:pt x="1805" y="-313"/>
                  </a:moveTo>
                  <a:cubicBezTo>
                    <a:pt x="905" y="5087"/>
                    <a:pt x="894" y="10487"/>
                    <a:pt x="894" y="10487"/>
                  </a:cubicBezTo>
                  <a:lnTo>
                    <a:pt x="894" y="100487"/>
                  </a:lnTo>
                  <a:lnTo>
                    <a:pt x="2" y="100487"/>
                  </a:lnTo>
                  <a:lnTo>
                    <a:pt x="2" y="102287"/>
                  </a:lnTo>
                  <a:lnTo>
                    <a:pt x="3609" y="102287"/>
                  </a:lnTo>
                  <a:lnTo>
                    <a:pt x="3609" y="100487"/>
                  </a:lnTo>
                  <a:lnTo>
                    <a:pt x="2698" y="100487"/>
                  </a:lnTo>
                  <a:lnTo>
                    <a:pt x="2698" y="10487"/>
                  </a:lnTo>
                  <a:cubicBezTo>
                    <a:pt x="2698" y="10487"/>
                    <a:pt x="2705" y="5087"/>
                    <a:pt x="1805" y="-313"/>
                  </a:cubicBezTo>
                  <a:close/>
                </a:path>
              </a:pathLst>
            </a:custGeom>
            <a:noFill/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01" name="フリーフォーム: 図形 200">
              <a:extLst>
                <a:ext uri="{FF2B5EF4-FFF2-40B4-BE49-F238E27FC236}">
                  <a16:creationId xmlns:a16="http://schemas.microsoft.com/office/drawing/2014/main" id="{4A068CF5-0DFC-CD48-BB22-BF8B2DF35C9C}"/>
                </a:ext>
              </a:extLst>
            </p:cNvPr>
            <p:cNvSpPr/>
            <p:nvPr/>
          </p:nvSpPr>
          <p:spPr>
            <a:xfrm>
              <a:off x="1422980" y="1493529"/>
              <a:ext cx="91235" cy="201600"/>
            </a:xfrm>
            <a:custGeom>
              <a:avLst/>
              <a:gdLst>
                <a:gd name="csX0" fmla="*/ 9619 w 91235"/>
                <a:gd name="csY0" fmla="*/ -300 h 201600"/>
                <a:gd name="csX1" fmla="*/ 81619 w 91235"/>
                <a:gd name="csY1" fmla="*/ -300 h 201600"/>
                <a:gd name="csX2" fmla="*/ 88819 w 91235"/>
                <a:gd name="csY2" fmla="*/ 35700 h 201600"/>
                <a:gd name="csX3" fmla="*/ 88819 w 91235"/>
                <a:gd name="csY3" fmla="*/ 201300 h 201600"/>
                <a:gd name="csX4" fmla="*/ 2419 w 91235"/>
                <a:gd name="csY4" fmla="*/ 201300 h 201600"/>
                <a:gd name="csX5" fmla="*/ 2419 w 91235"/>
                <a:gd name="csY5" fmla="*/ 35700 h 201600"/>
                <a:gd name="csX6" fmla="*/ 9619 w 91235"/>
                <a:gd name="csY6" fmla="*/ -300 h 201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91235" h="201600">
                  <a:moveTo>
                    <a:pt x="9619" y="-300"/>
                  </a:moveTo>
                  <a:lnTo>
                    <a:pt x="81619" y="-300"/>
                  </a:lnTo>
                  <a:cubicBezTo>
                    <a:pt x="81619" y="-300"/>
                    <a:pt x="87613" y="23533"/>
                    <a:pt x="88819" y="35700"/>
                  </a:cubicBezTo>
                  <a:cubicBezTo>
                    <a:pt x="94259" y="90636"/>
                    <a:pt x="88819" y="201300"/>
                    <a:pt x="88819" y="201300"/>
                  </a:cubicBezTo>
                  <a:lnTo>
                    <a:pt x="2419" y="201300"/>
                  </a:lnTo>
                  <a:cubicBezTo>
                    <a:pt x="2419" y="201300"/>
                    <a:pt x="-3020" y="90636"/>
                    <a:pt x="2419" y="35700"/>
                  </a:cubicBezTo>
                  <a:cubicBezTo>
                    <a:pt x="3625" y="23533"/>
                    <a:pt x="9619" y="-300"/>
                    <a:pt x="9619" y="-300"/>
                  </a:cubicBezTo>
                  <a:close/>
                </a:path>
              </a:pathLst>
            </a:custGeom>
            <a:noFill/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02" name="フリーフォーム: 図形 201">
              <a:extLst>
                <a:ext uri="{FF2B5EF4-FFF2-40B4-BE49-F238E27FC236}">
                  <a16:creationId xmlns:a16="http://schemas.microsoft.com/office/drawing/2014/main" id="{5D8C6BD1-06EC-27CA-CEE6-53CEF3892CA9}"/>
                </a:ext>
              </a:extLst>
            </p:cNvPr>
            <p:cNvSpPr/>
            <p:nvPr/>
          </p:nvSpPr>
          <p:spPr>
            <a:xfrm>
              <a:off x="1425397" y="1695129"/>
              <a:ext cx="86400" cy="90000"/>
            </a:xfrm>
            <a:custGeom>
              <a:avLst/>
              <a:gdLst>
                <a:gd name="csX0" fmla="*/ 2 w 86400"/>
                <a:gd name="csY0" fmla="*/ -289 h 90000"/>
                <a:gd name="csX1" fmla="*/ 86402 w 86400"/>
                <a:gd name="csY1" fmla="*/ -289 h 90000"/>
                <a:gd name="csX2" fmla="*/ 82802 w 86400"/>
                <a:gd name="csY2" fmla="*/ 89711 h 90000"/>
                <a:gd name="csX3" fmla="*/ 3602 w 86400"/>
                <a:gd name="csY3" fmla="*/ 89711 h 9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6400" h="90000">
                  <a:moveTo>
                    <a:pt x="2" y="-289"/>
                  </a:moveTo>
                  <a:lnTo>
                    <a:pt x="86402" y="-289"/>
                  </a:lnTo>
                  <a:lnTo>
                    <a:pt x="82802" y="89711"/>
                  </a:lnTo>
                  <a:lnTo>
                    <a:pt x="3602" y="89711"/>
                  </a:lnTo>
                  <a:close/>
                </a:path>
              </a:pathLst>
            </a:custGeom>
            <a:noFill/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03" name="フリーフォーム: 図形 202">
              <a:extLst>
                <a:ext uri="{FF2B5EF4-FFF2-40B4-BE49-F238E27FC236}">
                  <a16:creationId xmlns:a16="http://schemas.microsoft.com/office/drawing/2014/main" id="{AC8A4DB5-15EF-6D39-17D4-E0098CA4A351}"/>
                </a:ext>
              </a:extLst>
            </p:cNvPr>
            <p:cNvSpPr/>
            <p:nvPr/>
          </p:nvSpPr>
          <p:spPr>
            <a:xfrm>
              <a:off x="1409197" y="1785129"/>
              <a:ext cx="118803" cy="28800"/>
            </a:xfrm>
            <a:custGeom>
              <a:avLst/>
              <a:gdLst>
                <a:gd name="csX0" fmla="*/ 9005 w 118803"/>
                <a:gd name="csY0" fmla="*/ -284 h 28800"/>
                <a:gd name="csX1" fmla="*/ 9005 w 118803"/>
                <a:gd name="csY1" fmla="*/ 6916 h 28800"/>
                <a:gd name="csX2" fmla="*/ 6309 w 118803"/>
                <a:gd name="csY2" fmla="*/ 6916 h 28800"/>
                <a:gd name="csX3" fmla="*/ 5416 w 118803"/>
                <a:gd name="csY3" fmla="*/ 10517 h 28800"/>
                <a:gd name="csX4" fmla="*/ 7202 w 118803"/>
                <a:gd name="csY4" fmla="*/ 14116 h 28800"/>
                <a:gd name="csX5" fmla="*/ 7202 w 118803"/>
                <a:gd name="csY5" fmla="*/ 21316 h 28800"/>
                <a:gd name="csX6" fmla="*/ 2 w 118803"/>
                <a:gd name="csY6" fmla="*/ 21316 h 28800"/>
                <a:gd name="csX7" fmla="*/ 2 w 118803"/>
                <a:gd name="csY7" fmla="*/ 26716 h 28800"/>
                <a:gd name="csX8" fmla="*/ 1805 w 118803"/>
                <a:gd name="csY8" fmla="*/ 28517 h 28800"/>
                <a:gd name="csX9" fmla="*/ 116998 w 118803"/>
                <a:gd name="csY9" fmla="*/ 28517 h 28800"/>
                <a:gd name="csX10" fmla="*/ 118802 w 118803"/>
                <a:gd name="csY10" fmla="*/ 26716 h 28800"/>
                <a:gd name="csX11" fmla="*/ 118802 w 118803"/>
                <a:gd name="csY11" fmla="*/ 26536 h 28800"/>
                <a:gd name="csX12" fmla="*/ 118802 w 118803"/>
                <a:gd name="csY12" fmla="*/ 21316 h 28800"/>
                <a:gd name="csX13" fmla="*/ 111602 w 118803"/>
                <a:gd name="csY13" fmla="*/ 21316 h 28800"/>
                <a:gd name="csX14" fmla="*/ 111602 w 118803"/>
                <a:gd name="csY14" fmla="*/ 14116 h 28800"/>
                <a:gd name="csX15" fmla="*/ 113409 w 118803"/>
                <a:gd name="csY15" fmla="*/ 10517 h 28800"/>
                <a:gd name="csX16" fmla="*/ 112516 w 118803"/>
                <a:gd name="csY16" fmla="*/ 6916 h 28800"/>
                <a:gd name="csX17" fmla="*/ 109798 w 118803"/>
                <a:gd name="csY17" fmla="*/ 6916 h 28800"/>
                <a:gd name="csX18" fmla="*/ 109798 w 118803"/>
                <a:gd name="csY18" fmla="*/ -284 h 28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18803" h="28800">
                  <a:moveTo>
                    <a:pt x="9005" y="-284"/>
                  </a:moveTo>
                  <a:lnTo>
                    <a:pt x="9005" y="6916"/>
                  </a:lnTo>
                  <a:lnTo>
                    <a:pt x="6309" y="6916"/>
                  </a:lnTo>
                  <a:lnTo>
                    <a:pt x="5416" y="10517"/>
                  </a:lnTo>
                  <a:lnTo>
                    <a:pt x="7202" y="14116"/>
                  </a:lnTo>
                  <a:lnTo>
                    <a:pt x="7202" y="21316"/>
                  </a:lnTo>
                  <a:lnTo>
                    <a:pt x="2" y="21316"/>
                  </a:lnTo>
                  <a:lnTo>
                    <a:pt x="2" y="26716"/>
                  </a:lnTo>
                  <a:cubicBezTo>
                    <a:pt x="2" y="27724"/>
                    <a:pt x="808" y="28517"/>
                    <a:pt x="1805" y="28517"/>
                  </a:cubicBezTo>
                  <a:lnTo>
                    <a:pt x="116998" y="28517"/>
                  </a:lnTo>
                  <a:cubicBezTo>
                    <a:pt x="117995" y="28517"/>
                    <a:pt x="118802" y="27724"/>
                    <a:pt x="118802" y="26716"/>
                  </a:cubicBezTo>
                  <a:cubicBezTo>
                    <a:pt x="118802" y="26644"/>
                    <a:pt x="118809" y="26608"/>
                    <a:pt x="118802" y="26536"/>
                  </a:cubicBezTo>
                  <a:lnTo>
                    <a:pt x="118802" y="21316"/>
                  </a:lnTo>
                  <a:lnTo>
                    <a:pt x="111602" y="21316"/>
                  </a:lnTo>
                  <a:lnTo>
                    <a:pt x="111602" y="14116"/>
                  </a:lnTo>
                  <a:lnTo>
                    <a:pt x="113409" y="10517"/>
                  </a:lnTo>
                  <a:lnTo>
                    <a:pt x="112516" y="6916"/>
                  </a:lnTo>
                  <a:lnTo>
                    <a:pt x="109798" y="6916"/>
                  </a:lnTo>
                  <a:lnTo>
                    <a:pt x="109798" y="-284"/>
                  </a:lnTo>
                  <a:close/>
                </a:path>
              </a:pathLst>
            </a:custGeom>
            <a:noFill/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04" name="フリーフォーム: 図形 203">
              <a:extLst>
                <a:ext uri="{FF2B5EF4-FFF2-40B4-BE49-F238E27FC236}">
                  <a16:creationId xmlns:a16="http://schemas.microsoft.com/office/drawing/2014/main" id="{67F65F14-22E6-1F16-3243-2C75648A47A5}"/>
                </a:ext>
              </a:extLst>
            </p:cNvPr>
            <p:cNvSpPr/>
            <p:nvPr/>
          </p:nvSpPr>
          <p:spPr>
            <a:xfrm>
              <a:off x="1425397" y="1385528"/>
              <a:ext cx="86400" cy="144000"/>
            </a:xfrm>
            <a:custGeom>
              <a:avLst/>
              <a:gdLst>
                <a:gd name="csX0" fmla="*/ 2 w 86400"/>
                <a:gd name="csY0" fmla="*/ 143690 h 144000"/>
                <a:gd name="csX1" fmla="*/ 86402 w 86400"/>
                <a:gd name="csY1" fmla="*/ 143690 h 144000"/>
                <a:gd name="csX2" fmla="*/ 43493 w 86400"/>
                <a:gd name="csY2" fmla="*/ -311 h 144000"/>
                <a:gd name="csX3" fmla="*/ 2 w 86400"/>
                <a:gd name="csY3" fmla="*/ 143690 h 144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6400" h="144000">
                  <a:moveTo>
                    <a:pt x="2" y="143690"/>
                  </a:moveTo>
                  <a:cubicBezTo>
                    <a:pt x="86402" y="143690"/>
                    <a:pt x="2" y="143690"/>
                    <a:pt x="86402" y="143690"/>
                  </a:cubicBezTo>
                  <a:cubicBezTo>
                    <a:pt x="86402" y="71690"/>
                    <a:pt x="43493" y="-311"/>
                    <a:pt x="43493" y="-311"/>
                  </a:cubicBezTo>
                  <a:cubicBezTo>
                    <a:pt x="43493" y="-311"/>
                    <a:pt x="2" y="71582"/>
                    <a:pt x="2" y="143690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05" name="フリーフォーム: 図形 204">
              <a:extLst>
                <a:ext uri="{FF2B5EF4-FFF2-40B4-BE49-F238E27FC236}">
                  <a16:creationId xmlns:a16="http://schemas.microsoft.com/office/drawing/2014/main" id="{DEA82A4F-2335-C4DF-8805-B99396633554}"/>
                </a:ext>
              </a:extLst>
            </p:cNvPr>
            <p:cNvSpPr/>
            <p:nvPr/>
          </p:nvSpPr>
          <p:spPr>
            <a:xfrm>
              <a:off x="1409205" y="1695129"/>
              <a:ext cx="118803" cy="111600"/>
            </a:xfrm>
            <a:custGeom>
              <a:avLst/>
              <a:gdLst>
                <a:gd name="csX0" fmla="*/ 16187 w 118803"/>
                <a:gd name="csY0" fmla="*/ -288 h 111600"/>
                <a:gd name="csX1" fmla="*/ 9005 w 118803"/>
                <a:gd name="csY1" fmla="*/ 89712 h 111600"/>
                <a:gd name="csX2" fmla="*/ 2 w 118803"/>
                <a:gd name="csY2" fmla="*/ 111312 h 111600"/>
                <a:gd name="csX3" fmla="*/ 59402 w 118803"/>
                <a:gd name="csY3" fmla="*/ 111312 h 111600"/>
                <a:gd name="csX4" fmla="*/ 118805 w 118803"/>
                <a:gd name="csY4" fmla="*/ 111312 h 111600"/>
                <a:gd name="csX5" fmla="*/ 109802 w 118803"/>
                <a:gd name="csY5" fmla="*/ 89712 h 111600"/>
                <a:gd name="csX6" fmla="*/ 102620 w 118803"/>
                <a:gd name="csY6" fmla="*/ -288 h 111600"/>
                <a:gd name="csX7" fmla="*/ 59402 w 118803"/>
                <a:gd name="csY7" fmla="*/ -288 h 111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18803" h="111600">
                  <a:moveTo>
                    <a:pt x="16187" y="-288"/>
                  </a:moveTo>
                  <a:cubicBezTo>
                    <a:pt x="16187" y="-288"/>
                    <a:pt x="18009" y="68112"/>
                    <a:pt x="9005" y="89712"/>
                  </a:cubicBezTo>
                  <a:lnTo>
                    <a:pt x="2" y="111312"/>
                  </a:lnTo>
                  <a:lnTo>
                    <a:pt x="59402" y="111312"/>
                  </a:lnTo>
                  <a:lnTo>
                    <a:pt x="118805" y="111312"/>
                  </a:lnTo>
                  <a:lnTo>
                    <a:pt x="109802" y="89712"/>
                  </a:lnTo>
                  <a:cubicBezTo>
                    <a:pt x="100798" y="68112"/>
                    <a:pt x="102620" y="-288"/>
                    <a:pt x="102620" y="-288"/>
                  </a:cubicBezTo>
                  <a:lnTo>
                    <a:pt x="59402" y="-288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06" name="グラフィックス 178">
            <a:extLst>
              <a:ext uri="{FF2B5EF4-FFF2-40B4-BE49-F238E27FC236}">
                <a16:creationId xmlns:a16="http://schemas.microsoft.com/office/drawing/2014/main" id="{CB425FC3-C0F2-7104-E957-EF06ACAB5B51}"/>
              </a:ext>
            </a:extLst>
          </p:cNvPr>
          <p:cNvGrpSpPr/>
          <p:nvPr/>
        </p:nvGrpSpPr>
        <p:grpSpPr>
          <a:xfrm>
            <a:off x="2685980" y="1588372"/>
            <a:ext cx="307834" cy="1137855"/>
            <a:chOff x="1548854" y="1596367"/>
            <a:chExt cx="59346" cy="219362"/>
          </a:xfrm>
          <a:solidFill>
            <a:srgbClr val="E8E8E8"/>
          </a:solidFill>
        </p:grpSpPr>
        <p:sp>
          <p:nvSpPr>
            <p:cNvPr id="207" name="フリーフォーム: 図形 206">
              <a:extLst>
                <a:ext uri="{FF2B5EF4-FFF2-40B4-BE49-F238E27FC236}">
                  <a16:creationId xmlns:a16="http://schemas.microsoft.com/office/drawing/2014/main" id="{F6C15F3C-DC4C-C2B2-1D71-6827EE953003}"/>
                </a:ext>
              </a:extLst>
            </p:cNvPr>
            <p:cNvSpPr/>
            <p:nvPr/>
          </p:nvSpPr>
          <p:spPr>
            <a:xfrm>
              <a:off x="1577769" y="1596367"/>
              <a:ext cx="1801" cy="51248"/>
            </a:xfrm>
            <a:custGeom>
              <a:avLst/>
              <a:gdLst>
                <a:gd name="csX0" fmla="*/ 914 w 1801"/>
                <a:gd name="csY0" fmla="*/ -292 h 51248"/>
                <a:gd name="csX1" fmla="*/ 459 w 1801"/>
                <a:gd name="csY1" fmla="*/ 5102 h 51248"/>
                <a:gd name="csX2" fmla="*/ 459 w 1801"/>
                <a:gd name="csY2" fmla="*/ 50057 h 51248"/>
                <a:gd name="csX3" fmla="*/ 13 w 1801"/>
                <a:gd name="csY3" fmla="*/ 50057 h 51248"/>
                <a:gd name="csX4" fmla="*/ 13 w 1801"/>
                <a:gd name="csY4" fmla="*/ 50956 h 51248"/>
                <a:gd name="csX5" fmla="*/ 1815 w 1801"/>
                <a:gd name="csY5" fmla="*/ 50956 h 51248"/>
                <a:gd name="csX6" fmla="*/ 1815 w 1801"/>
                <a:gd name="csY6" fmla="*/ 50057 h 51248"/>
                <a:gd name="csX7" fmla="*/ 1360 w 1801"/>
                <a:gd name="csY7" fmla="*/ 50057 h 51248"/>
                <a:gd name="csX8" fmla="*/ 1360 w 1801"/>
                <a:gd name="csY8" fmla="*/ 5102 h 51248"/>
                <a:gd name="csX9" fmla="*/ 914 w 1801"/>
                <a:gd name="csY9" fmla="*/ -292 h 512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801" h="51248">
                  <a:moveTo>
                    <a:pt x="914" y="-292"/>
                  </a:moveTo>
                  <a:cubicBezTo>
                    <a:pt x="465" y="2405"/>
                    <a:pt x="459" y="5102"/>
                    <a:pt x="459" y="5102"/>
                  </a:cubicBezTo>
                  <a:lnTo>
                    <a:pt x="459" y="50057"/>
                  </a:lnTo>
                  <a:lnTo>
                    <a:pt x="13" y="50057"/>
                  </a:lnTo>
                  <a:lnTo>
                    <a:pt x="13" y="50956"/>
                  </a:lnTo>
                  <a:lnTo>
                    <a:pt x="1815" y="50956"/>
                  </a:lnTo>
                  <a:lnTo>
                    <a:pt x="1815" y="50057"/>
                  </a:lnTo>
                  <a:lnTo>
                    <a:pt x="1360" y="50057"/>
                  </a:lnTo>
                  <a:lnTo>
                    <a:pt x="1360" y="5102"/>
                  </a:lnTo>
                  <a:cubicBezTo>
                    <a:pt x="1360" y="5102"/>
                    <a:pt x="1364" y="2405"/>
                    <a:pt x="914" y="-292"/>
                  </a:cubicBezTo>
                  <a:close/>
                </a:path>
              </a:pathLst>
            </a:custGeom>
            <a:solidFill>
              <a:srgbClr val="E8E8E8"/>
            </a:solidFill>
            <a:ln w="1799" cap="sq">
              <a:noFill/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08" name="フリーフォーム: 図形 207">
              <a:extLst>
                <a:ext uri="{FF2B5EF4-FFF2-40B4-BE49-F238E27FC236}">
                  <a16:creationId xmlns:a16="http://schemas.microsoft.com/office/drawing/2014/main" id="{742A97D7-69FD-8816-9D4A-8AA4E9AD4BEC}"/>
                </a:ext>
              </a:extLst>
            </p:cNvPr>
            <p:cNvSpPr/>
            <p:nvPr/>
          </p:nvSpPr>
          <p:spPr>
            <a:xfrm>
              <a:off x="1555738" y="1655690"/>
              <a:ext cx="45572" cy="100699"/>
            </a:xfrm>
            <a:custGeom>
              <a:avLst/>
              <a:gdLst>
                <a:gd name="csX0" fmla="*/ 4817 w 45572"/>
                <a:gd name="csY0" fmla="*/ -288 h 100699"/>
                <a:gd name="csX1" fmla="*/ 40781 w 45572"/>
                <a:gd name="csY1" fmla="*/ -288 h 100699"/>
                <a:gd name="csX2" fmla="*/ 44378 w 45572"/>
                <a:gd name="csY2" fmla="*/ 17694 h 100699"/>
                <a:gd name="csX3" fmla="*/ 44378 w 45572"/>
                <a:gd name="csY3" fmla="*/ 100411 h 100699"/>
                <a:gd name="csX4" fmla="*/ 1221 w 45572"/>
                <a:gd name="csY4" fmla="*/ 100411 h 100699"/>
                <a:gd name="csX5" fmla="*/ 1221 w 45572"/>
                <a:gd name="csY5" fmla="*/ 17694 h 100699"/>
                <a:gd name="csX6" fmla="*/ 4817 w 45572"/>
                <a:gd name="csY6" fmla="*/ -288 h 1006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5572" h="100699">
                  <a:moveTo>
                    <a:pt x="4817" y="-288"/>
                  </a:moveTo>
                  <a:lnTo>
                    <a:pt x="40781" y="-288"/>
                  </a:lnTo>
                  <a:cubicBezTo>
                    <a:pt x="40781" y="-288"/>
                    <a:pt x="43775" y="11616"/>
                    <a:pt x="44378" y="17694"/>
                  </a:cubicBezTo>
                  <a:cubicBezTo>
                    <a:pt x="47095" y="45134"/>
                    <a:pt x="44378" y="100411"/>
                    <a:pt x="44378" y="100411"/>
                  </a:cubicBezTo>
                  <a:lnTo>
                    <a:pt x="1221" y="100411"/>
                  </a:lnTo>
                  <a:cubicBezTo>
                    <a:pt x="1221" y="100411"/>
                    <a:pt x="-1496" y="45134"/>
                    <a:pt x="1221" y="17694"/>
                  </a:cubicBezTo>
                  <a:cubicBezTo>
                    <a:pt x="1823" y="11616"/>
                    <a:pt x="4817" y="-288"/>
                    <a:pt x="4817" y="-288"/>
                  </a:cubicBezTo>
                  <a:close/>
                </a:path>
              </a:pathLst>
            </a:custGeom>
            <a:solidFill>
              <a:srgbClr val="E8E8E8"/>
            </a:solidFill>
            <a:ln w="1799" cap="rnd">
              <a:noFill/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09" name="フリーフォーム: 図形 208">
              <a:extLst>
                <a:ext uri="{FF2B5EF4-FFF2-40B4-BE49-F238E27FC236}">
                  <a16:creationId xmlns:a16="http://schemas.microsoft.com/office/drawing/2014/main" id="{71C8D625-BC9A-C681-FA05-4341B2981D39}"/>
                </a:ext>
              </a:extLst>
            </p:cNvPr>
            <p:cNvSpPr/>
            <p:nvPr/>
          </p:nvSpPr>
          <p:spPr>
            <a:xfrm>
              <a:off x="1556946" y="1756389"/>
              <a:ext cx="43156" cy="44955"/>
            </a:xfrm>
            <a:custGeom>
              <a:avLst/>
              <a:gdLst>
                <a:gd name="csX0" fmla="*/ 13 w 43156"/>
                <a:gd name="csY0" fmla="*/ -285 h 44955"/>
                <a:gd name="csX1" fmla="*/ 43170 w 43156"/>
                <a:gd name="csY1" fmla="*/ -285 h 44955"/>
                <a:gd name="csX2" fmla="*/ 41372 w 43156"/>
                <a:gd name="csY2" fmla="*/ 44670 h 44955"/>
                <a:gd name="csX3" fmla="*/ 1811 w 43156"/>
                <a:gd name="csY3" fmla="*/ 44670 h 449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156" h="44955">
                  <a:moveTo>
                    <a:pt x="13" y="-285"/>
                  </a:moveTo>
                  <a:lnTo>
                    <a:pt x="43170" y="-285"/>
                  </a:lnTo>
                  <a:lnTo>
                    <a:pt x="41372" y="44670"/>
                  </a:lnTo>
                  <a:lnTo>
                    <a:pt x="1811" y="44670"/>
                  </a:lnTo>
                  <a:close/>
                </a:path>
              </a:pathLst>
            </a:custGeom>
            <a:solidFill>
              <a:srgbClr val="E8E8E8"/>
            </a:solidFill>
            <a:ln w="1799" cap="rnd">
              <a:noFill/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0" name="フリーフォーム: 図形 209">
              <a:extLst>
                <a:ext uri="{FF2B5EF4-FFF2-40B4-BE49-F238E27FC236}">
                  <a16:creationId xmlns:a16="http://schemas.microsoft.com/office/drawing/2014/main" id="{DD95BA24-B65A-C467-DA44-5DC6EF052A5C}"/>
                </a:ext>
              </a:extLst>
            </p:cNvPr>
            <p:cNvSpPr/>
            <p:nvPr/>
          </p:nvSpPr>
          <p:spPr>
            <a:xfrm>
              <a:off x="1548854" y="1801344"/>
              <a:ext cx="59342" cy="14385"/>
            </a:xfrm>
            <a:custGeom>
              <a:avLst/>
              <a:gdLst>
                <a:gd name="csX0" fmla="*/ 4511 w 59342"/>
                <a:gd name="csY0" fmla="*/ -283 h 14385"/>
                <a:gd name="csX1" fmla="*/ 4511 w 59342"/>
                <a:gd name="csY1" fmla="*/ 3313 h 14385"/>
                <a:gd name="csX2" fmla="*/ 3164 w 59342"/>
                <a:gd name="csY2" fmla="*/ 3313 h 14385"/>
                <a:gd name="csX3" fmla="*/ 2718 w 59342"/>
                <a:gd name="csY3" fmla="*/ 5112 h 14385"/>
                <a:gd name="csX4" fmla="*/ 3610 w 59342"/>
                <a:gd name="csY4" fmla="*/ 6909 h 14385"/>
                <a:gd name="csX5" fmla="*/ 3610 w 59342"/>
                <a:gd name="csY5" fmla="*/ 10506 h 14385"/>
                <a:gd name="csX6" fmla="*/ 13 w 59342"/>
                <a:gd name="csY6" fmla="*/ 10506 h 14385"/>
                <a:gd name="csX7" fmla="*/ 13 w 59342"/>
                <a:gd name="csY7" fmla="*/ 13203 h 14385"/>
                <a:gd name="csX8" fmla="*/ 914 w 59342"/>
                <a:gd name="csY8" fmla="*/ 14103 h 14385"/>
                <a:gd name="csX9" fmla="*/ 58453 w 59342"/>
                <a:gd name="csY9" fmla="*/ 14103 h 14385"/>
                <a:gd name="csX10" fmla="*/ 59354 w 59342"/>
                <a:gd name="csY10" fmla="*/ 13203 h 14385"/>
                <a:gd name="csX11" fmla="*/ 59354 w 59342"/>
                <a:gd name="csY11" fmla="*/ 13113 h 14385"/>
                <a:gd name="csX12" fmla="*/ 59354 w 59342"/>
                <a:gd name="csY12" fmla="*/ 10506 h 14385"/>
                <a:gd name="csX13" fmla="*/ 55758 w 59342"/>
                <a:gd name="csY13" fmla="*/ 10506 h 14385"/>
                <a:gd name="csX14" fmla="*/ 55758 w 59342"/>
                <a:gd name="csY14" fmla="*/ 6909 h 14385"/>
                <a:gd name="csX15" fmla="*/ 56660 w 59342"/>
                <a:gd name="csY15" fmla="*/ 5112 h 14385"/>
                <a:gd name="csX16" fmla="*/ 56214 w 59342"/>
                <a:gd name="csY16" fmla="*/ 3313 h 14385"/>
                <a:gd name="csX17" fmla="*/ 54857 w 59342"/>
                <a:gd name="csY17" fmla="*/ 3313 h 14385"/>
                <a:gd name="csX18" fmla="*/ 54857 w 59342"/>
                <a:gd name="csY18" fmla="*/ -283 h 143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59342" h="14385">
                  <a:moveTo>
                    <a:pt x="4511" y="-283"/>
                  </a:moveTo>
                  <a:lnTo>
                    <a:pt x="4511" y="3313"/>
                  </a:lnTo>
                  <a:lnTo>
                    <a:pt x="3164" y="3313"/>
                  </a:lnTo>
                  <a:lnTo>
                    <a:pt x="2718" y="5112"/>
                  </a:lnTo>
                  <a:lnTo>
                    <a:pt x="3610" y="6909"/>
                  </a:lnTo>
                  <a:lnTo>
                    <a:pt x="3610" y="10506"/>
                  </a:lnTo>
                  <a:lnTo>
                    <a:pt x="13" y="10506"/>
                  </a:lnTo>
                  <a:lnTo>
                    <a:pt x="13" y="13203"/>
                  </a:lnTo>
                  <a:cubicBezTo>
                    <a:pt x="13" y="13707"/>
                    <a:pt x="416" y="14103"/>
                    <a:pt x="914" y="14103"/>
                  </a:cubicBezTo>
                  <a:lnTo>
                    <a:pt x="58453" y="14103"/>
                  </a:lnTo>
                  <a:cubicBezTo>
                    <a:pt x="58951" y="14103"/>
                    <a:pt x="59354" y="13707"/>
                    <a:pt x="59354" y="13203"/>
                  </a:cubicBezTo>
                  <a:cubicBezTo>
                    <a:pt x="59354" y="13168"/>
                    <a:pt x="59357" y="13150"/>
                    <a:pt x="59354" y="13113"/>
                  </a:cubicBezTo>
                  <a:lnTo>
                    <a:pt x="59354" y="10506"/>
                  </a:lnTo>
                  <a:lnTo>
                    <a:pt x="55758" y="10506"/>
                  </a:lnTo>
                  <a:lnTo>
                    <a:pt x="55758" y="6909"/>
                  </a:lnTo>
                  <a:lnTo>
                    <a:pt x="56660" y="5112"/>
                  </a:lnTo>
                  <a:lnTo>
                    <a:pt x="56214" y="3313"/>
                  </a:lnTo>
                  <a:lnTo>
                    <a:pt x="54857" y="3313"/>
                  </a:lnTo>
                  <a:lnTo>
                    <a:pt x="54857" y="-283"/>
                  </a:lnTo>
                  <a:close/>
                </a:path>
              </a:pathLst>
            </a:custGeom>
            <a:solidFill>
              <a:srgbClr val="E8E8E8"/>
            </a:solidFill>
            <a:ln w="1799" cap="sq">
              <a:noFill/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1" name="フリーフォーム: 図形 210">
              <a:extLst>
                <a:ext uri="{FF2B5EF4-FFF2-40B4-BE49-F238E27FC236}">
                  <a16:creationId xmlns:a16="http://schemas.microsoft.com/office/drawing/2014/main" id="{00AF14CB-F4C0-FBF1-1ECE-508B784CEFFB}"/>
                </a:ext>
              </a:extLst>
            </p:cNvPr>
            <p:cNvSpPr/>
            <p:nvPr/>
          </p:nvSpPr>
          <p:spPr>
            <a:xfrm>
              <a:off x="1556946" y="1601744"/>
              <a:ext cx="43156" cy="71928"/>
            </a:xfrm>
            <a:custGeom>
              <a:avLst/>
              <a:gdLst>
                <a:gd name="csX0" fmla="*/ 13 w 43156"/>
                <a:gd name="csY0" fmla="*/ 71636 h 71928"/>
                <a:gd name="csX1" fmla="*/ 43170 w 43156"/>
                <a:gd name="csY1" fmla="*/ 71636 h 71928"/>
                <a:gd name="csX2" fmla="*/ 21737 w 43156"/>
                <a:gd name="csY2" fmla="*/ -292 h 71928"/>
                <a:gd name="csX3" fmla="*/ 13 w 43156"/>
                <a:gd name="csY3" fmla="*/ 71636 h 719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156" h="71928">
                  <a:moveTo>
                    <a:pt x="13" y="71636"/>
                  </a:moveTo>
                  <a:cubicBezTo>
                    <a:pt x="43170" y="71636"/>
                    <a:pt x="13" y="71636"/>
                    <a:pt x="43170" y="71636"/>
                  </a:cubicBezTo>
                  <a:cubicBezTo>
                    <a:pt x="43170" y="35672"/>
                    <a:pt x="21737" y="-292"/>
                    <a:pt x="21737" y="-292"/>
                  </a:cubicBezTo>
                  <a:cubicBezTo>
                    <a:pt x="21737" y="-292"/>
                    <a:pt x="13" y="35619"/>
                    <a:pt x="13" y="71636"/>
                  </a:cubicBezTo>
                  <a:close/>
                </a:path>
              </a:pathLst>
            </a:custGeom>
            <a:solidFill>
              <a:srgbClr val="E8E8E8"/>
            </a:solidFill>
            <a:ln w="1799" cap="flat">
              <a:noFill/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2" name="フリーフォーム: 図形 211">
              <a:extLst>
                <a:ext uri="{FF2B5EF4-FFF2-40B4-BE49-F238E27FC236}">
                  <a16:creationId xmlns:a16="http://schemas.microsoft.com/office/drawing/2014/main" id="{4BCA02A1-F800-17E4-E2FD-AE6392303CF3}"/>
                </a:ext>
              </a:extLst>
            </p:cNvPr>
            <p:cNvSpPr/>
            <p:nvPr/>
          </p:nvSpPr>
          <p:spPr>
            <a:xfrm>
              <a:off x="1548857" y="1756389"/>
              <a:ext cx="59342" cy="55744"/>
            </a:xfrm>
            <a:custGeom>
              <a:avLst/>
              <a:gdLst>
                <a:gd name="csX0" fmla="*/ 8098 w 59342"/>
                <a:gd name="csY0" fmla="*/ -284 h 55744"/>
                <a:gd name="csX1" fmla="*/ 4511 w 59342"/>
                <a:gd name="csY1" fmla="*/ 44671 h 55744"/>
                <a:gd name="csX2" fmla="*/ 13 w 59342"/>
                <a:gd name="csY2" fmla="*/ 55460 h 55744"/>
                <a:gd name="csX3" fmla="*/ 29684 w 59342"/>
                <a:gd name="csY3" fmla="*/ 55460 h 55744"/>
                <a:gd name="csX4" fmla="*/ 59356 w 59342"/>
                <a:gd name="csY4" fmla="*/ 55460 h 55744"/>
                <a:gd name="csX5" fmla="*/ 54858 w 59342"/>
                <a:gd name="csY5" fmla="*/ 44671 h 55744"/>
                <a:gd name="csX6" fmla="*/ 51271 w 59342"/>
                <a:gd name="csY6" fmla="*/ -284 h 55744"/>
                <a:gd name="csX7" fmla="*/ 29684 w 59342"/>
                <a:gd name="csY7" fmla="*/ -284 h 557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59342" h="55744">
                  <a:moveTo>
                    <a:pt x="8098" y="-284"/>
                  </a:moveTo>
                  <a:cubicBezTo>
                    <a:pt x="8098" y="-284"/>
                    <a:pt x="9008" y="33881"/>
                    <a:pt x="4511" y="44671"/>
                  </a:cubicBezTo>
                  <a:lnTo>
                    <a:pt x="13" y="55460"/>
                  </a:lnTo>
                  <a:lnTo>
                    <a:pt x="29684" y="55460"/>
                  </a:lnTo>
                  <a:lnTo>
                    <a:pt x="59356" y="55460"/>
                  </a:lnTo>
                  <a:lnTo>
                    <a:pt x="54858" y="44671"/>
                  </a:lnTo>
                  <a:cubicBezTo>
                    <a:pt x="50361" y="33881"/>
                    <a:pt x="51271" y="-284"/>
                    <a:pt x="51271" y="-284"/>
                  </a:cubicBezTo>
                  <a:lnTo>
                    <a:pt x="29684" y="-284"/>
                  </a:lnTo>
                  <a:close/>
                </a:path>
              </a:pathLst>
            </a:custGeom>
            <a:solidFill>
              <a:srgbClr val="E8E8E8"/>
            </a:solidFill>
            <a:ln w="1799" cap="flat">
              <a:noFill/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38" name="グループ化 237">
            <a:extLst>
              <a:ext uri="{FF2B5EF4-FFF2-40B4-BE49-F238E27FC236}">
                <a16:creationId xmlns:a16="http://schemas.microsoft.com/office/drawing/2014/main" id="{761A6BC7-1072-268C-29E5-14A365286627}"/>
              </a:ext>
            </a:extLst>
          </p:cNvPr>
          <p:cNvGrpSpPr/>
          <p:nvPr/>
        </p:nvGrpSpPr>
        <p:grpSpPr>
          <a:xfrm>
            <a:off x="5439762" y="2061001"/>
            <a:ext cx="1051117" cy="670102"/>
            <a:chOff x="5673026" y="2061001"/>
            <a:chExt cx="1051117" cy="670102"/>
          </a:xfrm>
        </p:grpSpPr>
        <p:sp>
          <p:nvSpPr>
            <p:cNvPr id="194" name="フリーフォーム: 図形 193">
              <a:extLst>
                <a:ext uri="{FF2B5EF4-FFF2-40B4-BE49-F238E27FC236}">
                  <a16:creationId xmlns:a16="http://schemas.microsoft.com/office/drawing/2014/main" id="{F198ACAD-F65F-BDF1-A871-6006C120F636}"/>
                </a:ext>
              </a:extLst>
            </p:cNvPr>
            <p:cNvSpPr/>
            <p:nvPr/>
          </p:nvSpPr>
          <p:spPr>
            <a:xfrm>
              <a:off x="5673026" y="2208704"/>
              <a:ext cx="634861" cy="517632"/>
            </a:xfrm>
            <a:custGeom>
              <a:avLst/>
              <a:gdLst>
                <a:gd name="csX0" fmla="*/ 1857 w 122392"/>
                <a:gd name="csY0" fmla="*/ -300 h 99792"/>
                <a:gd name="csX1" fmla="*/ 50 w 122392"/>
                <a:gd name="csY1" fmla="*/ 13957 h 99792"/>
                <a:gd name="csX2" fmla="*/ 50 w 122392"/>
                <a:gd name="csY2" fmla="*/ 99492 h 99792"/>
                <a:gd name="csX3" fmla="*/ 3642 w 122392"/>
                <a:gd name="csY3" fmla="*/ 99492 h 99792"/>
                <a:gd name="csX4" fmla="*/ 3642 w 122392"/>
                <a:gd name="csY4" fmla="*/ 17017 h 99792"/>
                <a:gd name="csX5" fmla="*/ 5352 w 122392"/>
                <a:gd name="csY5" fmla="*/ 3264 h 99792"/>
                <a:gd name="csX6" fmla="*/ 51062 w 122392"/>
                <a:gd name="csY6" fmla="*/ 3264 h 99792"/>
                <a:gd name="csX7" fmla="*/ 61239 w 122392"/>
                <a:gd name="csY7" fmla="*/ 10393 h 99792"/>
                <a:gd name="csX8" fmla="*/ 71434 w 122392"/>
                <a:gd name="csY8" fmla="*/ 3264 h 99792"/>
                <a:gd name="csX9" fmla="*/ 117161 w 122392"/>
                <a:gd name="csY9" fmla="*/ 3264 h 99792"/>
                <a:gd name="csX10" fmla="*/ 118853 w 122392"/>
                <a:gd name="csY10" fmla="*/ 17017 h 99792"/>
                <a:gd name="csX11" fmla="*/ 118853 w 122392"/>
                <a:gd name="csY11" fmla="*/ 99492 h 99792"/>
                <a:gd name="csX12" fmla="*/ 122442 w 122392"/>
                <a:gd name="csY12" fmla="*/ 99492 h 99792"/>
                <a:gd name="csX13" fmla="*/ 122442 w 122392"/>
                <a:gd name="csY13" fmla="*/ 13957 h 99792"/>
                <a:gd name="csX14" fmla="*/ 120639 w 122392"/>
                <a:gd name="csY14" fmla="*/ -300 h 99792"/>
                <a:gd name="csX15" fmla="*/ 72046 w 122392"/>
                <a:gd name="csY15" fmla="*/ -300 h 99792"/>
                <a:gd name="csX16" fmla="*/ 68457 w 122392"/>
                <a:gd name="csY16" fmla="*/ -300 h 99792"/>
                <a:gd name="csX17" fmla="*/ 68457 w 122392"/>
                <a:gd name="csY17" fmla="*/ -11 h 99792"/>
                <a:gd name="csX18" fmla="*/ 68439 w 122392"/>
                <a:gd name="csY18" fmla="*/ 60 h 99792"/>
                <a:gd name="csX19" fmla="*/ 68439 w 122392"/>
                <a:gd name="csY19" fmla="*/ 204 h 99792"/>
                <a:gd name="csX20" fmla="*/ 68439 w 122392"/>
                <a:gd name="csY20" fmla="*/ 241 h 99792"/>
                <a:gd name="csX21" fmla="*/ 68360 w 122392"/>
                <a:gd name="csY21" fmla="*/ 745 h 99792"/>
                <a:gd name="csX22" fmla="*/ 68360 w 122392"/>
                <a:gd name="csY22" fmla="*/ 816 h 99792"/>
                <a:gd name="csX23" fmla="*/ 68288 w 122392"/>
                <a:gd name="csY23" fmla="*/ 1177 h 99792"/>
                <a:gd name="csX24" fmla="*/ 68230 w 122392"/>
                <a:gd name="csY24" fmla="*/ 1393 h 99792"/>
                <a:gd name="csX25" fmla="*/ 68158 w 122392"/>
                <a:gd name="csY25" fmla="*/ 1681 h 99792"/>
                <a:gd name="csX26" fmla="*/ 68122 w 122392"/>
                <a:gd name="csY26" fmla="*/ 1825 h 99792"/>
                <a:gd name="csX27" fmla="*/ 68104 w 122392"/>
                <a:gd name="csY27" fmla="*/ 1861 h 99792"/>
                <a:gd name="csX28" fmla="*/ 68068 w 122392"/>
                <a:gd name="csY28" fmla="*/ 2005 h 99792"/>
                <a:gd name="csX29" fmla="*/ 67974 w 122392"/>
                <a:gd name="csY29" fmla="*/ 2220 h 99792"/>
                <a:gd name="csX30" fmla="*/ 67859 w 122392"/>
                <a:gd name="csY30" fmla="*/ 2508 h 99792"/>
                <a:gd name="csX31" fmla="*/ 67838 w 122392"/>
                <a:gd name="csY31" fmla="*/ 2545 h 99792"/>
                <a:gd name="csX32" fmla="*/ 67744 w 122392"/>
                <a:gd name="csY32" fmla="*/ 2761 h 99792"/>
                <a:gd name="csX33" fmla="*/ 67615 w 122392"/>
                <a:gd name="csY33" fmla="*/ 3049 h 99792"/>
                <a:gd name="csX34" fmla="*/ 67579 w 122392"/>
                <a:gd name="csY34" fmla="*/ 3120 h 99792"/>
                <a:gd name="csX35" fmla="*/ 67485 w 122392"/>
                <a:gd name="csY35" fmla="*/ 3264 h 99792"/>
                <a:gd name="csX36" fmla="*/ 61235 w 122392"/>
                <a:gd name="csY36" fmla="*/ 6829 h 99792"/>
                <a:gd name="csX37" fmla="*/ 55004 w 122392"/>
                <a:gd name="csY37" fmla="*/ 3264 h 99792"/>
                <a:gd name="csX38" fmla="*/ 54924 w 122392"/>
                <a:gd name="csY38" fmla="*/ 3120 h 99792"/>
                <a:gd name="csX39" fmla="*/ 54593 w 122392"/>
                <a:gd name="csY39" fmla="*/ 2401 h 99792"/>
                <a:gd name="csX40" fmla="*/ 54449 w 122392"/>
                <a:gd name="csY40" fmla="*/ 2040 h 99792"/>
                <a:gd name="csX41" fmla="*/ 54431 w 122392"/>
                <a:gd name="csY41" fmla="*/ 2005 h 99792"/>
                <a:gd name="csX42" fmla="*/ 54158 w 122392"/>
                <a:gd name="csY42" fmla="*/ 960 h 99792"/>
                <a:gd name="csX43" fmla="*/ 54043 w 122392"/>
                <a:gd name="csY43" fmla="*/ -300 h 99792"/>
                <a:gd name="csX44" fmla="*/ 50450 w 122392"/>
                <a:gd name="csY44" fmla="*/ -300 h 997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</a:cxnLst>
              <a:rect l="l" t="t" r="r" b="b"/>
              <a:pathLst>
                <a:path w="122392" h="99792">
                  <a:moveTo>
                    <a:pt x="1857" y="-300"/>
                  </a:moveTo>
                  <a:cubicBezTo>
                    <a:pt x="1857" y="-300"/>
                    <a:pt x="42" y="-300"/>
                    <a:pt x="50" y="13957"/>
                  </a:cubicBezTo>
                  <a:lnTo>
                    <a:pt x="50" y="99492"/>
                  </a:lnTo>
                  <a:lnTo>
                    <a:pt x="3642" y="99492"/>
                  </a:lnTo>
                  <a:lnTo>
                    <a:pt x="3642" y="17017"/>
                  </a:lnTo>
                  <a:cubicBezTo>
                    <a:pt x="3635" y="3264"/>
                    <a:pt x="5352" y="3264"/>
                    <a:pt x="5352" y="3264"/>
                  </a:cubicBezTo>
                  <a:lnTo>
                    <a:pt x="51062" y="3264"/>
                  </a:lnTo>
                  <a:cubicBezTo>
                    <a:pt x="52588" y="7549"/>
                    <a:pt x="56663" y="10393"/>
                    <a:pt x="61239" y="10393"/>
                  </a:cubicBezTo>
                  <a:cubicBezTo>
                    <a:pt x="65822" y="10393"/>
                    <a:pt x="69908" y="7549"/>
                    <a:pt x="71434" y="3264"/>
                  </a:cubicBezTo>
                  <a:lnTo>
                    <a:pt x="117161" y="3264"/>
                  </a:lnTo>
                  <a:cubicBezTo>
                    <a:pt x="117161" y="3264"/>
                    <a:pt x="118846" y="3264"/>
                    <a:pt x="118853" y="17017"/>
                  </a:cubicBezTo>
                  <a:lnTo>
                    <a:pt x="118853" y="99492"/>
                  </a:lnTo>
                  <a:lnTo>
                    <a:pt x="122442" y="99492"/>
                  </a:lnTo>
                  <a:lnTo>
                    <a:pt x="122442" y="13957"/>
                  </a:lnTo>
                  <a:cubicBezTo>
                    <a:pt x="122435" y="-300"/>
                    <a:pt x="120639" y="-300"/>
                    <a:pt x="120639" y="-300"/>
                  </a:cubicBezTo>
                  <a:lnTo>
                    <a:pt x="72046" y="-300"/>
                  </a:lnTo>
                  <a:lnTo>
                    <a:pt x="68457" y="-300"/>
                  </a:lnTo>
                  <a:cubicBezTo>
                    <a:pt x="68457" y="-191"/>
                    <a:pt x="68457" y="-120"/>
                    <a:pt x="68457" y="-11"/>
                  </a:cubicBezTo>
                  <a:cubicBezTo>
                    <a:pt x="68450" y="24"/>
                    <a:pt x="68442" y="24"/>
                    <a:pt x="68439" y="60"/>
                  </a:cubicBezTo>
                  <a:cubicBezTo>
                    <a:pt x="68439" y="97"/>
                    <a:pt x="68439" y="168"/>
                    <a:pt x="68439" y="204"/>
                  </a:cubicBezTo>
                  <a:cubicBezTo>
                    <a:pt x="68439" y="204"/>
                    <a:pt x="68439" y="241"/>
                    <a:pt x="68439" y="241"/>
                  </a:cubicBezTo>
                  <a:cubicBezTo>
                    <a:pt x="68417" y="421"/>
                    <a:pt x="68392" y="565"/>
                    <a:pt x="68360" y="745"/>
                  </a:cubicBezTo>
                  <a:cubicBezTo>
                    <a:pt x="68360" y="780"/>
                    <a:pt x="68360" y="780"/>
                    <a:pt x="68360" y="816"/>
                  </a:cubicBezTo>
                  <a:cubicBezTo>
                    <a:pt x="68338" y="925"/>
                    <a:pt x="68313" y="1069"/>
                    <a:pt x="68288" y="1177"/>
                  </a:cubicBezTo>
                  <a:cubicBezTo>
                    <a:pt x="68270" y="1248"/>
                    <a:pt x="68248" y="1321"/>
                    <a:pt x="68230" y="1393"/>
                  </a:cubicBezTo>
                  <a:cubicBezTo>
                    <a:pt x="68208" y="1501"/>
                    <a:pt x="68183" y="1572"/>
                    <a:pt x="68158" y="1681"/>
                  </a:cubicBezTo>
                  <a:cubicBezTo>
                    <a:pt x="68143" y="1716"/>
                    <a:pt x="68133" y="1789"/>
                    <a:pt x="68122" y="1825"/>
                  </a:cubicBezTo>
                  <a:cubicBezTo>
                    <a:pt x="68115" y="1825"/>
                    <a:pt x="68108" y="1861"/>
                    <a:pt x="68104" y="1861"/>
                  </a:cubicBezTo>
                  <a:cubicBezTo>
                    <a:pt x="68090" y="1896"/>
                    <a:pt x="68079" y="1969"/>
                    <a:pt x="68068" y="2005"/>
                  </a:cubicBezTo>
                  <a:cubicBezTo>
                    <a:pt x="68036" y="2076"/>
                    <a:pt x="68007" y="2149"/>
                    <a:pt x="67974" y="2220"/>
                  </a:cubicBezTo>
                  <a:cubicBezTo>
                    <a:pt x="67935" y="2329"/>
                    <a:pt x="67899" y="2401"/>
                    <a:pt x="67859" y="2508"/>
                  </a:cubicBezTo>
                  <a:cubicBezTo>
                    <a:pt x="67852" y="2508"/>
                    <a:pt x="67845" y="2545"/>
                    <a:pt x="67838" y="2545"/>
                  </a:cubicBezTo>
                  <a:cubicBezTo>
                    <a:pt x="67809" y="2617"/>
                    <a:pt x="67777" y="2688"/>
                    <a:pt x="67744" y="2761"/>
                  </a:cubicBezTo>
                  <a:cubicBezTo>
                    <a:pt x="67704" y="2869"/>
                    <a:pt x="67661" y="2941"/>
                    <a:pt x="67615" y="3049"/>
                  </a:cubicBezTo>
                  <a:cubicBezTo>
                    <a:pt x="67604" y="3085"/>
                    <a:pt x="67593" y="3085"/>
                    <a:pt x="67579" y="3120"/>
                  </a:cubicBezTo>
                  <a:cubicBezTo>
                    <a:pt x="67550" y="3156"/>
                    <a:pt x="67517" y="3229"/>
                    <a:pt x="67485" y="3264"/>
                  </a:cubicBezTo>
                  <a:cubicBezTo>
                    <a:pt x="66192" y="5460"/>
                    <a:pt x="63809" y="6829"/>
                    <a:pt x="61235" y="6829"/>
                  </a:cubicBezTo>
                  <a:cubicBezTo>
                    <a:pt x="58668" y="6829"/>
                    <a:pt x="56293" y="5460"/>
                    <a:pt x="55004" y="3264"/>
                  </a:cubicBezTo>
                  <a:cubicBezTo>
                    <a:pt x="54975" y="3229"/>
                    <a:pt x="54950" y="3156"/>
                    <a:pt x="54924" y="3120"/>
                  </a:cubicBezTo>
                  <a:cubicBezTo>
                    <a:pt x="54798" y="2869"/>
                    <a:pt x="54690" y="2652"/>
                    <a:pt x="54593" y="2401"/>
                  </a:cubicBezTo>
                  <a:cubicBezTo>
                    <a:pt x="54543" y="2293"/>
                    <a:pt x="54492" y="2149"/>
                    <a:pt x="54449" y="2040"/>
                  </a:cubicBezTo>
                  <a:cubicBezTo>
                    <a:pt x="54442" y="2040"/>
                    <a:pt x="54435" y="2005"/>
                    <a:pt x="54431" y="2005"/>
                  </a:cubicBezTo>
                  <a:cubicBezTo>
                    <a:pt x="54309" y="1681"/>
                    <a:pt x="54219" y="1321"/>
                    <a:pt x="54158" y="960"/>
                  </a:cubicBezTo>
                  <a:cubicBezTo>
                    <a:pt x="54082" y="529"/>
                    <a:pt x="54043" y="133"/>
                    <a:pt x="54043" y="-300"/>
                  </a:cubicBezTo>
                  <a:lnTo>
                    <a:pt x="50450" y="-300"/>
                  </a:lnTo>
                  <a:close/>
                </a:path>
              </a:pathLst>
            </a:custGeom>
            <a:solidFill>
              <a:srgbClr val="000000"/>
            </a:solidFill>
            <a:ln w="3583" cap="sq">
              <a:noFill/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95" name="フリーフォーム: 図形 194">
              <a:extLst>
                <a:ext uri="{FF2B5EF4-FFF2-40B4-BE49-F238E27FC236}">
                  <a16:creationId xmlns:a16="http://schemas.microsoft.com/office/drawing/2014/main" id="{86D00EBE-150D-C421-E485-EA8E54E8ED0B}"/>
                </a:ext>
              </a:extLst>
            </p:cNvPr>
            <p:cNvSpPr/>
            <p:nvPr/>
          </p:nvSpPr>
          <p:spPr>
            <a:xfrm>
              <a:off x="5925047" y="2467525"/>
              <a:ext cx="130752" cy="36969"/>
            </a:xfrm>
            <a:custGeom>
              <a:avLst/>
              <a:gdLst>
                <a:gd name="csX0" fmla="*/ 50 w 25207"/>
                <a:gd name="csY0" fmla="*/ -300 h 7127"/>
                <a:gd name="csX1" fmla="*/ 50 w 25207"/>
                <a:gd name="csY1" fmla="*/ 3264 h 7127"/>
                <a:gd name="csX2" fmla="*/ 3660 w 25207"/>
                <a:gd name="csY2" fmla="*/ 6828 h 7127"/>
                <a:gd name="csX3" fmla="*/ 21650 w 25207"/>
                <a:gd name="csY3" fmla="*/ 6828 h 7127"/>
                <a:gd name="csX4" fmla="*/ 25257 w 25207"/>
                <a:gd name="csY4" fmla="*/ 3264 h 7127"/>
                <a:gd name="csX5" fmla="*/ 25257 w 25207"/>
                <a:gd name="csY5" fmla="*/ 3264 h 7127"/>
                <a:gd name="csX6" fmla="*/ 25257 w 25207"/>
                <a:gd name="csY6" fmla="*/ -300 h 7127"/>
                <a:gd name="csX7" fmla="*/ 21650 w 25207"/>
                <a:gd name="csY7" fmla="*/ -300 h 7127"/>
                <a:gd name="csX8" fmla="*/ 3660 w 25207"/>
                <a:gd name="csY8" fmla="*/ -300 h 71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5207" h="7127">
                  <a:moveTo>
                    <a:pt x="50" y="-300"/>
                  </a:moveTo>
                  <a:lnTo>
                    <a:pt x="50" y="3264"/>
                  </a:lnTo>
                  <a:cubicBezTo>
                    <a:pt x="50" y="5244"/>
                    <a:pt x="1662" y="6828"/>
                    <a:pt x="3660" y="6828"/>
                  </a:cubicBezTo>
                  <a:lnTo>
                    <a:pt x="21650" y="6828"/>
                  </a:lnTo>
                  <a:cubicBezTo>
                    <a:pt x="23644" y="6828"/>
                    <a:pt x="25257" y="5244"/>
                    <a:pt x="25257" y="3264"/>
                  </a:cubicBezTo>
                  <a:lnTo>
                    <a:pt x="25257" y="3264"/>
                  </a:lnTo>
                  <a:lnTo>
                    <a:pt x="25257" y="-300"/>
                  </a:lnTo>
                  <a:lnTo>
                    <a:pt x="21650" y="-300"/>
                  </a:lnTo>
                  <a:lnTo>
                    <a:pt x="3660" y="-300"/>
                  </a:lnTo>
                  <a:close/>
                </a:path>
              </a:pathLst>
            </a:custGeom>
            <a:solidFill>
              <a:srgbClr val="000000"/>
            </a:solidFill>
            <a:ln w="2083" cap="rnd">
              <a:noFill/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96" name="フリーフォーム: 図形 195">
              <a:extLst>
                <a:ext uri="{FF2B5EF4-FFF2-40B4-BE49-F238E27FC236}">
                  <a16:creationId xmlns:a16="http://schemas.microsoft.com/office/drawing/2014/main" id="{B0FD4972-0F83-277C-1669-F6687E8A3218}"/>
                </a:ext>
              </a:extLst>
            </p:cNvPr>
            <p:cNvSpPr/>
            <p:nvPr/>
          </p:nvSpPr>
          <p:spPr>
            <a:xfrm>
              <a:off x="5939052" y="2319630"/>
              <a:ext cx="102705" cy="147890"/>
            </a:xfrm>
            <a:custGeom>
              <a:avLst/>
              <a:gdLst>
                <a:gd name="csX0" fmla="*/ 50 w 19800"/>
                <a:gd name="csY0" fmla="*/ -301 h 28511"/>
                <a:gd name="csX1" fmla="*/ 19850 w 19800"/>
                <a:gd name="csY1" fmla="*/ -301 h 28511"/>
                <a:gd name="csX2" fmla="*/ 18950 w 19800"/>
                <a:gd name="csY2" fmla="*/ 28211 h 28511"/>
                <a:gd name="csX3" fmla="*/ 950 w 19800"/>
                <a:gd name="csY3" fmla="*/ 28211 h 28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800" h="28511">
                  <a:moveTo>
                    <a:pt x="50" y="-301"/>
                  </a:moveTo>
                  <a:lnTo>
                    <a:pt x="19850" y="-301"/>
                  </a:lnTo>
                  <a:lnTo>
                    <a:pt x="18950" y="28211"/>
                  </a:lnTo>
                  <a:lnTo>
                    <a:pt x="950" y="28211"/>
                  </a:lnTo>
                  <a:close/>
                </a:path>
              </a:pathLst>
            </a:custGeom>
            <a:solidFill>
              <a:srgbClr val="000000"/>
            </a:solidFill>
            <a:ln w="3519" cap="rnd">
              <a:noFill/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97" name="フリーフォーム: 図形 196">
              <a:extLst>
                <a:ext uri="{FF2B5EF4-FFF2-40B4-BE49-F238E27FC236}">
                  <a16:creationId xmlns:a16="http://schemas.microsoft.com/office/drawing/2014/main" id="{BC7CB2F3-43B7-83AB-C1A2-B8F48507928F}"/>
                </a:ext>
              </a:extLst>
            </p:cNvPr>
            <p:cNvSpPr/>
            <p:nvPr/>
          </p:nvSpPr>
          <p:spPr>
            <a:xfrm>
              <a:off x="5897057" y="2264170"/>
              <a:ext cx="186736" cy="55455"/>
            </a:xfrm>
            <a:custGeom>
              <a:avLst/>
              <a:gdLst>
                <a:gd name="csX0" fmla="*/ 50 w 36000"/>
                <a:gd name="csY0" fmla="*/ -302 h 10691"/>
                <a:gd name="csX1" fmla="*/ 50 w 36000"/>
                <a:gd name="csY1" fmla="*/ 5061 h 10691"/>
                <a:gd name="csX2" fmla="*/ 5446 w 36000"/>
                <a:gd name="csY2" fmla="*/ 10389 h 10691"/>
                <a:gd name="csX3" fmla="*/ 30653 w 36000"/>
                <a:gd name="csY3" fmla="*/ 10389 h 10691"/>
                <a:gd name="csX4" fmla="*/ 36050 w 36000"/>
                <a:gd name="csY4" fmla="*/ 5061 h 10691"/>
                <a:gd name="csX5" fmla="*/ 36050 w 36000"/>
                <a:gd name="csY5" fmla="*/ 5061 h 10691"/>
                <a:gd name="csX6" fmla="*/ 36050 w 36000"/>
                <a:gd name="csY6" fmla="*/ -302 h 10691"/>
                <a:gd name="csX7" fmla="*/ 30653 w 36000"/>
                <a:gd name="csY7" fmla="*/ -302 h 10691"/>
                <a:gd name="csX8" fmla="*/ 5446 w 36000"/>
                <a:gd name="csY8" fmla="*/ -302 h 106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6000" h="10691">
                  <a:moveTo>
                    <a:pt x="50" y="-302"/>
                  </a:moveTo>
                  <a:lnTo>
                    <a:pt x="50" y="5061"/>
                  </a:lnTo>
                  <a:cubicBezTo>
                    <a:pt x="50" y="8049"/>
                    <a:pt x="2454" y="10389"/>
                    <a:pt x="5446" y="10389"/>
                  </a:cubicBezTo>
                  <a:lnTo>
                    <a:pt x="30653" y="10389"/>
                  </a:lnTo>
                  <a:cubicBezTo>
                    <a:pt x="33645" y="10389"/>
                    <a:pt x="36050" y="8013"/>
                    <a:pt x="36050" y="5061"/>
                  </a:cubicBezTo>
                  <a:lnTo>
                    <a:pt x="36050" y="5061"/>
                  </a:lnTo>
                  <a:lnTo>
                    <a:pt x="36050" y="-302"/>
                  </a:lnTo>
                  <a:lnTo>
                    <a:pt x="30653" y="-302"/>
                  </a:lnTo>
                  <a:lnTo>
                    <a:pt x="5446" y="-302"/>
                  </a:lnTo>
                  <a:close/>
                </a:path>
              </a:pathLst>
            </a:custGeom>
            <a:solidFill>
              <a:srgbClr val="000000"/>
            </a:solidFill>
            <a:ln w="3050" cap="rnd">
              <a:noFill/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98" name="フリーフォーム: 図形 197">
              <a:extLst>
                <a:ext uri="{FF2B5EF4-FFF2-40B4-BE49-F238E27FC236}">
                  <a16:creationId xmlns:a16="http://schemas.microsoft.com/office/drawing/2014/main" id="{C8ADDFC2-82D7-FB9C-7CF8-557BD1D1F9E9}"/>
                </a:ext>
              </a:extLst>
            </p:cNvPr>
            <p:cNvSpPr/>
            <p:nvPr/>
          </p:nvSpPr>
          <p:spPr>
            <a:xfrm>
              <a:off x="5981104" y="2061001"/>
              <a:ext cx="18617" cy="203169"/>
            </a:xfrm>
            <a:custGeom>
              <a:avLst/>
              <a:gdLst>
                <a:gd name="csX0" fmla="*/ 1835 w 3589"/>
                <a:gd name="csY0" fmla="*/ -304 h 39168"/>
                <a:gd name="csX1" fmla="*/ 50 w 3589"/>
                <a:gd name="csY1" fmla="*/ 10351 h 39168"/>
                <a:gd name="csX2" fmla="*/ 50 w 3589"/>
                <a:gd name="csY2" fmla="*/ 38864 h 39168"/>
                <a:gd name="csX3" fmla="*/ 3639 w 3589"/>
                <a:gd name="csY3" fmla="*/ 38864 h 39168"/>
                <a:gd name="csX4" fmla="*/ 3639 w 3589"/>
                <a:gd name="csY4" fmla="*/ 10351 h 39168"/>
                <a:gd name="csX5" fmla="*/ 1835 w 3589"/>
                <a:gd name="csY5" fmla="*/ -304 h 391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589" h="39168">
                  <a:moveTo>
                    <a:pt x="1835" y="-304"/>
                  </a:moveTo>
                  <a:cubicBezTo>
                    <a:pt x="35" y="3260"/>
                    <a:pt x="50" y="10351"/>
                    <a:pt x="50" y="10351"/>
                  </a:cubicBezTo>
                  <a:lnTo>
                    <a:pt x="50" y="38864"/>
                  </a:lnTo>
                  <a:lnTo>
                    <a:pt x="3639" y="38864"/>
                  </a:lnTo>
                  <a:lnTo>
                    <a:pt x="3639" y="10351"/>
                  </a:lnTo>
                  <a:cubicBezTo>
                    <a:pt x="3639" y="10351"/>
                    <a:pt x="3635" y="3260"/>
                    <a:pt x="1835" y="-304"/>
                  </a:cubicBezTo>
                  <a:close/>
                </a:path>
              </a:pathLst>
            </a:custGeom>
            <a:solidFill>
              <a:srgbClr val="000000"/>
            </a:solidFill>
            <a:ln w="1844" cap="rnd">
              <a:noFill/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  <p:grpSp>
          <p:nvGrpSpPr>
            <p:cNvPr id="220" name="グラフィックス 178">
              <a:extLst>
                <a:ext uri="{FF2B5EF4-FFF2-40B4-BE49-F238E27FC236}">
                  <a16:creationId xmlns:a16="http://schemas.microsoft.com/office/drawing/2014/main" id="{998023F4-BE86-1D37-C2F4-402482492006}"/>
                </a:ext>
              </a:extLst>
            </p:cNvPr>
            <p:cNvGrpSpPr/>
            <p:nvPr/>
          </p:nvGrpSpPr>
          <p:grpSpPr>
            <a:xfrm>
              <a:off x="6406712" y="2394885"/>
              <a:ext cx="317431" cy="336218"/>
              <a:chOff x="2235097" y="1751851"/>
              <a:chExt cx="61196" cy="64818"/>
            </a:xfrm>
            <a:solidFill>
              <a:srgbClr val="E8E8E8"/>
            </a:solidFill>
          </p:grpSpPr>
          <p:sp>
            <p:nvSpPr>
              <p:cNvPr id="221" name="フリーフォーム: 図形 220">
                <a:extLst>
                  <a:ext uri="{FF2B5EF4-FFF2-40B4-BE49-F238E27FC236}">
                    <a16:creationId xmlns:a16="http://schemas.microsoft.com/office/drawing/2014/main" id="{A8452E20-39FD-F82F-857D-85D8744858A4}"/>
                  </a:ext>
                </a:extLst>
              </p:cNvPr>
              <p:cNvSpPr/>
              <p:nvPr/>
            </p:nvSpPr>
            <p:spPr>
              <a:xfrm>
                <a:off x="2259399" y="1791451"/>
                <a:ext cx="12603" cy="3599"/>
              </a:xfrm>
              <a:custGeom>
                <a:avLst/>
                <a:gdLst>
                  <a:gd name="csX0" fmla="*/ 68 w 12603"/>
                  <a:gd name="csY0" fmla="*/ -297 h 3599"/>
                  <a:gd name="csX1" fmla="*/ 68 w 12603"/>
                  <a:gd name="csY1" fmla="*/ 1503 h 3599"/>
                  <a:gd name="csX2" fmla="*/ 1873 w 12603"/>
                  <a:gd name="csY2" fmla="*/ 3303 h 3599"/>
                  <a:gd name="csX3" fmla="*/ 10868 w 12603"/>
                  <a:gd name="csY3" fmla="*/ 3303 h 3599"/>
                  <a:gd name="csX4" fmla="*/ 12671 w 12603"/>
                  <a:gd name="csY4" fmla="*/ 1503 h 3599"/>
                  <a:gd name="csX5" fmla="*/ 12671 w 12603"/>
                  <a:gd name="csY5" fmla="*/ 1503 h 3599"/>
                  <a:gd name="csX6" fmla="*/ 12671 w 12603"/>
                  <a:gd name="csY6" fmla="*/ -297 h 3599"/>
                  <a:gd name="csX7" fmla="*/ 10868 w 12603"/>
                  <a:gd name="csY7" fmla="*/ -297 h 3599"/>
                  <a:gd name="csX8" fmla="*/ 1873 w 12603"/>
                  <a:gd name="csY8" fmla="*/ -297 h 35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603" h="3599">
                    <a:moveTo>
                      <a:pt x="68" y="-297"/>
                    </a:moveTo>
                    <a:lnTo>
                      <a:pt x="68" y="1503"/>
                    </a:lnTo>
                    <a:cubicBezTo>
                      <a:pt x="68" y="2511"/>
                      <a:pt x="876" y="3303"/>
                      <a:pt x="1873" y="3303"/>
                    </a:cubicBezTo>
                    <a:lnTo>
                      <a:pt x="10868" y="3303"/>
                    </a:lnTo>
                    <a:cubicBezTo>
                      <a:pt x="11865" y="3303"/>
                      <a:pt x="12671" y="2511"/>
                      <a:pt x="12671" y="1503"/>
                    </a:cubicBezTo>
                    <a:lnTo>
                      <a:pt x="12671" y="1503"/>
                    </a:lnTo>
                    <a:lnTo>
                      <a:pt x="12671" y="-297"/>
                    </a:lnTo>
                    <a:lnTo>
                      <a:pt x="10868" y="-297"/>
                    </a:lnTo>
                    <a:lnTo>
                      <a:pt x="1873" y="-297"/>
                    </a:lnTo>
                    <a:close/>
                  </a:path>
                </a:pathLst>
              </a:custGeom>
              <a:solidFill>
                <a:srgbClr val="E8E8E8"/>
              </a:solidFill>
              <a:ln w="900"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2" name="フリーフォーム: 図形 221">
                <a:extLst>
                  <a:ext uri="{FF2B5EF4-FFF2-40B4-BE49-F238E27FC236}">
                    <a16:creationId xmlns:a16="http://schemas.microsoft.com/office/drawing/2014/main" id="{7DA00395-D3F3-B773-039A-C825FD7B51B1}"/>
                  </a:ext>
                </a:extLst>
              </p:cNvPr>
              <p:cNvSpPr/>
              <p:nvPr/>
            </p:nvSpPr>
            <p:spPr>
              <a:xfrm>
                <a:off x="2260749" y="1777050"/>
                <a:ext cx="9899" cy="14400"/>
              </a:xfrm>
              <a:custGeom>
                <a:avLst/>
                <a:gdLst>
                  <a:gd name="csX0" fmla="*/ 68 w 9899"/>
                  <a:gd name="csY0" fmla="*/ -298 h 14400"/>
                  <a:gd name="csX1" fmla="*/ 9968 w 9899"/>
                  <a:gd name="csY1" fmla="*/ -298 h 14400"/>
                  <a:gd name="csX2" fmla="*/ 9518 w 9899"/>
                  <a:gd name="csY2" fmla="*/ 14103 h 14400"/>
                  <a:gd name="csX3" fmla="*/ 518 w 9899"/>
                  <a:gd name="csY3" fmla="*/ 14103 h 14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899" h="14400">
                    <a:moveTo>
                      <a:pt x="68" y="-298"/>
                    </a:moveTo>
                    <a:lnTo>
                      <a:pt x="9968" y="-298"/>
                    </a:lnTo>
                    <a:lnTo>
                      <a:pt x="9518" y="14103"/>
                    </a:lnTo>
                    <a:lnTo>
                      <a:pt x="518" y="14103"/>
                    </a:lnTo>
                    <a:close/>
                  </a:path>
                </a:pathLst>
              </a:custGeom>
              <a:solidFill>
                <a:srgbClr val="E8E8E8"/>
              </a:solidFill>
              <a:ln w="900"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3" name="フリーフォーム: 図形 222">
                <a:extLst>
                  <a:ext uri="{FF2B5EF4-FFF2-40B4-BE49-F238E27FC236}">
                    <a16:creationId xmlns:a16="http://schemas.microsoft.com/office/drawing/2014/main" id="{F071536C-310E-E30C-F295-5B9A75B275A6}"/>
                  </a:ext>
                </a:extLst>
              </p:cNvPr>
              <p:cNvSpPr/>
              <p:nvPr/>
            </p:nvSpPr>
            <p:spPr>
              <a:xfrm>
                <a:off x="2256703" y="1771651"/>
                <a:ext cx="17998" cy="5399"/>
              </a:xfrm>
              <a:custGeom>
                <a:avLst/>
                <a:gdLst>
                  <a:gd name="csX0" fmla="*/ 68 w 17998"/>
                  <a:gd name="csY0" fmla="*/ -298 h 5399"/>
                  <a:gd name="csX1" fmla="*/ 68 w 17998"/>
                  <a:gd name="csY1" fmla="*/ 2402 h 5399"/>
                  <a:gd name="csX2" fmla="*/ 2764 w 17998"/>
                  <a:gd name="csY2" fmla="*/ 5102 h 5399"/>
                  <a:gd name="csX3" fmla="*/ 15368 w 17998"/>
                  <a:gd name="csY3" fmla="*/ 5102 h 5399"/>
                  <a:gd name="csX4" fmla="*/ 18066 w 17998"/>
                  <a:gd name="csY4" fmla="*/ 2402 h 5399"/>
                  <a:gd name="csX5" fmla="*/ 18066 w 17998"/>
                  <a:gd name="csY5" fmla="*/ 2402 h 5399"/>
                  <a:gd name="csX6" fmla="*/ 18066 w 17998"/>
                  <a:gd name="csY6" fmla="*/ -298 h 5399"/>
                  <a:gd name="csX7" fmla="*/ 15368 w 17998"/>
                  <a:gd name="csY7" fmla="*/ -298 h 5399"/>
                  <a:gd name="csX8" fmla="*/ 2764 w 17998"/>
                  <a:gd name="csY8" fmla="*/ -298 h 53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7998" h="5399">
                    <a:moveTo>
                      <a:pt x="68" y="-298"/>
                    </a:moveTo>
                    <a:lnTo>
                      <a:pt x="68" y="2402"/>
                    </a:lnTo>
                    <a:cubicBezTo>
                      <a:pt x="68" y="3896"/>
                      <a:pt x="1268" y="5102"/>
                      <a:pt x="2764" y="5102"/>
                    </a:cubicBezTo>
                    <a:lnTo>
                      <a:pt x="15368" y="5102"/>
                    </a:lnTo>
                    <a:cubicBezTo>
                      <a:pt x="16864" y="5102"/>
                      <a:pt x="18066" y="3896"/>
                      <a:pt x="18066" y="2402"/>
                    </a:cubicBezTo>
                    <a:lnTo>
                      <a:pt x="18066" y="2402"/>
                    </a:lnTo>
                    <a:lnTo>
                      <a:pt x="18066" y="-298"/>
                    </a:lnTo>
                    <a:lnTo>
                      <a:pt x="15368" y="-298"/>
                    </a:lnTo>
                    <a:lnTo>
                      <a:pt x="2764" y="-298"/>
                    </a:lnTo>
                    <a:close/>
                  </a:path>
                </a:pathLst>
              </a:custGeom>
              <a:solidFill>
                <a:srgbClr val="E8E8E8"/>
              </a:solidFill>
              <a:ln w="900"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4" name="フリーフォーム: 図形 223">
                <a:extLst>
                  <a:ext uri="{FF2B5EF4-FFF2-40B4-BE49-F238E27FC236}">
                    <a16:creationId xmlns:a16="http://schemas.microsoft.com/office/drawing/2014/main" id="{E4B09C20-3851-2086-1F67-77BAB64697E7}"/>
                  </a:ext>
                </a:extLst>
              </p:cNvPr>
              <p:cNvSpPr/>
              <p:nvPr/>
            </p:nvSpPr>
            <p:spPr>
              <a:xfrm>
                <a:off x="2264805" y="1751851"/>
                <a:ext cx="1794" cy="19800"/>
              </a:xfrm>
              <a:custGeom>
                <a:avLst/>
                <a:gdLst>
                  <a:gd name="csX0" fmla="*/ 961 w 1794"/>
                  <a:gd name="csY0" fmla="*/ -299 h 19800"/>
                  <a:gd name="csX1" fmla="*/ 68 w 1794"/>
                  <a:gd name="csY1" fmla="*/ 5102 h 19800"/>
                  <a:gd name="csX2" fmla="*/ 68 w 1794"/>
                  <a:gd name="csY2" fmla="*/ 19501 h 19800"/>
                  <a:gd name="csX3" fmla="*/ 1862 w 1794"/>
                  <a:gd name="csY3" fmla="*/ 19501 h 19800"/>
                  <a:gd name="csX4" fmla="*/ 1862 w 1794"/>
                  <a:gd name="csY4" fmla="*/ 5102 h 19800"/>
                  <a:gd name="csX5" fmla="*/ 961 w 1794"/>
                  <a:gd name="csY5" fmla="*/ -299 h 198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1794" h="19800">
                    <a:moveTo>
                      <a:pt x="961" y="-299"/>
                    </a:moveTo>
                    <a:cubicBezTo>
                      <a:pt x="61" y="1501"/>
                      <a:pt x="68" y="5102"/>
                      <a:pt x="68" y="5102"/>
                    </a:cubicBezTo>
                    <a:lnTo>
                      <a:pt x="68" y="19501"/>
                    </a:lnTo>
                    <a:lnTo>
                      <a:pt x="1862" y="19501"/>
                    </a:lnTo>
                    <a:lnTo>
                      <a:pt x="1862" y="5102"/>
                    </a:lnTo>
                    <a:cubicBezTo>
                      <a:pt x="1862" y="5102"/>
                      <a:pt x="1861" y="1501"/>
                      <a:pt x="961" y="-299"/>
                    </a:cubicBezTo>
                    <a:close/>
                  </a:path>
                </a:pathLst>
              </a:custGeom>
              <a:solidFill>
                <a:srgbClr val="E8E8E8"/>
              </a:solidFill>
              <a:ln w="900"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5" name="フリーフォーム: 図形 224">
                <a:extLst>
                  <a:ext uri="{FF2B5EF4-FFF2-40B4-BE49-F238E27FC236}">
                    <a16:creationId xmlns:a16="http://schemas.microsoft.com/office/drawing/2014/main" id="{B84CC18B-9337-AB5E-9601-165AEB5EBE28}"/>
                  </a:ext>
                </a:extLst>
              </p:cNvPr>
              <p:cNvSpPr/>
              <p:nvPr/>
            </p:nvSpPr>
            <p:spPr>
              <a:xfrm>
                <a:off x="2235097" y="1766251"/>
                <a:ext cx="61196" cy="50417"/>
              </a:xfrm>
              <a:custGeom>
                <a:avLst/>
                <a:gdLst>
                  <a:gd name="csX0" fmla="*/ 971 w 61196"/>
                  <a:gd name="csY0" fmla="*/ -297 h 50417"/>
                  <a:gd name="csX1" fmla="*/ 68 w 61196"/>
                  <a:gd name="csY1" fmla="*/ 6903 h 50417"/>
                  <a:gd name="csX2" fmla="*/ 68 w 61196"/>
                  <a:gd name="csY2" fmla="*/ 50121 h 50417"/>
                  <a:gd name="csX3" fmla="*/ 61264 w 61196"/>
                  <a:gd name="csY3" fmla="*/ 50121 h 50417"/>
                  <a:gd name="csX4" fmla="*/ 61264 w 61196"/>
                  <a:gd name="csY4" fmla="*/ 6903 h 50417"/>
                  <a:gd name="csX5" fmla="*/ 60362 w 61196"/>
                  <a:gd name="csY5" fmla="*/ -297 h 5041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61196" h="50417">
                    <a:moveTo>
                      <a:pt x="971" y="-297"/>
                    </a:moveTo>
                    <a:cubicBezTo>
                      <a:pt x="971" y="-297"/>
                      <a:pt x="64" y="-297"/>
                      <a:pt x="68" y="6903"/>
                    </a:cubicBezTo>
                    <a:lnTo>
                      <a:pt x="68" y="50121"/>
                    </a:lnTo>
                    <a:lnTo>
                      <a:pt x="61264" y="50121"/>
                    </a:lnTo>
                    <a:lnTo>
                      <a:pt x="61264" y="6903"/>
                    </a:lnTo>
                    <a:cubicBezTo>
                      <a:pt x="61261" y="-297"/>
                      <a:pt x="60362" y="-297"/>
                      <a:pt x="60362" y="-297"/>
                    </a:cubicBezTo>
                    <a:close/>
                  </a:path>
                </a:pathLst>
              </a:custGeom>
              <a:solidFill>
                <a:srgbClr val="E8E8E8"/>
              </a:solidFill>
              <a:ln w="900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ja-JP" altLang="en-US"/>
              </a:p>
            </p:txBody>
          </p:sp>
        </p:grpSp>
      </p:grpSp>
      <p:grpSp>
        <p:nvGrpSpPr>
          <p:cNvPr id="237" name="グループ化 236">
            <a:extLst>
              <a:ext uri="{FF2B5EF4-FFF2-40B4-BE49-F238E27FC236}">
                <a16:creationId xmlns:a16="http://schemas.microsoft.com/office/drawing/2014/main" id="{2EC013C7-95DE-20E4-B88F-7650998AE6D8}"/>
              </a:ext>
            </a:extLst>
          </p:cNvPr>
          <p:cNvGrpSpPr/>
          <p:nvPr/>
        </p:nvGrpSpPr>
        <p:grpSpPr>
          <a:xfrm>
            <a:off x="3691240" y="2208704"/>
            <a:ext cx="1051096" cy="522300"/>
            <a:chOff x="3793154" y="2208704"/>
            <a:chExt cx="1051096" cy="522300"/>
          </a:xfrm>
        </p:grpSpPr>
        <p:sp>
          <p:nvSpPr>
            <p:cNvPr id="226" name="フリーフォーム: 図形 225">
              <a:extLst>
                <a:ext uri="{FF2B5EF4-FFF2-40B4-BE49-F238E27FC236}">
                  <a16:creationId xmlns:a16="http://schemas.microsoft.com/office/drawing/2014/main" id="{C6C71337-FF2A-C8BC-C5ED-25AA81524E67}"/>
                </a:ext>
              </a:extLst>
            </p:cNvPr>
            <p:cNvSpPr/>
            <p:nvPr/>
          </p:nvSpPr>
          <p:spPr>
            <a:xfrm>
              <a:off x="3793154" y="2208704"/>
              <a:ext cx="634861" cy="517632"/>
            </a:xfrm>
            <a:custGeom>
              <a:avLst/>
              <a:gdLst>
                <a:gd name="csX0" fmla="*/ 1825 w 122392"/>
                <a:gd name="csY0" fmla="*/ -300 h 99792"/>
                <a:gd name="csX1" fmla="*/ 22 w 122392"/>
                <a:gd name="csY1" fmla="*/ 13957 h 99792"/>
                <a:gd name="csX2" fmla="*/ 22 w 122392"/>
                <a:gd name="csY2" fmla="*/ 99492 h 99792"/>
                <a:gd name="csX3" fmla="*/ 3611 w 122392"/>
                <a:gd name="csY3" fmla="*/ 99492 h 99792"/>
                <a:gd name="csX4" fmla="*/ 3611 w 122392"/>
                <a:gd name="csY4" fmla="*/ 17017 h 99792"/>
                <a:gd name="csX5" fmla="*/ 5324 w 122392"/>
                <a:gd name="csY5" fmla="*/ 3300 h 99792"/>
                <a:gd name="csX6" fmla="*/ 51034 w 122392"/>
                <a:gd name="csY6" fmla="*/ 3300 h 99792"/>
                <a:gd name="csX7" fmla="*/ 61207 w 122392"/>
                <a:gd name="csY7" fmla="*/ 10428 h 99792"/>
                <a:gd name="csX8" fmla="*/ 71402 w 122392"/>
                <a:gd name="csY8" fmla="*/ 3300 h 99792"/>
                <a:gd name="csX9" fmla="*/ 117130 w 122392"/>
                <a:gd name="csY9" fmla="*/ 3300 h 99792"/>
                <a:gd name="csX10" fmla="*/ 118822 w 122392"/>
                <a:gd name="csY10" fmla="*/ 17017 h 99792"/>
                <a:gd name="csX11" fmla="*/ 118822 w 122392"/>
                <a:gd name="csY11" fmla="*/ 99492 h 99792"/>
                <a:gd name="csX12" fmla="*/ 122415 w 122392"/>
                <a:gd name="csY12" fmla="*/ 99492 h 99792"/>
                <a:gd name="csX13" fmla="*/ 122415 w 122392"/>
                <a:gd name="csY13" fmla="*/ 13957 h 99792"/>
                <a:gd name="csX14" fmla="*/ 120611 w 122392"/>
                <a:gd name="csY14" fmla="*/ -300 h 99792"/>
                <a:gd name="csX15" fmla="*/ 72018 w 122392"/>
                <a:gd name="csY15" fmla="*/ -300 h 99792"/>
                <a:gd name="csX16" fmla="*/ 68425 w 122392"/>
                <a:gd name="csY16" fmla="*/ -300 h 99792"/>
                <a:gd name="csX17" fmla="*/ 68425 w 122392"/>
                <a:gd name="csY17" fmla="*/ -11 h 99792"/>
                <a:gd name="csX18" fmla="*/ 68407 w 122392"/>
                <a:gd name="csY18" fmla="*/ 60 h 99792"/>
                <a:gd name="csX19" fmla="*/ 68407 w 122392"/>
                <a:gd name="csY19" fmla="*/ 204 h 99792"/>
                <a:gd name="csX20" fmla="*/ 68407 w 122392"/>
                <a:gd name="csY20" fmla="*/ 241 h 99792"/>
                <a:gd name="csX21" fmla="*/ 68328 w 122392"/>
                <a:gd name="csY21" fmla="*/ 745 h 99792"/>
                <a:gd name="csX22" fmla="*/ 68328 w 122392"/>
                <a:gd name="csY22" fmla="*/ 816 h 99792"/>
                <a:gd name="csX23" fmla="*/ 68256 w 122392"/>
                <a:gd name="csY23" fmla="*/ 1177 h 99792"/>
                <a:gd name="csX24" fmla="*/ 68198 w 122392"/>
                <a:gd name="csY24" fmla="*/ 1393 h 99792"/>
                <a:gd name="csX25" fmla="*/ 68127 w 122392"/>
                <a:gd name="csY25" fmla="*/ 1681 h 99792"/>
                <a:gd name="csX26" fmla="*/ 68091 w 122392"/>
                <a:gd name="csY26" fmla="*/ 1825 h 99792"/>
                <a:gd name="csX27" fmla="*/ 68073 w 122392"/>
                <a:gd name="csY27" fmla="*/ 1861 h 99792"/>
                <a:gd name="csX28" fmla="*/ 68037 w 122392"/>
                <a:gd name="csY28" fmla="*/ 2005 h 99792"/>
                <a:gd name="csX29" fmla="*/ 67943 w 122392"/>
                <a:gd name="csY29" fmla="*/ 2220 h 99792"/>
                <a:gd name="csX30" fmla="*/ 67828 w 122392"/>
                <a:gd name="csY30" fmla="*/ 2508 h 99792"/>
                <a:gd name="csX31" fmla="*/ 67810 w 122392"/>
                <a:gd name="csY31" fmla="*/ 2545 h 99792"/>
                <a:gd name="csX32" fmla="*/ 67716 w 122392"/>
                <a:gd name="csY32" fmla="*/ 2761 h 99792"/>
                <a:gd name="csX33" fmla="*/ 67587 w 122392"/>
                <a:gd name="csY33" fmla="*/ 3049 h 99792"/>
                <a:gd name="csX34" fmla="*/ 67551 w 122392"/>
                <a:gd name="csY34" fmla="*/ 3120 h 99792"/>
                <a:gd name="csX35" fmla="*/ 67457 w 122392"/>
                <a:gd name="csY35" fmla="*/ 3264 h 99792"/>
                <a:gd name="csX36" fmla="*/ 61204 w 122392"/>
                <a:gd name="csY36" fmla="*/ 6829 h 99792"/>
                <a:gd name="csX37" fmla="*/ 54972 w 122392"/>
                <a:gd name="csY37" fmla="*/ 3264 h 99792"/>
                <a:gd name="csX38" fmla="*/ 54893 w 122392"/>
                <a:gd name="csY38" fmla="*/ 3120 h 99792"/>
                <a:gd name="csX39" fmla="*/ 54562 w 122392"/>
                <a:gd name="csY39" fmla="*/ 2401 h 99792"/>
                <a:gd name="csX40" fmla="*/ 54418 w 122392"/>
                <a:gd name="csY40" fmla="*/ 2040 h 99792"/>
                <a:gd name="csX41" fmla="*/ 54400 w 122392"/>
                <a:gd name="csY41" fmla="*/ 2040 h 99792"/>
                <a:gd name="csX42" fmla="*/ 54126 w 122392"/>
                <a:gd name="csY42" fmla="*/ 960 h 99792"/>
                <a:gd name="csX43" fmla="*/ 54011 w 122392"/>
                <a:gd name="csY43" fmla="*/ -300 h 99792"/>
                <a:gd name="csX44" fmla="*/ 50422 w 122392"/>
                <a:gd name="csY44" fmla="*/ -300 h 997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</a:cxnLst>
              <a:rect l="l" t="t" r="r" b="b"/>
              <a:pathLst>
                <a:path w="122392" h="99792">
                  <a:moveTo>
                    <a:pt x="1825" y="-300"/>
                  </a:moveTo>
                  <a:cubicBezTo>
                    <a:pt x="1825" y="-300"/>
                    <a:pt x="14" y="-300"/>
                    <a:pt x="22" y="13957"/>
                  </a:cubicBezTo>
                  <a:lnTo>
                    <a:pt x="22" y="99492"/>
                  </a:lnTo>
                  <a:lnTo>
                    <a:pt x="3611" y="99492"/>
                  </a:lnTo>
                  <a:lnTo>
                    <a:pt x="3611" y="17017"/>
                  </a:lnTo>
                  <a:cubicBezTo>
                    <a:pt x="3604" y="3264"/>
                    <a:pt x="5324" y="3300"/>
                    <a:pt x="5324" y="3300"/>
                  </a:cubicBezTo>
                  <a:lnTo>
                    <a:pt x="51034" y="3300"/>
                  </a:lnTo>
                  <a:cubicBezTo>
                    <a:pt x="52557" y="7549"/>
                    <a:pt x="56635" y="10393"/>
                    <a:pt x="61207" y="10428"/>
                  </a:cubicBezTo>
                  <a:cubicBezTo>
                    <a:pt x="65790" y="10428"/>
                    <a:pt x="69876" y="7549"/>
                    <a:pt x="71402" y="3300"/>
                  </a:cubicBezTo>
                  <a:lnTo>
                    <a:pt x="117130" y="3300"/>
                  </a:lnTo>
                  <a:cubicBezTo>
                    <a:pt x="117130" y="3300"/>
                    <a:pt x="118815" y="3264"/>
                    <a:pt x="118822" y="17017"/>
                  </a:cubicBezTo>
                  <a:lnTo>
                    <a:pt x="118822" y="99492"/>
                  </a:lnTo>
                  <a:lnTo>
                    <a:pt x="122415" y="99492"/>
                  </a:lnTo>
                  <a:lnTo>
                    <a:pt x="122415" y="13957"/>
                  </a:lnTo>
                  <a:cubicBezTo>
                    <a:pt x="122404" y="-300"/>
                    <a:pt x="120611" y="-300"/>
                    <a:pt x="120611" y="-300"/>
                  </a:cubicBezTo>
                  <a:lnTo>
                    <a:pt x="72018" y="-300"/>
                  </a:lnTo>
                  <a:lnTo>
                    <a:pt x="68425" y="-300"/>
                  </a:lnTo>
                  <a:cubicBezTo>
                    <a:pt x="68429" y="-191"/>
                    <a:pt x="68429" y="-83"/>
                    <a:pt x="68425" y="-11"/>
                  </a:cubicBezTo>
                  <a:cubicBezTo>
                    <a:pt x="68422" y="24"/>
                    <a:pt x="68414" y="60"/>
                    <a:pt x="68407" y="60"/>
                  </a:cubicBezTo>
                  <a:cubicBezTo>
                    <a:pt x="68407" y="133"/>
                    <a:pt x="68407" y="168"/>
                    <a:pt x="68407" y="204"/>
                  </a:cubicBezTo>
                  <a:cubicBezTo>
                    <a:pt x="68407" y="241"/>
                    <a:pt x="68407" y="241"/>
                    <a:pt x="68407" y="241"/>
                  </a:cubicBezTo>
                  <a:cubicBezTo>
                    <a:pt x="68389" y="421"/>
                    <a:pt x="68361" y="601"/>
                    <a:pt x="68328" y="745"/>
                  </a:cubicBezTo>
                  <a:cubicBezTo>
                    <a:pt x="68328" y="780"/>
                    <a:pt x="68328" y="816"/>
                    <a:pt x="68328" y="816"/>
                  </a:cubicBezTo>
                  <a:cubicBezTo>
                    <a:pt x="68307" y="960"/>
                    <a:pt x="68285" y="1069"/>
                    <a:pt x="68256" y="1177"/>
                  </a:cubicBezTo>
                  <a:cubicBezTo>
                    <a:pt x="68238" y="1248"/>
                    <a:pt x="68220" y="1321"/>
                    <a:pt x="68198" y="1393"/>
                  </a:cubicBezTo>
                  <a:cubicBezTo>
                    <a:pt x="68177" y="1501"/>
                    <a:pt x="68152" y="1608"/>
                    <a:pt x="68127" y="1681"/>
                  </a:cubicBezTo>
                  <a:cubicBezTo>
                    <a:pt x="68116" y="1752"/>
                    <a:pt x="68105" y="1789"/>
                    <a:pt x="68091" y="1825"/>
                  </a:cubicBezTo>
                  <a:cubicBezTo>
                    <a:pt x="68083" y="1861"/>
                    <a:pt x="68080" y="1861"/>
                    <a:pt x="68073" y="1861"/>
                  </a:cubicBezTo>
                  <a:cubicBezTo>
                    <a:pt x="68062" y="1933"/>
                    <a:pt x="68051" y="1969"/>
                    <a:pt x="68037" y="2005"/>
                  </a:cubicBezTo>
                  <a:cubicBezTo>
                    <a:pt x="68008" y="2076"/>
                    <a:pt x="67975" y="2149"/>
                    <a:pt x="67943" y="2220"/>
                  </a:cubicBezTo>
                  <a:cubicBezTo>
                    <a:pt x="67907" y="2329"/>
                    <a:pt x="67867" y="2437"/>
                    <a:pt x="67828" y="2508"/>
                  </a:cubicBezTo>
                  <a:cubicBezTo>
                    <a:pt x="67821" y="2545"/>
                    <a:pt x="67817" y="2545"/>
                    <a:pt x="67810" y="2545"/>
                  </a:cubicBezTo>
                  <a:cubicBezTo>
                    <a:pt x="67781" y="2617"/>
                    <a:pt x="67748" y="2688"/>
                    <a:pt x="67716" y="2761"/>
                  </a:cubicBezTo>
                  <a:cubicBezTo>
                    <a:pt x="67673" y="2869"/>
                    <a:pt x="67630" y="2976"/>
                    <a:pt x="67587" y="3049"/>
                  </a:cubicBezTo>
                  <a:cubicBezTo>
                    <a:pt x="67576" y="3085"/>
                    <a:pt x="67561" y="3120"/>
                    <a:pt x="67551" y="3120"/>
                  </a:cubicBezTo>
                  <a:cubicBezTo>
                    <a:pt x="67518" y="3193"/>
                    <a:pt x="67489" y="3229"/>
                    <a:pt x="67457" y="3264"/>
                  </a:cubicBezTo>
                  <a:cubicBezTo>
                    <a:pt x="66164" y="5497"/>
                    <a:pt x="63781" y="6829"/>
                    <a:pt x="61204" y="6829"/>
                  </a:cubicBezTo>
                  <a:cubicBezTo>
                    <a:pt x="58637" y="6829"/>
                    <a:pt x="56261" y="5460"/>
                    <a:pt x="54972" y="3264"/>
                  </a:cubicBezTo>
                  <a:cubicBezTo>
                    <a:pt x="54947" y="3229"/>
                    <a:pt x="54918" y="3193"/>
                    <a:pt x="54893" y="3120"/>
                  </a:cubicBezTo>
                  <a:cubicBezTo>
                    <a:pt x="54770" y="2905"/>
                    <a:pt x="54659" y="2652"/>
                    <a:pt x="54562" y="2401"/>
                  </a:cubicBezTo>
                  <a:cubicBezTo>
                    <a:pt x="54511" y="2293"/>
                    <a:pt x="54464" y="2149"/>
                    <a:pt x="54418" y="2040"/>
                  </a:cubicBezTo>
                  <a:cubicBezTo>
                    <a:pt x="54410" y="2040"/>
                    <a:pt x="54407" y="2040"/>
                    <a:pt x="54400" y="2040"/>
                  </a:cubicBezTo>
                  <a:cubicBezTo>
                    <a:pt x="54281" y="1681"/>
                    <a:pt x="54187" y="1321"/>
                    <a:pt x="54126" y="960"/>
                  </a:cubicBezTo>
                  <a:cubicBezTo>
                    <a:pt x="54051" y="529"/>
                    <a:pt x="54014" y="133"/>
                    <a:pt x="54011" y="-300"/>
                  </a:cubicBezTo>
                  <a:lnTo>
                    <a:pt x="50422" y="-300"/>
                  </a:lnTo>
                  <a:close/>
                </a:path>
              </a:pathLst>
            </a:custGeom>
            <a:solidFill>
              <a:srgbClr val="000000"/>
            </a:solidFill>
            <a:ln w="3583" cap="sq">
              <a:noFill/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27" name="フリーフォーム: 図形 226">
              <a:extLst>
                <a:ext uri="{FF2B5EF4-FFF2-40B4-BE49-F238E27FC236}">
                  <a16:creationId xmlns:a16="http://schemas.microsoft.com/office/drawing/2014/main" id="{848F1BA4-170B-A7E9-24D9-1978B75D09ED}"/>
                </a:ext>
              </a:extLst>
            </p:cNvPr>
            <p:cNvSpPr/>
            <p:nvPr/>
          </p:nvSpPr>
          <p:spPr>
            <a:xfrm>
              <a:off x="4526840" y="2469574"/>
              <a:ext cx="317410" cy="261430"/>
            </a:xfrm>
            <a:custGeom>
              <a:avLst/>
              <a:gdLst>
                <a:gd name="csX0" fmla="*/ 930 w 61192"/>
                <a:gd name="csY0" fmla="*/ -298 h 50400"/>
                <a:gd name="csX1" fmla="*/ 30 w 61192"/>
                <a:gd name="csY1" fmla="*/ 6903 h 50400"/>
                <a:gd name="csX2" fmla="*/ 30 w 61192"/>
                <a:gd name="csY2" fmla="*/ 50103 h 50400"/>
                <a:gd name="csX3" fmla="*/ 61223 w 61192"/>
                <a:gd name="csY3" fmla="*/ 50103 h 50400"/>
                <a:gd name="csX4" fmla="*/ 61223 w 61192"/>
                <a:gd name="csY4" fmla="*/ 6903 h 50400"/>
                <a:gd name="csX5" fmla="*/ 60323 w 61192"/>
                <a:gd name="csY5" fmla="*/ -298 h 50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61192" h="50400">
                  <a:moveTo>
                    <a:pt x="930" y="-298"/>
                  </a:moveTo>
                  <a:cubicBezTo>
                    <a:pt x="930" y="-298"/>
                    <a:pt x="23" y="-298"/>
                    <a:pt x="30" y="6903"/>
                  </a:cubicBezTo>
                  <a:lnTo>
                    <a:pt x="30" y="50103"/>
                  </a:lnTo>
                  <a:lnTo>
                    <a:pt x="61223" y="50103"/>
                  </a:lnTo>
                  <a:lnTo>
                    <a:pt x="61223" y="6903"/>
                  </a:lnTo>
                  <a:cubicBezTo>
                    <a:pt x="61219" y="-298"/>
                    <a:pt x="60323" y="-298"/>
                    <a:pt x="60323" y="-298"/>
                  </a:cubicBezTo>
                  <a:close/>
                </a:path>
              </a:pathLst>
            </a:custGeom>
            <a:solidFill>
              <a:srgbClr val="E8E8E8"/>
            </a:solidFill>
            <a:ln w="900" cap="sq">
              <a:noFill/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39" name="グループ化 238">
            <a:extLst>
              <a:ext uri="{FF2B5EF4-FFF2-40B4-BE49-F238E27FC236}">
                <a16:creationId xmlns:a16="http://schemas.microsoft.com/office/drawing/2014/main" id="{9A5ED679-9E51-5875-4179-5B295C8F52C1}"/>
              </a:ext>
            </a:extLst>
          </p:cNvPr>
          <p:cNvGrpSpPr/>
          <p:nvPr/>
        </p:nvGrpSpPr>
        <p:grpSpPr>
          <a:xfrm>
            <a:off x="7188305" y="2061001"/>
            <a:ext cx="1051111" cy="665413"/>
            <a:chOff x="7370737" y="2061001"/>
            <a:chExt cx="1051111" cy="665413"/>
          </a:xfrm>
        </p:grpSpPr>
        <p:grpSp>
          <p:nvGrpSpPr>
            <p:cNvPr id="213" name="グラフィックス 178">
              <a:extLst>
                <a:ext uri="{FF2B5EF4-FFF2-40B4-BE49-F238E27FC236}">
                  <a16:creationId xmlns:a16="http://schemas.microsoft.com/office/drawing/2014/main" id="{B71B328B-5ACD-6385-C3EC-1EC0DF84B50B}"/>
                </a:ext>
              </a:extLst>
            </p:cNvPr>
            <p:cNvGrpSpPr/>
            <p:nvPr/>
          </p:nvGrpSpPr>
          <p:grpSpPr>
            <a:xfrm>
              <a:off x="8104417" y="2390196"/>
              <a:ext cx="317431" cy="336218"/>
              <a:chOff x="2562390" y="1750947"/>
              <a:chExt cx="61196" cy="64818"/>
            </a:xfrm>
            <a:solidFill>
              <a:srgbClr val="E8E8E8"/>
            </a:solidFill>
          </p:grpSpPr>
          <p:sp>
            <p:nvSpPr>
              <p:cNvPr id="214" name="フリーフォーム: 図形 213">
                <a:extLst>
                  <a:ext uri="{FF2B5EF4-FFF2-40B4-BE49-F238E27FC236}">
                    <a16:creationId xmlns:a16="http://schemas.microsoft.com/office/drawing/2014/main" id="{3C2AA0EC-3CF5-603B-828F-7B273408C397}"/>
                  </a:ext>
                </a:extLst>
              </p:cNvPr>
              <p:cNvSpPr/>
              <p:nvPr/>
            </p:nvSpPr>
            <p:spPr>
              <a:xfrm>
                <a:off x="2586692" y="1790547"/>
                <a:ext cx="12603" cy="3599"/>
              </a:xfrm>
              <a:custGeom>
                <a:avLst/>
                <a:gdLst>
                  <a:gd name="csX0" fmla="*/ 134 w 12603"/>
                  <a:gd name="csY0" fmla="*/ -284 h 3599"/>
                  <a:gd name="csX1" fmla="*/ 134 w 12603"/>
                  <a:gd name="csY1" fmla="*/ 1534 h 3599"/>
                  <a:gd name="csX2" fmla="*/ 1938 w 12603"/>
                  <a:gd name="csY2" fmla="*/ 3316 h 3599"/>
                  <a:gd name="csX3" fmla="*/ 10932 w 12603"/>
                  <a:gd name="csY3" fmla="*/ 3316 h 3599"/>
                  <a:gd name="csX4" fmla="*/ 12738 w 12603"/>
                  <a:gd name="csY4" fmla="*/ 1534 h 3599"/>
                  <a:gd name="csX5" fmla="*/ 12738 w 12603"/>
                  <a:gd name="csY5" fmla="*/ 1516 h 3599"/>
                  <a:gd name="csX6" fmla="*/ 12738 w 12603"/>
                  <a:gd name="csY6" fmla="*/ -284 h 3599"/>
                  <a:gd name="csX7" fmla="*/ 10932 w 12603"/>
                  <a:gd name="csY7" fmla="*/ -284 h 3599"/>
                  <a:gd name="csX8" fmla="*/ 1938 w 12603"/>
                  <a:gd name="csY8" fmla="*/ -284 h 35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603" h="3599">
                    <a:moveTo>
                      <a:pt x="134" y="-284"/>
                    </a:moveTo>
                    <a:lnTo>
                      <a:pt x="134" y="1534"/>
                    </a:lnTo>
                    <a:cubicBezTo>
                      <a:pt x="134" y="2524"/>
                      <a:pt x="940" y="3316"/>
                      <a:pt x="1938" y="3316"/>
                    </a:cubicBezTo>
                    <a:lnTo>
                      <a:pt x="10932" y="3316"/>
                    </a:lnTo>
                    <a:cubicBezTo>
                      <a:pt x="11929" y="3316"/>
                      <a:pt x="12738" y="2524"/>
                      <a:pt x="12738" y="1534"/>
                    </a:cubicBezTo>
                    <a:lnTo>
                      <a:pt x="12738" y="1516"/>
                    </a:lnTo>
                    <a:lnTo>
                      <a:pt x="12738" y="-284"/>
                    </a:lnTo>
                    <a:lnTo>
                      <a:pt x="10932" y="-284"/>
                    </a:lnTo>
                    <a:lnTo>
                      <a:pt x="1938" y="-284"/>
                    </a:lnTo>
                    <a:close/>
                  </a:path>
                </a:pathLst>
              </a:custGeom>
              <a:solidFill>
                <a:srgbClr val="E8E8E8"/>
              </a:solidFill>
              <a:ln w="900"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15" name="フリーフォーム: 図形 214">
                <a:extLst>
                  <a:ext uri="{FF2B5EF4-FFF2-40B4-BE49-F238E27FC236}">
                    <a16:creationId xmlns:a16="http://schemas.microsoft.com/office/drawing/2014/main" id="{75659900-1E95-B6FA-CB7D-DEF451233C4B}"/>
                  </a:ext>
                </a:extLst>
              </p:cNvPr>
              <p:cNvSpPr/>
              <p:nvPr/>
            </p:nvSpPr>
            <p:spPr>
              <a:xfrm>
                <a:off x="2588042" y="1776147"/>
                <a:ext cx="9899" cy="14400"/>
              </a:xfrm>
              <a:custGeom>
                <a:avLst/>
                <a:gdLst>
                  <a:gd name="csX0" fmla="*/ 134 w 9899"/>
                  <a:gd name="csY0" fmla="*/ -284 h 14400"/>
                  <a:gd name="csX1" fmla="*/ 10034 w 9899"/>
                  <a:gd name="csY1" fmla="*/ -284 h 14400"/>
                  <a:gd name="csX2" fmla="*/ 9584 w 9899"/>
                  <a:gd name="csY2" fmla="*/ 14116 h 14400"/>
                  <a:gd name="csX3" fmla="*/ 584 w 9899"/>
                  <a:gd name="csY3" fmla="*/ 14116 h 14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899" h="14400">
                    <a:moveTo>
                      <a:pt x="134" y="-284"/>
                    </a:moveTo>
                    <a:lnTo>
                      <a:pt x="10034" y="-284"/>
                    </a:lnTo>
                    <a:lnTo>
                      <a:pt x="9584" y="14116"/>
                    </a:lnTo>
                    <a:lnTo>
                      <a:pt x="584" y="14116"/>
                    </a:lnTo>
                    <a:close/>
                  </a:path>
                </a:pathLst>
              </a:custGeom>
              <a:solidFill>
                <a:srgbClr val="E8E8E8"/>
              </a:solidFill>
              <a:ln w="900"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16" name="フリーフォーム: 図形 215">
                <a:extLst>
                  <a:ext uri="{FF2B5EF4-FFF2-40B4-BE49-F238E27FC236}">
                    <a16:creationId xmlns:a16="http://schemas.microsoft.com/office/drawing/2014/main" id="{2BB33798-8083-068E-E4F6-AA94EE762400}"/>
                  </a:ext>
                </a:extLst>
              </p:cNvPr>
              <p:cNvSpPr/>
              <p:nvPr/>
            </p:nvSpPr>
            <p:spPr>
              <a:xfrm>
                <a:off x="2583993" y="1770747"/>
                <a:ext cx="17998" cy="5399"/>
              </a:xfrm>
              <a:custGeom>
                <a:avLst/>
                <a:gdLst>
                  <a:gd name="csX0" fmla="*/ 134 w 17998"/>
                  <a:gd name="csY0" fmla="*/ -285 h 5399"/>
                  <a:gd name="csX1" fmla="*/ 134 w 17998"/>
                  <a:gd name="csY1" fmla="*/ 2415 h 5399"/>
                  <a:gd name="csX2" fmla="*/ 2832 w 17998"/>
                  <a:gd name="csY2" fmla="*/ 5115 h 5399"/>
                  <a:gd name="csX3" fmla="*/ 15436 w 17998"/>
                  <a:gd name="csY3" fmla="*/ 5115 h 5399"/>
                  <a:gd name="csX4" fmla="*/ 18132 w 17998"/>
                  <a:gd name="csY4" fmla="*/ 2415 h 5399"/>
                  <a:gd name="csX5" fmla="*/ 18132 w 17998"/>
                  <a:gd name="csY5" fmla="*/ 2415 h 5399"/>
                  <a:gd name="csX6" fmla="*/ 18132 w 17998"/>
                  <a:gd name="csY6" fmla="*/ -285 h 5399"/>
                  <a:gd name="csX7" fmla="*/ 15436 w 17998"/>
                  <a:gd name="csY7" fmla="*/ -285 h 5399"/>
                  <a:gd name="csX8" fmla="*/ 2832 w 17998"/>
                  <a:gd name="csY8" fmla="*/ -285 h 53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7998" h="5399">
                    <a:moveTo>
                      <a:pt x="134" y="-285"/>
                    </a:moveTo>
                    <a:lnTo>
                      <a:pt x="134" y="2415"/>
                    </a:lnTo>
                    <a:cubicBezTo>
                      <a:pt x="134" y="3927"/>
                      <a:pt x="1336" y="5115"/>
                      <a:pt x="2832" y="5115"/>
                    </a:cubicBezTo>
                    <a:lnTo>
                      <a:pt x="15436" y="5115"/>
                    </a:lnTo>
                    <a:cubicBezTo>
                      <a:pt x="16932" y="5115"/>
                      <a:pt x="18132" y="3909"/>
                      <a:pt x="18132" y="2415"/>
                    </a:cubicBezTo>
                    <a:lnTo>
                      <a:pt x="18132" y="2415"/>
                    </a:lnTo>
                    <a:lnTo>
                      <a:pt x="18132" y="-285"/>
                    </a:lnTo>
                    <a:lnTo>
                      <a:pt x="15436" y="-285"/>
                    </a:lnTo>
                    <a:lnTo>
                      <a:pt x="2832" y="-285"/>
                    </a:lnTo>
                    <a:close/>
                  </a:path>
                </a:pathLst>
              </a:custGeom>
              <a:solidFill>
                <a:srgbClr val="E8E8E8"/>
              </a:solidFill>
              <a:ln w="900"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17" name="フリーフォーム: 図形 216">
                <a:extLst>
                  <a:ext uri="{FF2B5EF4-FFF2-40B4-BE49-F238E27FC236}">
                    <a16:creationId xmlns:a16="http://schemas.microsoft.com/office/drawing/2014/main" id="{62C73BD6-4033-7959-7487-3923627E34FC}"/>
                  </a:ext>
                </a:extLst>
              </p:cNvPr>
              <p:cNvSpPr/>
              <p:nvPr/>
            </p:nvSpPr>
            <p:spPr>
              <a:xfrm>
                <a:off x="2592095" y="1750947"/>
                <a:ext cx="1794" cy="19800"/>
              </a:xfrm>
              <a:custGeom>
                <a:avLst/>
                <a:gdLst>
                  <a:gd name="csX0" fmla="*/ 1027 w 1794"/>
                  <a:gd name="csY0" fmla="*/ -286 h 19800"/>
                  <a:gd name="csX1" fmla="*/ 134 w 1794"/>
                  <a:gd name="csY1" fmla="*/ 5114 h 19800"/>
                  <a:gd name="csX2" fmla="*/ 134 w 1794"/>
                  <a:gd name="csY2" fmla="*/ 19515 h 19800"/>
                  <a:gd name="csX3" fmla="*/ 1929 w 1794"/>
                  <a:gd name="csY3" fmla="*/ 19515 h 19800"/>
                  <a:gd name="csX4" fmla="*/ 1929 w 1794"/>
                  <a:gd name="csY4" fmla="*/ 5114 h 19800"/>
                  <a:gd name="csX5" fmla="*/ 1027 w 1794"/>
                  <a:gd name="csY5" fmla="*/ -286 h 198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1794" h="19800">
                    <a:moveTo>
                      <a:pt x="1027" y="-286"/>
                    </a:moveTo>
                    <a:cubicBezTo>
                      <a:pt x="127" y="1515"/>
                      <a:pt x="134" y="5114"/>
                      <a:pt x="134" y="5114"/>
                    </a:cubicBezTo>
                    <a:lnTo>
                      <a:pt x="134" y="19515"/>
                    </a:lnTo>
                    <a:lnTo>
                      <a:pt x="1929" y="19515"/>
                    </a:lnTo>
                    <a:lnTo>
                      <a:pt x="1929" y="5114"/>
                    </a:lnTo>
                    <a:cubicBezTo>
                      <a:pt x="1929" y="5114"/>
                      <a:pt x="1927" y="1515"/>
                      <a:pt x="1027" y="-286"/>
                    </a:cubicBezTo>
                    <a:close/>
                  </a:path>
                </a:pathLst>
              </a:custGeom>
              <a:solidFill>
                <a:srgbClr val="E8E8E8"/>
              </a:solidFill>
              <a:ln w="900"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18" name="フリーフォーム: 図形 217">
                <a:extLst>
                  <a:ext uri="{FF2B5EF4-FFF2-40B4-BE49-F238E27FC236}">
                    <a16:creationId xmlns:a16="http://schemas.microsoft.com/office/drawing/2014/main" id="{1E21DE78-1B10-1D96-C305-55ADFE5C6A62}"/>
                  </a:ext>
                </a:extLst>
              </p:cNvPr>
              <p:cNvSpPr/>
              <p:nvPr/>
            </p:nvSpPr>
            <p:spPr>
              <a:xfrm>
                <a:off x="2563286" y="1752765"/>
                <a:ext cx="59403" cy="12599"/>
              </a:xfrm>
              <a:custGeom>
                <a:avLst/>
                <a:gdLst>
                  <a:gd name="csX0" fmla="*/ 4636 w 59403"/>
                  <a:gd name="csY0" fmla="*/ -286 h 12599"/>
                  <a:gd name="csX1" fmla="*/ 4636 w 59403"/>
                  <a:gd name="csY1" fmla="*/ 1514 h 12599"/>
                  <a:gd name="csX2" fmla="*/ 3288 w 59403"/>
                  <a:gd name="csY2" fmla="*/ 1514 h 12599"/>
                  <a:gd name="csX3" fmla="*/ 2832 w 59403"/>
                  <a:gd name="csY3" fmla="*/ 3314 h 12599"/>
                  <a:gd name="csX4" fmla="*/ 3734 w 59403"/>
                  <a:gd name="csY4" fmla="*/ 5114 h 12599"/>
                  <a:gd name="csX5" fmla="*/ 3734 w 59403"/>
                  <a:gd name="csY5" fmla="*/ 8714 h 12599"/>
                  <a:gd name="csX6" fmla="*/ 134 w 59403"/>
                  <a:gd name="csY6" fmla="*/ 8714 h 12599"/>
                  <a:gd name="csX7" fmla="*/ 134 w 59403"/>
                  <a:gd name="csY7" fmla="*/ 11414 h 12599"/>
                  <a:gd name="csX8" fmla="*/ 1038 w 59403"/>
                  <a:gd name="csY8" fmla="*/ 12314 h 12599"/>
                  <a:gd name="csX9" fmla="*/ 58634 w 59403"/>
                  <a:gd name="csY9" fmla="*/ 12314 h 12599"/>
                  <a:gd name="csX10" fmla="*/ 59536 w 59403"/>
                  <a:gd name="csY10" fmla="*/ 11414 h 12599"/>
                  <a:gd name="csX11" fmla="*/ 59536 w 59403"/>
                  <a:gd name="csY11" fmla="*/ 11324 h 12599"/>
                  <a:gd name="csX12" fmla="*/ 59536 w 59403"/>
                  <a:gd name="csY12" fmla="*/ 8714 h 12599"/>
                  <a:gd name="csX13" fmla="*/ 55936 w 59403"/>
                  <a:gd name="csY13" fmla="*/ 8714 h 12599"/>
                  <a:gd name="csX14" fmla="*/ 55936 w 59403"/>
                  <a:gd name="csY14" fmla="*/ 5114 h 12599"/>
                  <a:gd name="csX15" fmla="*/ 56838 w 59403"/>
                  <a:gd name="csY15" fmla="*/ 3314 h 12599"/>
                  <a:gd name="csX16" fmla="*/ 56382 w 59403"/>
                  <a:gd name="csY16" fmla="*/ 1514 h 12599"/>
                  <a:gd name="csX17" fmla="*/ 55034 w 59403"/>
                  <a:gd name="csY17" fmla="*/ 1514 h 12599"/>
                  <a:gd name="csX18" fmla="*/ 55034 w 59403"/>
                  <a:gd name="csY18" fmla="*/ -286 h 125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59403" h="12599">
                    <a:moveTo>
                      <a:pt x="4636" y="-286"/>
                    </a:moveTo>
                    <a:lnTo>
                      <a:pt x="4636" y="1514"/>
                    </a:lnTo>
                    <a:lnTo>
                      <a:pt x="3288" y="1514"/>
                    </a:lnTo>
                    <a:lnTo>
                      <a:pt x="2832" y="3314"/>
                    </a:lnTo>
                    <a:lnTo>
                      <a:pt x="3734" y="5114"/>
                    </a:lnTo>
                    <a:lnTo>
                      <a:pt x="3734" y="8714"/>
                    </a:lnTo>
                    <a:lnTo>
                      <a:pt x="134" y="8714"/>
                    </a:lnTo>
                    <a:lnTo>
                      <a:pt x="134" y="11414"/>
                    </a:lnTo>
                    <a:cubicBezTo>
                      <a:pt x="134" y="11900"/>
                      <a:pt x="539" y="12314"/>
                      <a:pt x="1038" y="12314"/>
                    </a:cubicBezTo>
                    <a:lnTo>
                      <a:pt x="58634" y="12314"/>
                    </a:lnTo>
                    <a:cubicBezTo>
                      <a:pt x="59133" y="12314"/>
                      <a:pt x="59536" y="11900"/>
                      <a:pt x="59536" y="11414"/>
                    </a:cubicBezTo>
                    <a:cubicBezTo>
                      <a:pt x="59536" y="11378"/>
                      <a:pt x="59539" y="11360"/>
                      <a:pt x="59536" y="11324"/>
                    </a:cubicBezTo>
                    <a:lnTo>
                      <a:pt x="59536" y="8714"/>
                    </a:lnTo>
                    <a:lnTo>
                      <a:pt x="55936" y="8714"/>
                    </a:lnTo>
                    <a:lnTo>
                      <a:pt x="55936" y="5114"/>
                    </a:lnTo>
                    <a:lnTo>
                      <a:pt x="56838" y="3314"/>
                    </a:lnTo>
                    <a:lnTo>
                      <a:pt x="56382" y="1514"/>
                    </a:lnTo>
                    <a:lnTo>
                      <a:pt x="55034" y="1514"/>
                    </a:lnTo>
                    <a:lnTo>
                      <a:pt x="55034" y="-286"/>
                    </a:lnTo>
                    <a:close/>
                  </a:path>
                </a:pathLst>
              </a:custGeom>
              <a:solidFill>
                <a:srgbClr val="E8E8E8"/>
              </a:solidFill>
              <a:ln w="900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19" name="フリーフォーム: 図形 218">
                <a:extLst>
                  <a:ext uri="{FF2B5EF4-FFF2-40B4-BE49-F238E27FC236}">
                    <a16:creationId xmlns:a16="http://schemas.microsoft.com/office/drawing/2014/main" id="{3233E4DD-AF91-70F9-47F7-BCA961D49F87}"/>
                  </a:ext>
                </a:extLst>
              </p:cNvPr>
              <p:cNvSpPr/>
              <p:nvPr/>
            </p:nvSpPr>
            <p:spPr>
              <a:xfrm>
                <a:off x="2562390" y="1765365"/>
                <a:ext cx="61196" cy="50400"/>
              </a:xfrm>
              <a:custGeom>
                <a:avLst/>
                <a:gdLst>
                  <a:gd name="csX0" fmla="*/ 1036 w 61196"/>
                  <a:gd name="csY0" fmla="*/ -284 h 50400"/>
                  <a:gd name="csX1" fmla="*/ 134 w 61196"/>
                  <a:gd name="csY1" fmla="*/ 6916 h 50400"/>
                  <a:gd name="csX2" fmla="*/ 134 w 61196"/>
                  <a:gd name="csY2" fmla="*/ 50116 h 50400"/>
                  <a:gd name="csX3" fmla="*/ 61330 w 61196"/>
                  <a:gd name="csY3" fmla="*/ 50116 h 50400"/>
                  <a:gd name="csX4" fmla="*/ 61330 w 61196"/>
                  <a:gd name="csY4" fmla="*/ 6916 h 50400"/>
                  <a:gd name="csX5" fmla="*/ 60427 w 61196"/>
                  <a:gd name="csY5" fmla="*/ -284 h 50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61196" h="50400">
                    <a:moveTo>
                      <a:pt x="1036" y="-284"/>
                    </a:moveTo>
                    <a:cubicBezTo>
                      <a:pt x="1036" y="-284"/>
                      <a:pt x="129" y="-284"/>
                      <a:pt x="134" y="6916"/>
                    </a:cubicBezTo>
                    <a:lnTo>
                      <a:pt x="134" y="50116"/>
                    </a:lnTo>
                    <a:lnTo>
                      <a:pt x="61330" y="50116"/>
                    </a:lnTo>
                    <a:lnTo>
                      <a:pt x="61330" y="6916"/>
                    </a:lnTo>
                    <a:cubicBezTo>
                      <a:pt x="61325" y="-284"/>
                      <a:pt x="60427" y="-284"/>
                      <a:pt x="60427" y="-284"/>
                    </a:cubicBezTo>
                    <a:close/>
                  </a:path>
                </a:pathLst>
              </a:custGeom>
              <a:solidFill>
                <a:srgbClr val="E8E8E8"/>
              </a:solidFill>
              <a:ln w="900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ja-JP" altLang="en-US"/>
              </a:p>
            </p:txBody>
          </p:sp>
        </p:grpSp>
        <p:grpSp>
          <p:nvGrpSpPr>
            <p:cNvPr id="228" name="グラフィックス 178">
              <a:extLst>
                <a:ext uri="{FF2B5EF4-FFF2-40B4-BE49-F238E27FC236}">
                  <a16:creationId xmlns:a16="http://schemas.microsoft.com/office/drawing/2014/main" id="{B09E0F37-8BA8-A5CE-DFEA-5C2BD59655B2}"/>
                </a:ext>
              </a:extLst>
            </p:cNvPr>
            <p:cNvGrpSpPr/>
            <p:nvPr/>
          </p:nvGrpSpPr>
          <p:grpSpPr>
            <a:xfrm>
              <a:off x="7370737" y="2061001"/>
              <a:ext cx="634861" cy="665335"/>
              <a:chOff x="2420947" y="1687483"/>
              <a:chExt cx="122392" cy="128267"/>
            </a:xfrm>
            <a:solidFill>
              <a:srgbClr val="000000"/>
            </a:solidFill>
          </p:grpSpPr>
          <p:sp>
            <p:nvSpPr>
              <p:cNvPr id="229" name="フリーフォーム: 図形 228">
                <a:extLst>
                  <a:ext uri="{FF2B5EF4-FFF2-40B4-BE49-F238E27FC236}">
                    <a16:creationId xmlns:a16="http://schemas.microsoft.com/office/drawing/2014/main" id="{1D169A1F-C06B-3DDC-FBEC-78C4693CB34B}"/>
                  </a:ext>
                </a:extLst>
              </p:cNvPr>
              <p:cNvSpPr/>
              <p:nvPr/>
            </p:nvSpPr>
            <p:spPr>
              <a:xfrm>
                <a:off x="2420947" y="1715958"/>
                <a:ext cx="122392" cy="99792"/>
              </a:xfrm>
              <a:custGeom>
                <a:avLst/>
                <a:gdLst>
                  <a:gd name="csX0" fmla="*/ 1882 w 122392"/>
                  <a:gd name="csY0" fmla="*/ -300 h 99792"/>
                  <a:gd name="csX1" fmla="*/ 75 w 122392"/>
                  <a:gd name="csY1" fmla="*/ 13957 h 99792"/>
                  <a:gd name="csX2" fmla="*/ 75 w 122392"/>
                  <a:gd name="csY2" fmla="*/ 99492 h 99792"/>
                  <a:gd name="csX3" fmla="*/ 3668 w 122392"/>
                  <a:gd name="csY3" fmla="*/ 99492 h 99792"/>
                  <a:gd name="csX4" fmla="*/ 3668 w 122392"/>
                  <a:gd name="csY4" fmla="*/ 17017 h 99792"/>
                  <a:gd name="csX5" fmla="*/ 5378 w 122392"/>
                  <a:gd name="csY5" fmla="*/ 3264 h 99792"/>
                  <a:gd name="csX6" fmla="*/ 51087 w 122392"/>
                  <a:gd name="csY6" fmla="*/ 3264 h 99792"/>
                  <a:gd name="csX7" fmla="*/ 61264 w 122392"/>
                  <a:gd name="csY7" fmla="*/ 10393 h 99792"/>
                  <a:gd name="csX8" fmla="*/ 71459 w 122392"/>
                  <a:gd name="csY8" fmla="*/ 3264 h 99792"/>
                  <a:gd name="csX9" fmla="*/ 117186 w 122392"/>
                  <a:gd name="csY9" fmla="*/ 3264 h 99792"/>
                  <a:gd name="csX10" fmla="*/ 118879 w 122392"/>
                  <a:gd name="csY10" fmla="*/ 17017 h 99792"/>
                  <a:gd name="csX11" fmla="*/ 118879 w 122392"/>
                  <a:gd name="csY11" fmla="*/ 99492 h 99792"/>
                  <a:gd name="csX12" fmla="*/ 122468 w 122392"/>
                  <a:gd name="csY12" fmla="*/ 99492 h 99792"/>
                  <a:gd name="csX13" fmla="*/ 122468 w 122392"/>
                  <a:gd name="csY13" fmla="*/ 13957 h 99792"/>
                  <a:gd name="csX14" fmla="*/ 120664 w 122392"/>
                  <a:gd name="csY14" fmla="*/ -300 h 99792"/>
                  <a:gd name="csX15" fmla="*/ 72071 w 122392"/>
                  <a:gd name="csY15" fmla="*/ -300 h 99792"/>
                  <a:gd name="csX16" fmla="*/ 68482 w 122392"/>
                  <a:gd name="csY16" fmla="*/ -300 h 99792"/>
                  <a:gd name="csX17" fmla="*/ 68482 w 122392"/>
                  <a:gd name="csY17" fmla="*/ -11 h 99792"/>
                  <a:gd name="csX18" fmla="*/ 68460 w 122392"/>
                  <a:gd name="csY18" fmla="*/ 60 h 99792"/>
                  <a:gd name="csX19" fmla="*/ 68460 w 122392"/>
                  <a:gd name="csY19" fmla="*/ 204 h 99792"/>
                  <a:gd name="csX20" fmla="*/ 68460 w 122392"/>
                  <a:gd name="csY20" fmla="*/ 241 h 99792"/>
                  <a:gd name="csX21" fmla="*/ 68381 w 122392"/>
                  <a:gd name="csY21" fmla="*/ 745 h 99792"/>
                  <a:gd name="csX22" fmla="*/ 68381 w 122392"/>
                  <a:gd name="csY22" fmla="*/ 816 h 99792"/>
                  <a:gd name="csX23" fmla="*/ 68309 w 122392"/>
                  <a:gd name="csY23" fmla="*/ 1177 h 99792"/>
                  <a:gd name="csX24" fmla="*/ 68252 w 122392"/>
                  <a:gd name="csY24" fmla="*/ 1393 h 99792"/>
                  <a:gd name="csX25" fmla="*/ 68180 w 122392"/>
                  <a:gd name="csY25" fmla="*/ 1681 h 99792"/>
                  <a:gd name="csX26" fmla="*/ 68144 w 122392"/>
                  <a:gd name="csY26" fmla="*/ 1825 h 99792"/>
                  <a:gd name="csX27" fmla="*/ 68126 w 122392"/>
                  <a:gd name="csY27" fmla="*/ 1861 h 99792"/>
                  <a:gd name="csX28" fmla="*/ 68090 w 122392"/>
                  <a:gd name="csY28" fmla="*/ 2005 h 99792"/>
                  <a:gd name="csX29" fmla="*/ 67996 w 122392"/>
                  <a:gd name="csY29" fmla="*/ 2220 h 99792"/>
                  <a:gd name="csX30" fmla="*/ 67881 w 122392"/>
                  <a:gd name="csY30" fmla="*/ 2508 h 99792"/>
                  <a:gd name="csX31" fmla="*/ 67863 w 122392"/>
                  <a:gd name="csY31" fmla="*/ 2545 h 99792"/>
                  <a:gd name="csX32" fmla="*/ 67769 w 122392"/>
                  <a:gd name="csY32" fmla="*/ 2761 h 99792"/>
                  <a:gd name="csX33" fmla="*/ 67640 w 122392"/>
                  <a:gd name="csY33" fmla="*/ 3049 h 99792"/>
                  <a:gd name="csX34" fmla="*/ 67604 w 122392"/>
                  <a:gd name="csY34" fmla="*/ 3120 h 99792"/>
                  <a:gd name="csX35" fmla="*/ 67510 w 122392"/>
                  <a:gd name="csY35" fmla="*/ 3264 h 99792"/>
                  <a:gd name="csX36" fmla="*/ 61261 w 122392"/>
                  <a:gd name="csY36" fmla="*/ 6793 h 99792"/>
                  <a:gd name="csX37" fmla="*/ 55029 w 122392"/>
                  <a:gd name="csY37" fmla="*/ 3264 h 99792"/>
                  <a:gd name="csX38" fmla="*/ 54950 w 122392"/>
                  <a:gd name="csY38" fmla="*/ 3120 h 99792"/>
                  <a:gd name="csX39" fmla="*/ 54618 w 122392"/>
                  <a:gd name="csY39" fmla="*/ 2401 h 99792"/>
                  <a:gd name="csX40" fmla="*/ 54475 w 122392"/>
                  <a:gd name="csY40" fmla="*/ 2040 h 99792"/>
                  <a:gd name="csX41" fmla="*/ 54453 w 122392"/>
                  <a:gd name="csY41" fmla="*/ 2005 h 99792"/>
                  <a:gd name="csX42" fmla="*/ 54179 w 122392"/>
                  <a:gd name="csY42" fmla="*/ 925 h 99792"/>
                  <a:gd name="csX43" fmla="*/ 54064 w 122392"/>
                  <a:gd name="csY43" fmla="*/ -300 h 99792"/>
                  <a:gd name="csX44" fmla="*/ 50475 w 122392"/>
                  <a:gd name="csY44" fmla="*/ -300 h 9979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</a:cxnLst>
                <a:rect l="l" t="t" r="r" b="b"/>
                <a:pathLst>
                  <a:path w="122392" h="99792">
                    <a:moveTo>
                      <a:pt x="1882" y="-300"/>
                    </a:moveTo>
                    <a:cubicBezTo>
                      <a:pt x="1882" y="-300"/>
                      <a:pt x="68" y="-300"/>
                      <a:pt x="75" y="13957"/>
                    </a:cubicBezTo>
                    <a:lnTo>
                      <a:pt x="75" y="99492"/>
                    </a:lnTo>
                    <a:lnTo>
                      <a:pt x="3668" y="99492"/>
                    </a:lnTo>
                    <a:lnTo>
                      <a:pt x="3668" y="17017"/>
                    </a:lnTo>
                    <a:cubicBezTo>
                      <a:pt x="3657" y="3264"/>
                      <a:pt x="5378" y="3264"/>
                      <a:pt x="5378" y="3264"/>
                    </a:cubicBezTo>
                    <a:lnTo>
                      <a:pt x="51087" y="3264"/>
                    </a:lnTo>
                    <a:cubicBezTo>
                      <a:pt x="52613" y="7549"/>
                      <a:pt x="56689" y="10393"/>
                      <a:pt x="61264" y="10393"/>
                    </a:cubicBezTo>
                    <a:cubicBezTo>
                      <a:pt x="65843" y="10393"/>
                      <a:pt x="69929" y="7549"/>
                      <a:pt x="71459" y="3264"/>
                    </a:cubicBezTo>
                    <a:lnTo>
                      <a:pt x="117186" y="3264"/>
                    </a:lnTo>
                    <a:cubicBezTo>
                      <a:pt x="117186" y="3264"/>
                      <a:pt x="118871" y="3264"/>
                      <a:pt x="118879" y="17017"/>
                    </a:cubicBezTo>
                    <a:lnTo>
                      <a:pt x="118879" y="99492"/>
                    </a:lnTo>
                    <a:lnTo>
                      <a:pt x="122468" y="99492"/>
                    </a:lnTo>
                    <a:lnTo>
                      <a:pt x="122468" y="13957"/>
                    </a:lnTo>
                    <a:cubicBezTo>
                      <a:pt x="122460" y="-300"/>
                      <a:pt x="120664" y="-300"/>
                      <a:pt x="120664" y="-300"/>
                    </a:cubicBezTo>
                    <a:lnTo>
                      <a:pt x="72071" y="-300"/>
                    </a:lnTo>
                    <a:lnTo>
                      <a:pt x="68482" y="-300"/>
                    </a:lnTo>
                    <a:cubicBezTo>
                      <a:pt x="68482" y="-191"/>
                      <a:pt x="68482" y="-120"/>
                      <a:pt x="68482" y="-11"/>
                    </a:cubicBezTo>
                    <a:cubicBezTo>
                      <a:pt x="68475" y="24"/>
                      <a:pt x="68468" y="24"/>
                      <a:pt x="68460" y="60"/>
                    </a:cubicBezTo>
                    <a:cubicBezTo>
                      <a:pt x="68464" y="97"/>
                      <a:pt x="68464" y="168"/>
                      <a:pt x="68460" y="204"/>
                    </a:cubicBezTo>
                    <a:cubicBezTo>
                      <a:pt x="68460" y="204"/>
                      <a:pt x="68460" y="241"/>
                      <a:pt x="68460" y="241"/>
                    </a:cubicBezTo>
                    <a:cubicBezTo>
                      <a:pt x="68443" y="421"/>
                      <a:pt x="68414" y="565"/>
                      <a:pt x="68381" y="745"/>
                    </a:cubicBezTo>
                    <a:cubicBezTo>
                      <a:pt x="68381" y="780"/>
                      <a:pt x="68381" y="780"/>
                      <a:pt x="68381" y="816"/>
                    </a:cubicBezTo>
                    <a:cubicBezTo>
                      <a:pt x="68363" y="925"/>
                      <a:pt x="68338" y="1069"/>
                      <a:pt x="68309" y="1177"/>
                    </a:cubicBezTo>
                    <a:cubicBezTo>
                      <a:pt x="68291" y="1248"/>
                      <a:pt x="68273" y="1321"/>
                      <a:pt x="68252" y="1393"/>
                    </a:cubicBezTo>
                    <a:cubicBezTo>
                      <a:pt x="68230" y="1501"/>
                      <a:pt x="68209" y="1572"/>
                      <a:pt x="68180" y="1681"/>
                    </a:cubicBezTo>
                    <a:cubicBezTo>
                      <a:pt x="68169" y="1716"/>
                      <a:pt x="68158" y="1789"/>
                      <a:pt x="68144" y="1825"/>
                    </a:cubicBezTo>
                    <a:cubicBezTo>
                      <a:pt x="68140" y="1825"/>
                      <a:pt x="68133" y="1861"/>
                      <a:pt x="68126" y="1861"/>
                    </a:cubicBezTo>
                    <a:cubicBezTo>
                      <a:pt x="68115" y="1896"/>
                      <a:pt x="68104" y="1969"/>
                      <a:pt x="68090" y="2005"/>
                    </a:cubicBezTo>
                    <a:cubicBezTo>
                      <a:pt x="68061" y="2076"/>
                      <a:pt x="68028" y="2149"/>
                      <a:pt x="67996" y="2220"/>
                    </a:cubicBezTo>
                    <a:cubicBezTo>
                      <a:pt x="67960" y="2329"/>
                      <a:pt x="67924" y="2401"/>
                      <a:pt x="67881" y="2508"/>
                    </a:cubicBezTo>
                    <a:cubicBezTo>
                      <a:pt x="67877" y="2508"/>
                      <a:pt x="67870" y="2545"/>
                      <a:pt x="67863" y="2545"/>
                    </a:cubicBezTo>
                    <a:cubicBezTo>
                      <a:pt x="67834" y="2617"/>
                      <a:pt x="67802" y="2688"/>
                      <a:pt x="67769" y="2761"/>
                    </a:cubicBezTo>
                    <a:cubicBezTo>
                      <a:pt x="67730" y="2869"/>
                      <a:pt x="67686" y="2941"/>
                      <a:pt x="67640" y="3049"/>
                    </a:cubicBezTo>
                    <a:cubicBezTo>
                      <a:pt x="67629" y="3085"/>
                      <a:pt x="67615" y="3085"/>
                      <a:pt x="67604" y="3120"/>
                    </a:cubicBezTo>
                    <a:cubicBezTo>
                      <a:pt x="67575" y="3156"/>
                      <a:pt x="67543" y="3229"/>
                      <a:pt x="67510" y="3264"/>
                    </a:cubicBezTo>
                    <a:cubicBezTo>
                      <a:pt x="66218" y="5460"/>
                      <a:pt x="63834" y="6829"/>
                      <a:pt x="61261" y="6793"/>
                    </a:cubicBezTo>
                    <a:cubicBezTo>
                      <a:pt x="58690" y="6829"/>
                      <a:pt x="56318" y="5460"/>
                      <a:pt x="55029" y="3264"/>
                    </a:cubicBezTo>
                    <a:cubicBezTo>
                      <a:pt x="55000" y="3229"/>
                      <a:pt x="54975" y="3156"/>
                      <a:pt x="54950" y="3120"/>
                    </a:cubicBezTo>
                    <a:cubicBezTo>
                      <a:pt x="54824" y="2869"/>
                      <a:pt x="54712" y="2652"/>
                      <a:pt x="54618" y="2401"/>
                    </a:cubicBezTo>
                    <a:cubicBezTo>
                      <a:pt x="54564" y="2293"/>
                      <a:pt x="54518" y="2149"/>
                      <a:pt x="54475" y="2040"/>
                    </a:cubicBezTo>
                    <a:cubicBezTo>
                      <a:pt x="54467" y="2040"/>
                      <a:pt x="54460" y="2040"/>
                      <a:pt x="54453" y="2005"/>
                    </a:cubicBezTo>
                    <a:cubicBezTo>
                      <a:pt x="54334" y="1681"/>
                      <a:pt x="54244" y="1284"/>
                      <a:pt x="54179" y="925"/>
                    </a:cubicBezTo>
                    <a:cubicBezTo>
                      <a:pt x="54107" y="529"/>
                      <a:pt x="54068" y="97"/>
                      <a:pt x="54064" y="-300"/>
                    </a:cubicBezTo>
                    <a:lnTo>
                      <a:pt x="50475" y="-300"/>
                    </a:lnTo>
                    <a:close/>
                  </a:path>
                </a:pathLst>
              </a:custGeom>
              <a:solidFill>
                <a:srgbClr val="000000"/>
              </a:solidFill>
              <a:ln w="3583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30" name="フリーフォーム: 図形 229">
                <a:extLst>
                  <a:ext uri="{FF2B5EF4-FFF2-40B4-BE49-F238E27FC236}">
                    <a16:creationId xmlns:a16="http://schemas.microsoft.com/office/drawing/2014/main" id="{63F70730-6C10-77DC-689E-637EF4F1B3FD}"/>
                  </a:ext>
                </a:extLst>
              </p:cNvPr>
              <p:cNvSpPr/>
              <p:nvPr/>
            </p:nvSpPr>
            <p:spPr>
              <a:xfrm>
                <a:off x="2469533" y="1765855"/>
                <a:ext cx="25207" cy="7127"/>
              </a:xfrm>
              <a:custGeom>
                <a:avLst/>
                <a:gdLst>
                  <a:gd name="csX0" fmla="*/ 75 w 25207"/>
                  <a:gd name="csY0" fmla="*/ -300 h 7127"/>
                  <a:gd name="csX1" fmla="*/ 75 w 25207"/>
                  <a:gd name="csY1" fmla="*/ 3264 h 7127"/>
                  <a:gd name="csX2" fmla="*/ 3682 w 25207"/>
                  <a:gd name="csY2" fmla="*/ 6828 h 7127"/>
                  <a:gd name="csX3" fmla="*/ 21671 w 25207"/>
                  <a:gd name="csY3" fmla="*/ 6828 h 7127"/>
                  <a:gd name="csX4" fmla="*/ 25282 w 25207"/>
                  <a:gd name="csY4" fmla="*/ 3264 h 7127"/>
                  <a:gd name="csX5" fmla="*/ 25282 w 25207"/>
                  <a:gd name="csY5" fmla="*/ 3264 h 7127"/>
                  <a:gd name="csX6" fmla="*/ 25282 w 25207"/>
                  <a:gd name="csY6" fmla="*/ -300 h 7127"/>
                  <a:gd name="csX7" fmla="*/ 21671 w 25207"/>
                  <a:gd name="csY7" fmla="*/ -300 h 7127"/>
                  <a:gd name="csX8" fmla="*/ 3682 w 25207"/>
                  <a:gd name="csY8" fmla="*/ -300 h 71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25207" h="7127">
                    <a:moveTo>
                      <a:pt x="75" y="-300"/>
                    </a:moveTo>
                    <a:lnTo>
                      <a:pt x="75" y="3264"/>
                    </a:lnTo>
                    <a:cubicBezTo>
                      <a:pt x="75" y="5244"/>
                      <a:pt x="1688" y="6828"/>
                      <a:pt x="3682" y="6828"/>
                    </a:cubicBezTo>
                    <a:lnTo>
                      <a:pt x="21671" y="6828"/>
                    </a:lnTo>
                    <a:cubicBezTo>
                      <a:pt x="23666" y="6828"/>
                      <a:pt x="25282" y="5244"/>
                      <a:pt x="25282" y="3264"/>
                    </a:cubicBezTo>
                    <a:lnTo>
                      <a:pt x="25282" y="3264"/>
                    </a:lnTo>
                    <a:lnTo>
                      <a:pt x="25282" y="-300"/>
                    </a:lnTo>
                    <a:lnTo>
                      <a:pt x="21671" y="-300"/>
                    </a:lnTo>
                    <a:lnTo>
                      <a:pt x="3682" y="-300"/>
                    </a:lnTo>
                    <a:close/>
                  </a:path>
                </a:pathLst>
              </a:custGeom>
              <a:solidFill>
                <a:srgbClr val="000000"/>
              </a:solidFill>
              <a:ln w="2083"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31" name="フリーフォーム: 図形 230">
                <a:extLst>
                  <a:ext uri="{FF2B5EF4-FFF2-40B4-BE49-F238E27FC236}">
                    <a16:creationId xmlns:a16="http://schemas.microsoft.com/office/drawing/2014/main" id="{FAAB7B7C-08FD-5FC8-EE8C-672D07785575}"/>
                  </a:ext>
                </a:extLst>
              </p:cNvPr>
              <p:cNvSpPr/>
              <p:nvPr/>
            </p:nvSpPr>
            <p:spPr>
              <a:xfrm>
                <a:off x="2472233" y="1737343"/>
                <a:ext cx="19800" cy="28511"/>
              </a:xfrm>
              <a:custGeom>
                <a:avLst/>
                <a:gdLst>
                  <a:gd name="csX0" fmla="*/ 75 w 19800"/>
                  <a:gd name="csY0" fmla="*/ -301 h 28511"/>
                  <a:gd name="csX1" fmla="*/ 19875 w 19800"/>
                  <a:gd name="csY1" fmla="*/ -301 h 28511"/>
                  <a:gd name="csX2" fmla="*/ 18975 w 19800"/>
                  <a:gd name="csY2" fmla="*/ 28211 h 28511"/>
                  <a:gd name="csX3" fmla="*/ 975 w 19800"/>
                  <a:gd name="csY3" fmla="*/ 28211 h 2851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9800" h="28511">
                    <a:moveTo>
                      <a:pt x="75" y="-301"/>
                    </a:moveTo>
                    <a:lnTo>
                      <a:pt x="19875" y="-301"/>
                    </a:lnTo>
                    <a:lnTo>
                      <a:pt x="18975" y="28211"/>
                    </a:lnTo>
                    <a:lnTo>
                      <a:pt x="975" y="28211"/>
                    </a:lnTo>
                    <a:close/>
                  </a:path>
                </a:pathLst>
              </a:custGeom>
              <a:solidFill>
                <a:srgbClr val="000000"/>
              </a:solidFill>
              <a:ln w="3519"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32" name="フリーフォーム: 図形 231">
                <a:extLst>
                  <a:ext uri="{FF2B5EF4-FFF2-40B4-BE49-F238E27FC236}">
                    <a16:creationId xmlns:a16="http://schemas.microsoft.com/office/drawing/2014/main" id="{93B20720-89D4-A08F-B0ED-4587D6CA9C0E}"/>
                  </a:ext>
                </a:extLst>
              </p:cNvPr>
              <p:cNvSpPr/>
              <p:nvPr/>
            </p:nvSpPr>
            <p:spPr>
              <a:xfrm>
                <a:off x="2464137" y="1726651"/>
                <a:ext cx="35996" cy="10691"/>
              </a:xfrm>
              <a:custGeom>
                <a:avLst/>
                <a:gdLst>
                  <a:gd name="csX0" fmla="*/ 75 w 35996"/>
                  <a:gd name="csY0" fmla="*/ -302 h 10691"/>
                  <a:gd name="csX1" fmla="*/ 75 w 35996"/>
                  <a:gd name="csY1" fmla="*/ 5061 h 10691"/>
                  <a:gd name="csX2" fmla="*/ 5471 w 35996"/>
                  <a:gd name="csY2" fmla="*/ 10389 h 10691"/>
                  <a:gd name="csX3" fmla="*/ 30678 w 35996"/>
                  <a:gd name="csY3" fmla="*/ 10389 h 10691"/>
                  <a:gd name="csX4" fmla="*/ 36071 w 35996"/>
                  <a:gd name="csY4" fmla="*/ 5061 h 10691"/>
                  <a:gd name="csX5" fmla="*/ 36071 w 35996"/>
                  <a:gd name="csY5" fmla="*/ 5061 h 10691"/>
                  <a:gd name="csX6" fmla="*/ 36071 w 35996"/>
                  <a:gd name="csY6" fmla="*/ -302 h 10691"/>
                  <a:gd name="csX7" fmla="*/ 30678 w 35996"/>
                  <a:gd name="csY7" fmla="*/ -302 h 10691"/>
                  <a:gd name="csX8" fmla="*/ 5471 w 35996"/>
                  <a:gd name="csY8" fmla="*/ -302 h 106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5996" h="10691">
                    <a:moveTo>
                      <a:pt x="75" y="-302"/>
                    </a:moveTo>
                    <a:lnTo>
                      <a:pt x="75" y="5061"/>
                    </a:lnTo>
                    <a:cubicBezTo>
                      <a:pt x="75" y="8013"/>
                      <a:pt x="2480" y="10389"/>
                      <a:pt x="5471" y="10389"/>
                    </a:cubicBezTo>
                    <a:lnTo>
                      <a:pt x="30678" y="10389"/>
                    </a:lnTo>
                    <a:cubicBezTo>
                      <a:pt x="33670" y="10389"/>
                      <a:pt x="36071" y="8013"/>
                      <a:pt x="36071" y="5061"/>
                    </a:cubicBezTo>
                    <a:lnTo>
                      <a:pt x="36071" y="5061"/>
                    </a:lnTo>
                    <a:lnTo>
                      <a:pt x="36071" y="-302"/>
                    </a:lnTo>
                    <a:lnTo>
                      <a:pt x="30678" y="-302"/>
                    </a:lnTo>
                    <a:lnTo>
                      <a:pt x="5471" y="-302"/>
                    </a:lnTo>
                    <a:close/>
                  </a:path>
                </a:pathLst>
              </a:custGeom>
              <a:solidFill>
                <a:srgbClr val="000000"/>
              </a:solidFill>
              <a:ln w="3050"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33" name="フリーフォーム: 図形 232">
                <a:extLst>
                  <a:ext uri="{FF2B5EF4-FFF2-40B4-BE49-F238E27FC236}">
                    <a16:creationId xmlns:a16="http://schemas.microsoft.com/office/drawing/2014/main" id="{2E784F6D-CE4A-1709-C9C3-F7F242F06776}"/>
                  </a:ext>
                </a:extLst>
              </p:cNvPr>
              <p:cNvSpPr/>
              <p:nvPr/>
            </p:nvSpPr>
            <p:spPr>
              <a:xfrm>
                <a:off x="2480340" y="1687483"/>
                <a:ext cx="3589" cy="39168"/>
              </a:xfrm>
              <a:custGeom>
                <a:avLst/>
                <a:gdLst>
                  <a:gd name="csX0" fmla="*/ 1861 w 3589"/>
                  <a:gd name="csY0" fmla="*/ -304 h 39168"/>
                  <a:gd name="csX1" fmla="*/ 75 w 3589"/>
                  <a:gd name="csY1" fmla="*/ 10351 h 39168"/>
                  <a:gd name="csX2" fmla="*/ 75 w 3589"/>
                  <a:gd name="csY2" fmla="*/ 38864 h 39168"/>
                  <a:gd name="csX3" fmla="*/ 3664 w 3589"/>
                  <a:gd name="csY3" fmla="*/ 38864 h 39168"/>
                  <a:gd name="csX4" fmla="*/ 3664 w 3589"/>
                  <a:gd name="csY4" fmla="*/ 10351 h 39168"/>
                  <a:gd name="csX5" fmla="*/ 1861 w 3589"/>
                  <a:gd name="csY5" fmla="*/ -304 h 3916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3589" h="39168">
                    <a:moveTo>
                      <a:pt x="1861" y="-304"/>
                    </a:moveTo>
                    <a:cubicBezTo>
                      <a:pt x="61" y="3260"/>
                      <a:pt x="75" y="10351"/>
                      <a:pt x="75" y="10351"/>
                    </a:cubicBezTo>
                    <a:lnTo>
                      <a:pt x="75" y="38864"/>
                    </a:lnTo>
                    <a:lnTo>
                      <a:pt x="3664" y="38864"/>
                    </a:lnTo>
                    <a:lnTo>
                      <a:pt x="3664" y="10351"/>
                    </a:lnTo>
                    <a:cubicBezTo>
                      <a:pt x="3664" y="10351"/>
                      <a:pt x="3661" y="3260"/>
                      <a:pt x="1861" y="-30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844"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34" name="フリーフォーム: 図形 233">
                <a:extLst>
                  <a:ext uri="{FF2B5EF4-FFF2-40B4-BE49-F238E27FC236}">
                    <a16:creationId xmlns:a16="http://schemas.microsoft.com/office/drawing/2014/main" id="{FFE37822-7231-FBFF-6B7A-F6BCBD7FB3C5}"/>
                  </a:ext>
                </a:extLst>
              </p:cNvPr>
              <p:cNvSpPr/>
              <p:nvPr/>
            </p:nvSpPr>
            <p:spPr>
              <a:xfrm>
                <a:off x="2422647" y="1690759"/>
                <a:ext cx="118806" cy="28799"/>
              </a:xfrm>
              <a:custGeom>
                <a:avLst/>
                <a:gdLst>
                  <a:gd name="csX0" fmla="*/ 9079 w 118806"/>
                  <a:gd name="csY0" fmla="*/ -305 h 28799"/>
                  <a:gd name="csX1" fmla="*/ 9079 w 118806"/>
                  <a:gd name="csY1" fmla="*/ 6895 h 28799"/>
                  <a:gd name="csX2" fmla="*/ 6382 w 118806"/>
                  <a:gd name="csY2" fmla="*/ 6895 h 28799"/>
                  <a:gd name="csX3" fmla="*/ 5489 w 118806"/>
                  <a:gd name="csY3" fmla="*/ 10495 h 28799"/>
                  <a:gd name="csX4" fmla="*/ 7293 w 118806"/>
                  <a:gd name="csY4" fmla="*/ 14095 h 28799"/>
                  <a:gd name="csX5" fmla="*/ 7293 w 118806"/>
                  <a:gd name="csY5" fmla="*/ 21296 h 28799"/>
                  <a:gd name="csX6" fmla="*/ 75 w 118806"/>
                  <a:gd name="csY6" fmla="*/ 21296 h 28799"/>
                  <a:gd name="csX7" fmla="*/ 75 w 118806"/>
                  <a:gd name="csY7" fmla="*/ 26695 h 28799"/>
                  <a:gd name="csX8" fmla="*/ 1882 w 118806"/>
                  <a:gd name="csY8" fmla="*/ 28495 h 28799"/>
                  <a:gd name="csX9" fmla="*/ 10904 w 118806"/>
                  <a:gd name="csY9" fmla="*/ 28495 h 28799"/>
                  <a:gd name="csX10" fmla="*/ 14475 w 118806"/>
                  <a:gd name="csY10" fmla="*/ 3296 h 28799"/>
                  <a:gd name="csX11" fmla="*/ 15667 w 118806"/>
                  <a:gd name="csY11" fmla="*/ 3296 h 28799"/>
                  <a:gd name="csX12" fmla="*/ 23497 w 118806"/>
                  <a:gd name="csY12" fmla="*/ 3296 h 28799"/>
                  <a:gd name="csX13" fmla="*/ 24688 w 118806"/>
                  <a:gd name="csY13" fmla="*/ 3296 h 28799"/>
                  <a:gd name="csX14" fmla="*/ 31870 w 118806"/>
                  <a:gd name="csY14" fmla="*/ 24895 h 28799"/>
                  <a:gd name="csX15" fmla="*/ 87253 w 118806"/>
                  <a:gd name="csY15" fmla="*/ 24895 h 28799"/>
                  <a:gd name="csX16" fmla="*/ 94435 w 118806"/>
                  <a:gd name="csY16" fmla="*/ 3296 h 28799"/>
                  <a:gd name="csX17" fmla="*/ 95475 w 118806"/>
                  <a:gd name="csY17" fmla="*/ 3296 h 28799"/>
                  <a:gd name="csX18" fmla="*/ 103456 w 118806"/>
                  <a:gd name="csY18" fmla="*/ 3296 h 28799"/>
                  <a:gd name="csX19" fmla="*/ 104497 w 118806"/>
                  <a:gd name="csY19" fmla="*/ 3296 h 28799"/>
                  <a:gd name="csX20" fmla="*/ 108068 w 118806"/>
                  <a:gd name="csY20" fmla="*/ 28495 h 28799"/>
                  <a:gd name="csX21" fmla="*/ 117075 w 118806"/>
                  <a:gd name="csY21" fmla="*/ 28495 h 28799"/>
                  <a:gd name="csX22" fmla="*/ 118879 w 118806"/>
                  <a:gd name="csY22" fmla="*/ 26695 h 28799"/>
                  <a:gd name="csX23" fmla="*/ 118879 w 118806"/>
                  <a:gd name="csY23" fmla="*/ 26515 h 28799"/>
                  <a:gd name="csX24" fmla="*/ 118879 w 118806"/>
                  <a:gd name="csY24" fmla="*/ 21296 h 28799"/>
                  <a:gd name="csX25" fmla="*/ 111679 w 118806"/>
                  <a:gd name="csY25" fmla="*/ 21296 h 28799"/>
                  <a:gd name="csX26" fmla="*/ 111679 w 118806"/>
                  <a:gd name="csY26" fmla="*/ 14095 h 28799"/>
                  <a:gd name="csX27" fmla="*/ 113482 w 118806"/>
                  <a:gd name="csY27" fmla="*/ 10495 h 28799"/>
                  <a:gd name="csX28" fmla="*/ 112590 w 118806"/>
                  <a:gd name="csY28" fmla="*/ 6931 h 28799"/>
                  <a:gd name="csX29" fmla="*/ 109893 w 118806"/>
                  <a:gd name="csY29" fmla="*/ 6931 h 28799"/>
                  <a:gd name="csX30" fmla="*/ 109893 w 118806"/>
                  <a:gd name="csY30" fmla="*/ -268 h 28799"/>
                  <a:gd name="csX31" fmla="*/ 91886 w 118806"/>
                  <a:gd name="csY31" fmla="*/ -268 h 28799"/>
                  <a:gd name="csX32" fmla="*/ 84686 w 118806"/>
                  <a:gd name="csY32" fmla="*/ 21296 h 28799"/>
                  <a:gd name="csX33" fmla="*/ 34289 w 118806"/>
                  <a:gd name="csY33" fmla="*/ 21296 h 28799"/>
                  <a:gd name="csX34" fmla="*/ 27089 w 118806"/>
                  <a:gd name="csY34" fmla="*/ -268 h 28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</a:cxnLst>
                <a:rect l="l" t="t" r="r" b="b"/>
                <a:pathLst>
                  <a:path w="118806" h="28799">
                    <a:moveTo>
                      <a:pt x="9079" y="-305"/>
                    </a:moveTo>
                    <a:lnTo>
                      <a:pt x="9079" y="6895"/>
                    </a:lnTo>
                    <a:lnTo>
                      <a:pt x="6382" y="6895"/>
                    </a:lnTo>
                    <a:lnTo>
                      <a:pt x="5489" y="10495"/>
                    </a:lnTo>
                    <a:lnTo>
                      <a:pt x="7293" y="14095"/>
                    </a:lnTo>
                    <a:lnTo>
                      <a:pt x="7293" y="21296"/>
                    </a:lnTo>
                    <a:lnTo>
                      <a:pt x="75" y="21296"/>
                    </a:lnTo>
                    <a:lnTo>
                      <a:pt x="75" y="26695"/>
                    </a:lnTo>
                    <a:cubicBezTo>
                      <a:pt x="75" y="27703"/>
                      <a:pt x="881" y="28495"/>
                      <a:pt x="1882" y="28495"/>
                    </a:cubicBezTo>
                    <a:lnTo>
                      <a:pt x="10904" y="28495"/>
                    </a:lnTo>
                    <a:lnTo>
                      <a:pt x="14475" y="3296"/>
                    </a:lnTo>
                    <a:lnTo>
                      <a:pt x="15667" y="3296"/>
                    </a:lnTo>
                    <a:lnTo>
                      <a:pt x="23497" y="3296"/>
                    </a:lnTo>
                    <a:lnTo>
                      <a:pt x="24688" y="3296"/>
                    </a:lnTo>
                    <a:lnTo>
                      <a:pt x="31870" y="24895"/>
                    </a:lnTo>
                    <a:lnTo>
                      <a:pt x="87253" y="24895"/>
                    </a:lnTo>
                    <a:lnTo>
                      <a:pt x="94435" y="3296"/>
                    </a:lnTo>
                    <a:lnTo>
                      <a:pt x="95475" y="3296"/>
                    </a:lnTo>
                    <a:lnTo>
                      <a:pt x="103456" y="3296"/>
                    </a:lnTo>
                    <a:lnTo>
                      <a:pt x="104497" y="3296"/>
                    </a:lnTo>
                    <a:lnTo>
                      <a:pt x="108068" y="28495"/>
                    </a:lnTo>
                    <a:lnTo>
                      <a:pt x="117075" y="28495"/>
                    </a:lnTo>
                    <a:cubicBezTo>
                      <a:pt x="118072" y="28495"/>
                      <a:pt x="118879" y="27703"/>
                      <a:pt x="118879" y="26695"/>
                    </a:cubicBezTo>
                    <a:cubicBezTo>
                      <a:pt x="118879" y="26623"/>
                      <a:pt x="118886" y="26588"/>
                      <a:pt x="118879" y="26515"/>
                    </a:cubicBezTo>
                    <a:lnTo>
                      <a:pt x="118879" y="21296"/>
                    </a:lnTo>
                    <a:lnTo>
                      <a:pt x="111679" y="21296"/>
                    </a:lnTo>
                    <a:lnTo>
                      <a:pt x="111679" y="14095"/>
                    </a:lnTo>
                    <a:lnTo>
                      <a:pt x="113482" y="10495"/>
                    </a:lnTo>
                    <a:lnTo>
                      <a:pt x="112590" y="6931"/>
                    </a:lnTo>
                    <a:lnTo>
                      <a:pt x="109893" y="6931"/>
                    </a:lnTo>
                    <a:lnTo>
                      <a:pt x="109893" y="-268"/>
                    </a:lnTo>
                    <a:lnTo>
                      <a:pt x="91886" y="-268"/>
                    </a:lnTo>
                    <a:lnTo>
                      <a:pt x="84686" y="21296"/>
                    </a:lnTo>
                    <a:lnTo>
                      <a:pt x="34289" y="21296"/>
                    </a:lnTo>
                    <a:lnTo>
                      <a:pt x="27089" y="-268"/>
                    </a:lnTo>
                    <a:close/>
                  </a:path>
                </a:pathLst>
              </a:custGeom>
              <a:solidFill>
                <a:srgbClr val="000000"/>
              </a:solidFill>
              <a:ln w="3598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ja-JP" altLang="en-US"/>
              </a:p>
            </p:txBody>
          </p:sp>
        </p:grpSp>
      </p:grpSp>
      <p:sp>
        <p:nvSpPr>
          <p:cNvPr id="243" name="楕円 242">
            <a:extLst>
              <a:ext uri="{FF2B5EF4-FFF2-40B4-BE49-F238E27FC236}">
                <a16:creationId xmlns:a16="http://schemas.microsoft.com/office/drawing/2014/main" id="{6EB7E2C3-D858-605F-91CB-A36C62E1A1D5}"/>
              </a:ext>
            </a:extLst>
          </p:cNvPr>
          <p:cNvSpPr/>
          <p:nvPr/>
        </p:nvSpPr>
        <p:spPr>
          <a:xfrm>
            <a:off x="5607108" y="3019098"/>
            <a:ext cx="324000" cy="324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E8E8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</a:rPr>
              <a:t>D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44" name="楕円 243">
            <a:extLst>
              <a:ext uri="{FF2B5EF4-FFF2-40B4-BE49-F238E27FC236}">
                <a16:creationId xmlns:a16="http://schemas.microsoft.com/office/drawing/2014/main" id="{5FAFBF99-F8C5-8DB5-E4A5-9FC36569033A}"/>
              </a:ext>
            </a:extLst>
          </p:cNvPr>
          <p:cNvSpPr/>
          <p:nvPr/>
        </p:nvSpPr>
        <p:spPr>
          <a:xfrm>
            <a:off x="3918072" y="3073098"/>
            <a:ext cx="216000" cy="216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E8E8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5" name="楕円 244">
            <a:extLst>
              <a:ext uri="{FF2B5EF4-FFF2-40B4-BE49-F238E27FC236}">
                <a16:creationId xmlns:a16="http://schemas.microsoft.com/office/drawing/2014/main" id="{0F4B8160-BC91-554B-243C-050920B1C2BB}"/>
              </a:ext>
            </a:extLst>
          </p:cNvPr>
          <p:cNvSpPr/>
          <p:nvPr/>
        </p:nvSpPr>
        <p:spPr>
          <a:xfrm>
            <a:off x="7296144" y="2965098"/>
            <a:ext cx="432000" cy="432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E8E8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tx1"/>
                </a:solidFill>
              </a:rPr>
              <a:t>E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graphicFrame>
        <p:nvGraphicFramePr>
          <p:cNvPr id="255" name="表 254">
            <a:extLst>
              <a:ext uri="{FF2B5EF4-FFF2-40B4-BE49-F238E27FC236}">
                <a16:creationId xmlns:a16="http://schemas.microsoft.com/office/drawing/2014/main" id="{4C0D38FD-3EE3-F851-FFE5-C12DA44C84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1638570"/>
              </p:ext>
            </p:extLst>
          </p:nvPr>
        </p:nvGraphicFramePr>
        <p:xfrm>
          <a:off x="266632" y="3739035"/>
          <a:ext cx="10158552" cy="3530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092">
                  <a:extLst>
                    <a:ext uri="{9D8B030D-6E8A-4147-A177-3AD203B41FA5}">
                      <a16:colId xmlns:a16="http://schemas.microsoft.com/office/drawing/2014/main" val="962497636"/>
                    </a:ext>
                  </a:extLst>
                </a:gridCol>
                <a:gridCol w="1693092">
                  <a:extLst>
                    <a:ext uri="{9D8B030D-6E8A-4147-A177-3AD203B41FA5}">
                      <a16:colId xmlns:a16="http://schemas.microsoft.com/office/drawing/2014/main" val="2856390762"/>
                    </a:ext>
                  </a:extLst>
                </a:gridCol>
                <a:gridCol w="1693092">
                  <a:extLst>
                    <a:ext uri="{9D8B030D-6E8A-4147-A177-3AD203B41FA5}">
                      <a16:colId xmlns:a16="http://schemas.microsoft.com/office/drawing/2014/main" val="3331365336"/>
                    </a:ext>
                  </a:extLst>
                </a:gridCol>
                <a:gridCol w="1693092">
                  <a:extLst>
                    <a:ext uri="{9D8B030D-6E8A-4147-A177-3AD203B41FA5}">
                      <a16:colId xmlns:a16="http://schemas.microsoft.com/office/drawing/2014/main" val="2168001740"/>
                    </a:ext>
                  </a:extLst>
                </a:gridCol>
                <a:gridCol w="1693092">
                  <a:extLst>
                    <a:ext uri="{9D8B030D-6E8A-4147-A177-3AD203B41FA5}">
                      <a16:colId xmlns:a16="http://schemas.microsoft.com/office/drawing/2014/main" val="3981681136"/>
                    </a:ext>
                  </a:extLst>
                </a:gridCol>
                <a:gridCol w="1693092">
                  <a:extLst>
                    <a:ext uri="{9D8B030D-6E8A-4147-A177-3AD203B41FA5}">
                      <a16:colId xmlns:a16="http://schemas.microsoft.com/office/drawing/2014/main" val="2689913995"/>
                    </a:ext>
                  </a:extLst>
                </a:gridCol>
              </a:tblGrid>
              <a:tr h="3530450">
                <a:tc>
                  <a:txBody>
                    <a:bodyPr/>
                    <a:lstStyle/>
                    <a:p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最初期の弾。とりあえずで選ばれたため、弾としての完成度はない。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最初にできた本格的な弾。流線型により、空気抵抗が少なく威力が出る。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理科室にあった部品。パイプと大きさがぴったりなため、安定して飛ぶ。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中心に画鋲をつけたことで、当たったときに風船が割れるようになる。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にパーツを加え、重心が前方によったことより安定して飛ぶ。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を改良して、空気抵抗、重心、威力のバランスがとれている。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5707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4868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47BD4DF6-F126-6472-5779-E2943939B59A}"/>
              </a:ext>
            </a:extLst>
          </p:cNvPr>
          <p:cNvSpPr txBox="1"/>
          <p:nvPr/>
        </p:nvSpPr>
        <p:spPr>
          <a:xfrm>
            <a:off x="270000" y="1303365"/>
            <a:ext cx="3240000" cy="426142"/>
          </a:xfrm>
          <a:prstGeom prst="rect">
            <a:avLst/>
          </a:prstGeom>
          <a:solidFill>
            <a:srgbClr val="FBFBFB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ja-JP" altLang="ja-JP" sz="1600" kern="1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5EE1FBB-A5B3-D16C-FFE7-96A7D5672C06}"/>
              </a:ext>
            </a:extLst>
          </p:cNvPr>
          <p:cNvSpPr/>
          <p:nvPr/>
        </p:nvSpPr>
        <p:spPr>
          <a:xfrm>
            <a:off x="90000" y="0"/>
            <a:ext cx="180000" cy="872775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C28AEFF-197F-CFDD-B1B2-87B6FF2E5EB2}"/>
              </a:ext>
            </a:extLst>
          </p:cNvPr>
          <p:cNvSpPr txBox="1"/>
          <p:nvPr/>
        </p:nvSpPr>
        <p:spPr>
          <a:xfrm>
            <a:off x="-152784" y="-79143"/>
            <a:ext cx="66556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8000" i="1" dirty="0">
                <a:solidFill>
                  <a:schemeClr val="bg1"/>
                </a:solidFill>
                <a:latin typeface="Garamond" panose="02020404030301010803" pitchFamily="18" charset="0"/>
                <a:ea typeface="+mj-ea"/>
              </a:rPr>
              <a:t>4</a:t>
            </a:r>
            <a:endParaRPr kumimoji="1" lang="ja-JP" altLang="en-US" sz="8000" i="1" dirty="0">
              <a:solidFill>
                <a:schemeClr val="bg1"/>
              </a:solidFill>
              <a:latin typeface="Garamond" panose="02020404030301010803" pitchFamily="18" charset="0"/>
              <a:ea typeface="+mj-ea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3CD6E35-A7EF-E979-3482-7AB9E049400F}"/>
              </a:ext>
            </a:extLst>
          </p:cNvPr>
          <p:cNvSpPr txBox="1"/>
          <p:nvPr/>
        </p:nvSpPr>
        <p:spPr>
          <a:xfrm>
            <a:off x="288000" y="290190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>
                <a:latin typeface="+mj-ea"/>
                <a:ea typeface="+mj-ea"/>
              </a:rPr>
              <a:t>弾</a:t>
            </a:r>
          </a:p>
        </p:txBody>
      </p:sp>
      <p:pic>
        <p:nvPicPr>
          <p:cNvPr id="11" name="グラフィックス 10">
            <a:extLst>
              <a:ext uri="{FF2B5EF4-FFF2-40B4-BE49-F238E27FC236}">
                <a16:creationId xmlns:a16="http://schemas.microsoft.com/office/drawing/2014/main" id="{1F52A2D3-5679-E7F0-8609-D08654F337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83993" y="2800275"/>
            <a:ext cx="1050527" cy="3313200"/>
          </a:xfrm>
          <a:prstGeom prst="rect">
            <a:avLst/>
          </a:prstGeom>
        </p:spPr>
      </p:pic>
      <p:pic>
        <p:nvPicPr>
          <p:cNvPr id="13" name="グラフィックス 12">
            <a:extLst>
              <a:ext uri="{FF2B5EF4-FFF2-40B4-BE49-F238E27FC236}">
                <a16:creationId xmlns:a16="http://schemas.microsoft.com/office/drawing/2014/main" id="{C694E51D-B109-D30A-52F5-864B1DC186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195" y="3404870"/>
            <a:ext cx="1050527" cy="1616195"/>
          </a:xfrm>
          <a:prstGeom prst="rect">
            <a:avLst/>
          </a:prstGeom>
        </p:spPr>
      </p:pic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4730DCCD-92BF-5121-4F80-F1B363E60226}"/>
              </a:ext>
            </a:extLst>
          </p:cNvPr>
          <p:cNvSpPr txBox="1"/>
          <p:nvPr/>
        </p:nvSpPr>
        <p:spPr>
          <a:xfrm>
            <a:off x="7181813" y="1303365"/>
            <a:ext cx="3240000" cy="426142"/>
          </a:xfrm>
          <a:prstGeom prst="rect">
            <a:avLst/>
          </a:prstGeom>
          <a:solidFill>
            <a:srgbClr val="FBFBFB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ja-JP" altLang="ja-JP" sz="1600" kern="100" dirty="0"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570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55F63-1CF8-8CA1-58BD-3CB0054E5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DEFB832-330F-2C1F-0AB0-EC7CCFFEA4E5}"/>
              </a:ext>
            </a:extLst>
          </p:cNvPr>
          <p:cNvSpPr/>
          <p:nvPr/>
        </p:nvSpPr>
        <p:spPr>
          <a:xfrm>
            <a:off x="90000" y="0"/>
            <a:ext cx="180000" cy="872775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BF16248-DD35-FA03-E4FF-431CD7320A5D}"/>
              </a:ext>
            </a:extLst>
          </p:cNvPr>
          <p:cNvSpPr txBox="1"/>
          <p:nvPr/>
        </p:nvSpPr>
        <p:spPr>
          <a:xfrm>
            <a:off x="-152784" y="-79143"/>
            <a:ext cx="66556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8000" i="1" dirty="0">
                <a:solidFill>
                  <a:schemeClr val="bg1"/>
                </a:solidFill>
                <a:latin typeface="Garamond" panose="02020404030301010803" pitchFamily="18" charset="0"/>
                <a:ea typeface="+mj-ea"/>
              </a:rPr>
              <a:t>5</a:t>
            </a:r>
            <a:endParaRPr kumimoji="1" lang="ja-JP" altLang="en-US" sz="8000" i="1" dirty="0">
              <a:solidFill>
                <a:schemeClr val="bg1"/>
              </a:solidFill>
              <a:latin typeface="Garamond" panose="02020404030301010803" pitchFamily="18" charset="0"/>
              <a:ea typeface="+mj-ea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D42B139-1EA7-5A08-E15F-51DF118CEFDF}"/>
              </a:ext>
            </a:extLst>
          </p:cNvPr>
          <p:cNvSpPr txBox="1"/>
          <p:nvPr/>
        </p:nvSpPr>
        <p:spPr>
          <a:xfrm>
            <a:off x="288000" y="290190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>
                <a:latin typeface="+mj-ea"/>
                <a:ea typeface="+mj-ea"/>
              </a:rPr>
              <a:t>照準器</a:t>
            </a:r>
          </a:p>
        </p:txBody>
      </p:sp>
      <p:grpSp>
        <p:nvGrpSpPr>
          <p:cNvPr id="9" name="グラフィックス 7">
            <a:extLst>
              <a:ext uri="{FF2B5EF4-FFF2-40B4-BE49-F238E27FC236}">
                <a16:creationId xmlns:a16="http://schemas.microsoft.com/office/drawing/2014/main" id="{5CEFF3B1-6F29-6F04-A32A-0137E68F4F58}"/>
              </a:ext>
            </a:extLst>
          </p:cNvPr>
          <p:cNvGrpSpPr/>
          <p:nvPr/>
        </p:nvGrpSpPr>
        <p:grpSpPr>
          <a:xfrm>
            <a:off x="6845048" y="-8839200"/>
            <a:ext cx="1920402" cy="35590618"/>
            <a:chOff x="5237268" y="1780486"/>
            <a:chExt cx="216005" cy="4003198"/>
          </a:xfrm>
        </p:grpSpPr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51D13D80-5CDD-E757-A41B-354905CBA04C}"/>
                </a:ext>
              </a:extLst>
            </p:cNvPr>
            <p:cNvSpPr/>
            <p:nvPr/>
          </p:nvSpPr>
          <p:spPr>
            <a:xfrm>
              <a:off x="5264266" y="1780486"/>
              <a:ext cx="161999" cy="338397"/>
            </a:xfrm>
            <a:prstGeom prst="rect">
              <a:avLst/>
            </a:prstGeom>
            <a:solidFill>
              <a:srgbClr val="FFFFFF"/>
            </a:solidFill>
            <a:ln w="1799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2" name="フリーフォーム: 図形 11">
              <a:extLst>
                <a:ext uri="{FF2B5EF4-FFF2-40B4-BE49-F238E27FC236}">
                  <a16:creationId xmlns:a16="http://schemas.microsoft.com/office/drawing/2014/main" id="{C75815FE-BD68-0476-A434-6CEAFF7D01BB}"/>
                </a:ext>
              </a:extLst>
            </p:cNvPr>
            <p:cNvSpPr/>
            <p:nvPr/>
          </p:nvSpPr>
          <p:spPr>
            <a:xfrm>
              <a:off x="5271462" y="2118879"/>
              <a:ext cx="147600" cy="3664799"/>
            </a:xfrm>
            <a:custGeom>
              <a:avLst/>
              <a:gdLst>
                <a:gd name="csX0" fmla="*/ -240 w 147600"/>
                <a:gd name="csY0" fmla="*/ -41 h 3664799"/>
                <a:gd name="csX1" fmla="*/ 8746 w 147600"/>
                <a:gd name="csY1" fmla="*/ -41 h 3664799"/>
                <a:gd name="csX2" fmla="*/ 8746 w 147600"/>
                <a:gd name="csY2" fmla="*/ 3664759 h 3664799"/>
                <a:gd name="csX3" fmla="*/ 138357 w 147600"/>
                <a:gd name="csY3" fmla="*/ 3664759 h 3664799"/>
                <a:gd name="csX4" fmla="*/ 138357 w 147600"/>
                <a:gd name="csY4" fmla="*/ -41 h 3664799"/>
                <a:gd name="csX5" fmla="*/ 147360 w 147600"/>
                <a:gd name="csY5" fmla="*/ -41 h 3664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7600" h="3664799">
                  <a:moveTo>
                    <a:pt x="-240" y="-41"/>
                  </a:moveTo>
                  <a:lnTo>
                    <a:pt x="8746" y="-41"/>
                  </a:lnTo>
                  <a:lnTo>
                    <a:pt x="8746" y="3664759"/>
                  </a:lnTo>
                  <a:lnTo>
                    <a:pt x="138357" y="3664759"/>
                  </a:lnTo>
                  <a:lnTo>
                    <a:pt x="138357" y="-41"/>
                  </a:lnTo>
                  <a:lnTo>
                    <a:pt x="147360" y="-41"/>
                  </a:lnTo>
                  <a:close/>
                </a:path>
              </a:pathLst>
            </a:custGeom>
            <a:noFill/>
            <a:ln w="1799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4" name="フリーフォーム: 図形 13">
              <a:extLst>
                <a:ext uri="{FF2B5EF4-FFF2-40B4-BE49-F238E27FC236}">
                  <a16:creationId xmlns:a16="http://schemas.microsoft.com/office/drawing/2014/main" id="{6B41C634-6C58-8BC9-1B09-AD77EF912951}"/>
                </a:ext>
              </a:extLst>
            </p:cNvPr>
            <p:cNvSpPr/>
            <p:nvPr/>
          </p:nvSpPr>
          <p:spPr>
            <a:xfrm>
              <a:off x="5273266" y="2118884"/>
              <a:ext cx="144000" cy="3664800"/>
            </a:xfrm>
            <a:custGeom>
              <a:avLst/>
              <a:gdLst>
                <a:gd name="csX0" fmla="*/ -240 w 144000"/>
                <a:gd name="csY0" fmla="*/ 3664760 h 3664800"/>
                <a:gd name="csX1" fmla="*/ -240 w 144000"/>
                <a:gd name="csY1" fmla="*/ -41 h 3664800"/>
                <a:gd name="csX2" fmla="*/ 143760 w 144000"/>
                <a:gd name="csY2" fmla="*/ -41 h 3664800"/>
                <a:gd name="csX3" fmla="*/ 143760 w 144000"/>
                <a:gd name="csY3" fmla="*/ 3664760 h 3664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4000" h="3664800">
                  <a:moveTo>
                    <a:pt x="-240" y="3664760"/>
                  </a:moveTo>
                  <a:lnTo>
                    <a:pt x="-240" y="-41"/>
                  </a:lnTo>
                  <a:lnTo>
                    <a:pt x="143760" y="-41"/>
                  </a:lnTo>
                  <a:lnTo>
                    <a:pt x="143760" y="3664760"/>
                  </a:lnTo>
                  <a:close/>
                </a:path>
              </a:pathLst>
            </a:custGeom>
            <a:noFill/>
            <a:ln w="1799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5" name="フリーフォーム: 図形 14">
              <a:extLst>
                <a:ext uri="{FF2B5EF4-FFF2-40B4-BE49-F238E27FC236}">
                  <a16:creationId xmlns:a16="http://schemas.microsoft.com/office/drawing/2014/main" id="{85542CB7-1E1D-FCAF-2644-FB31DE88CA9E}"/>
                </a:ext>
              </a:extLst>
            </p:cNvPr>
            <p:cNvSpPr/>
            <p:nvPr/>
          </p:nvSpPr>
          <p:spPr>
            <a:xfrm>
              <a:off x="5269675" y="3746088"/>
              <a:ext cx="151199" cy="72000"/>
            </a:xfrm>
            <a:custGeom>
              <a:avLst/>
              <a:gdLst>
                <a:gd name="csX0" fmla="*/ 150960 w 151199"/>
                <a:gd name="csY0" fmla="*/ 71946 h 72000"/>
                <a:gd name="csX1" fmla="*/ 150960 w 151199"/>
                <a:gd name="csY1" fmla="*/ -54 h 72000"/>
                <a:gd name="csX2" fmla="*/ -240 w 151199"/>
                <a:gd name="csY2" fmla="*/ -54 h 72000"/>
                <a:gd name="csX3" fmla="*/ -240 w 151199"/>
                <a:gd name="csY3" fmla="*/ 71946 h 72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1199" h="72000">
                  <a:moveTo>
                    <a:pt x="150960" y="71946"/>
                  </a:moveTo>
                  <a:lnTo>
                    <a:pt x="150960" y="-54"/>
                  </a:lnTo>
                  <a:lnTo>
                    <a:pt x="-240" y="-54"/>
                  </a:lnTo>
                  <a:lnTo>
                    <a:pt x="-240" y="71946"/>
                  </a:lnTo>
                  <a:close/>
                </a:path>
              </a:pathLst>
            </a:custGeom>
            <a:solidFill>
              <a:srgbClr val="FFFFFF"/>
            </a:solidFill>
            <a:ln w="1799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6" name="フリーフォーム: 図形 15">
              <a:extLst>
                <a:ext uri="{FF2B5EF4-FFF2-40B4-BE49-F238E27FC236}">
                  <a16:creationId xmlns:a16="http://schemas.microsoft.com/office/drawing/2014/main" id="{A801D684-2416-E72C-7E99-9730ECA57185}"/>
                </a:ext>
              </a:extLst>
            </p:cNvPr>
            <p:cNvSpPr/>
            <p:nvPr/>
          </p:nvSpPr>
          <p:spPr>
            <a:xfrm>
              <a:off x="5255258" y="3105311"/>
              <a:ext cx="180026" cy="295178"/>
            </a:xfrm>
            <a:custGeom>
              <a:avLst/>
              <a:gdLst>
                <a:gd name="csX0" fmla="*/ -240 w 180026"/>
                <a:gd name="csY0" fmla="*/ -94 h 295178"/>
                <a:gd name="csX1" fmla="*/ -240 w 180026"/>
                <a:gd name="csY1" fmla="*/ 3495 h 295178"/>
                <a:gd name="csX2" fmla="*/ -240 w 180026"/>
                <a:gd name="csY2" fmla="*/ 7084 h 295178"/>
                <a:gd name="csX3" fmla="*/ -221 w 180026"/>
                <a:gd name="csY3" fmla="*/ 7084 h 295178"/>
                <a:gd name="csX4" fmla="*/ -221 w 180026"/>
                <a:gd name="csY4" fmla="*/ 287885 h 295178"/>
                <a:gd name="csX5" fmla="*/ -240 w 180026"/>
                <a:gd name="csY5" fmla="*/ 287885 h 295178"/>
                <a:gd name="csX6" fmla="*/ -240 w 180026"/>
                <a:gd name="csY6" fmla="*/ 291495 h 295178"/>
                <a:gd name="csX7" fmla="*/ -240 w 180026"/>
                <a:gd name="csY7" fmla="*/ 295084 h 295178"/>
                <a:gd name="csX8" fmla="*/ 53766 w 180026"/>
                <a:gd name="csY8" fmla="*/ 295084 h 295178"/>
                <a:gd name="csX9" fmla="*/ 53766 w 180026"/>
                <a:gd name="csY9" fmla="*/ 291495 h 295178"/>
                <a:gd name="csX10" fmla="*/ 87960 w 180026"/>
                <a:gd name="csY10" fmla="*/ 291495 h 295178"/>
                <a:gd name="csX11" fmla="*/ 87960 w 180026"/>
                <a:gd name="csY11" fmla="*/ 287885 h 295178"/>
                <a:gd name="csX12" fmla="*/ 6979 w 180026"/>
                <a:gd name="csY12" fmla="*/ 287885 h 295178"/>
                <a:gd name="csX13" fmla="*/ 6979 w 180026"/>
                <a:gd name="csY13" fmla="*/ 7084 h 295178"/>
                <a:gd name="csX14" fmla="*/ 87960 w 180026"/>
                <a:gd name="csY14" fmla="*/ 7084 h 295178"/>
                <a:gd name="csX15" fmla="*/ 87960 w 180026"/>
                <a:gd name="csY15" fmla="*/ 3495 h 295178"/>
                <a:gd name="csX16" fmla="*/ 53766 w 180026"/>
                <a:gd name="csY16" fmla="*/ 3495 h 295178"/>
                <a:gd name="csX17" fmla="*/ 53766 w 180026"/>
                <a:gd name="csY17" fmla="*/ -94 h 295178"/>
                <a:gd name="csX18" fmla="*/ 125762 w 180026"/>
                <a:gd name="csY18" fmla="*/ -94 h 295178"/>
                <a:gd name="csX19" fmla="*/ 125762 w 180026"/>
                <a:gd name="csY19" fmla="*/ 3495 h 295178"/>
                <a:gd name="csX20" fmla="*/ 91569 w 180026"/>
                <a:gd name="csY20" fmla="*/ 3495 h 295178"/>
                <a:gd name="csX21" fmla="*/ 91569 w 180026"/>
                <a:gd name="csY21" fmla="*/ 7084 h 295178"/>
                <a:gd name="csX22" fmla="*/ 172569 w 180026"/>
                <a:gd name="csY22" fmla="*/ 7084 h 295178"/>
                <a:gd name="csX23" fmla="*/ 172569 w 180026"/>
                <a:gd name="csY23" fmla="*/ 287885 h 295178"/>
                <a:gd name="csX24" fmla="*/ 91569 w 180026"/>
                <a:gd name="csY24" fmla="*/ 287885 h 295178"/>
                <a:gd name="csX25" fmla="*/ 91569 w 180026"/>
                <a:gd name="csY25" fmla="*/ 291495 h 295178"/>
                <a:gd name="csX26" fmla="*/ 125762 w 180026"/>
                <a:gd name="csY26" fmla="*/ 291495 h 295178"/>
                <a:gd name="csX27" fmla="*/ 125762 w 180026"/>
                <a:gd name="csY27" fmla="*/ 295084 h 295178"/>
                <a:gd name="csX28" fmla="*/ 179768 w 180026"/>
                <a:gd name="csY28" fmla="*/ 295084 h 295178"/>
                <a:gd name="csX29" fmla="*/ 179768 w 180026"/>
                <a:gd name="csY29" fmla="*/ 291495 h 295178"/>
                <a:gd name="csX30" fmla="*/ 179768 w 180026"/>
                <a:gd name="csY30" fmla="*/ 287885 h 295178"/>
                <a:gd name="csX31" fmla="*/ 179787 w 180026"/>
                <a:gd name="csY31" fmla="*/ 287885 h 295178"/>
                <a:gd name="csX32" fmla="*/ 179787 w 180026"/>
                <a:gd name="csY32" fmla="*/ 7084 h 295178"/>
                <a:gd name="csX33" fmla="*/ 179768 w 180026"/>
                <a:gd name="csY33" fmla="*/ 7084 h 295178"/>
                <a:gd name="csX34" fmla="*/ 179768 w 180026"/>
                <a:gd name="csY34" fmla="*/ 3495 h 295178"/>
                <a:gd name="csX35" fmla="*/ 179768 w 180026"/>
                <a:gd name="csY35" fmla="*/ -94 h 2951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180026" h="295178">
                  <a:moveTo>
                    <a:pt x="-240" y="-94"/>
                  </a:moveTo>
                  <a:lnTo>
                    <a:pt x="-240" y="3495"/>
                  </a:lnTo>
                  <a:lnTo>
                    <a:pt x="-240" y="7084"/>
                  </a:lnTo>
                  <a:lnTo>
                    <a:pt x="-221" y="7084"/>
                  </a:lnTo>
                  <a:lnTo>
                    <a:pt x="-221" y="287885"/>
                  </a:lnTo>
                  <a:lnTo>
                    <a:pt x="-240" y="287885"/>
                  </a:lnTo>
                  <a:lnTo>
                    <a:pt x="-240" y="291495"/>
                  </a:lnTo>
                  <a:lnTo>
                    <a:pt x="-240" y="295084"/>
                  </a:lnTo>
                  <a:lnTo>
                    <a:pt x="53766" y="295084"/>
                  </a:lnTo>
                  <a:lnTo>
                    <a:pt x="53766" y="291495"/>
                  </a:lnTo>
                  <a:lnTo>
                    <a:pt x="87960" y="291495"/>
                  </a:lnTo>
                  <a:lnTo>
                    <a:pt x="87960" y="287885"/>
                  </a:lnTo>
                  <a:lnTo>
                    <a:pt x="6979" y="287885"/>
                  </a:lnTo>
                  <a:lnTo>
                    <a:pt x="6979" y="7084"/>
                  </a:lnTo>
                  <a:lnTo>
                    <a:pt x="87960" y="7084"/>
                  </a:lnTo>
                  <a:lnTo>
                    <a:pt x="87960" y="3495"/>
                  </a:lnTo>
                  <a:lnTo>
                    <a:pt x="53766" y="3495"/>
                  </a:lnTo>
                  <a:lnTo>
                    <a:pt x="53766" y="-94"/>
                  </a:lnTo>
                  <a:close/>
                  <a:moveTo>
                    <a:pt x="125762" y="-94"/>
                  </a:moveTo>
                  <a:lnTo>
                    <a:pt x="125762" y="3495"/>
                  </a:lnTo>
                  <a:lnTo>
                    <a:pt x="91569" y="3495"/>
                  </a:lnTo>
                  <a:lnTo>
                    <a:pt x="91569" y="7084"/>
                  </a:lnTo>
                  <a:lnTo>
                    <a:pt x="172569" y="7084"/>
                  </a:lnTo>
                  <a:lnTo>
                    <a:pt x="172569" y="287885"/>
                  </a:lnTo>
                  <a:lnTo>
                    <a:pt x="91569" y="287885"/>
                  </a:lnTo>
                  <a:lnTo>
                    <a:pt x="91569" y="291495"/>
                  </a:lnTo>
                  <a:lnTo>
                    <a:pt x="125762" y="291495"/>
                  </a:lnTo>
                  <a:lnTo>
                    <a:pt x="125762" y="295084"/>
                  </a:lnTo>
                  <a:lnTo>
                    <a:pt x="179768" y="295084"/>
                  </a:lnTo>
                  <a:lnTo>
                    <a:pt x="179768" y="291495"/>
                  </a:lnTo>
                  <a:lnTo>
                    <a:pt x="179768" y="287885"/>
                  </a:lnTo>
                  <a:lnTo>
                    <a:pt x="179787" y="287885"/>
                  </a:lnTo>
                  <a:lnTo>
                    <a:pt x="179787" y="7084"/>
                  </a:lnTo>
                  <a:lnTo>
                    <a:pt x="179768" y="7084"/>
                  </a:lnTo>
                  <a:lnTo>
                    <a:pt x="179768" y="3495"/>
                  </a:lnTo>
                  <a:lnTo>
                    <a:pt x="179768" y="-94"/>
                  </a:lnTo>
                  <a:close/>
                </a:path>
              </a:pathLst>
            </a:custGeom>
            <a:solidFill>
              <a:srgbClr val="FFFFFF"/>
            </a:solidFill>
            <a:ln w="1799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7" name="フリーフォーム: 図形 16">
              <a:extLst>
                <a:ext uri="{FF2B5EF4-FFF2-40B4-BE49-F238E27FC236}">
                  <a16:creationId xmlns:a16="http://schemas.microsoft.com/office/drawing/2014/main" id="{A4578BA7-E407-3528-AE7C-D77F1DDB6689}"/>
                </a:ext>
              </a:extLst>
            </p:cNvPr>
            <p:cNvSpPr/>
            <p:nvPr/>
          </p:nvSpPr>
          <p:spPr>
            <a:xfrm>
              <a:off x="5237268" y="2860508"/>
              <a:ext cx="216005" cy="10806"/>
            </a:xfrm>
            <a:custGeom>
              <a:avLst/>
              <a:gdLst>
                <a:gd name="csX0" fmla="*/ 89764 w 216005"/>
                <a:gd name="csY0" fmla="*/ -124 h 10806"/>
                <a:gd name="csX1" fmla="*/ -240 w 216005"/>
                <a:gd name="csY1" fmla="*/ -124 h 10806"/>
                <a:gd name="csX2" fmla="*/ -240 w 216005"/>
                <a:gd name="csY2" fmla="*/ 3465 h 10806"/>
                <a:gd name="csX3" fmla="*/ -240 w 216005"/>
                <a:gd name="csY3" fmla="*/ 7074 h 10806"/>
                <a:gd name="csX4" fmla="*/ -240 w 216005"/>
                <a:gd name="csY4" fmla="*/ 10663 h 10806"/>
                <a:gd name="csX5" fmla="*/ 89764 w 216005"/>
                <a:gd name="csY5" fmla="*/ 10682 h 10806"/>
                <a:gd name="csX6" fmla="*/ 125762 w 216005"/>
                <a:gd name="csY6" fmla="*/ 10682 h 10806"/>
                <a:gd name="csX7" fmla="*/ 215766 w 216005"/>
                <a:gd name="csY7" fmla="*/ 10663 h 10806"/>
                <a:gd name="csX8" fmla="*/ 215766 w 216005"/>
                <a:gd name="csY8" fmla="*/ 7074 h 10806"/>
                <a:gd name="csX9" fmla="*/ 215766 w 216005"/>
                <a:gd name="csY9" fmla="*/ 3465 h 10806"/>
                <a:gd name="csX10" fmla="*/ 215766 w 216005"/>
                <a:gd name="csY10" fmla="*/ -124 h 10806"/>
                <a:gd name="csX11" fmla="*/ 125762 w 216005"/>
                <a:gd name="csY11" fmla="*/ -124 h 108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216005" h="10806">
                  <a:moveTo>
                    <a:pt x="89764" y="-124"/>
                  </a:moveTo>
                  <a:lnTo>
                    <a:pt x="-240" y="-124"/>
                  </a:lnTo>
                  <a:lnTo>
                    <a:pt x="-240" y="3465"/>
                  </a:lnTo>
                  <a:lnTo>
                    <a:pt x="-240" y="7074"/>
                  </a:lnTo>
                  <a:lnTo>
                    <a:pt x="-240" y="10663"/>
                  </a:lnTo>
                  <a:lnTo>
                    <a:pt x="89764" y="10682"/>
                  </a:lnTo>
                  <a:moveTo>
                    <a:pt x="125762" y="10682"/>
                  </a:moveTo>
                  <a:lnTo>
                    <a:pt x="215766" y="10663"/>
                  </a:lnTo>
                  <a:lnTo>
                    <a:pt x="215766" y="7074"/>
                  </a:lnTo>
                  <a:lnTo>
                    <a:pt x="215766" y="3465"/>
                  </a:lnTo>
                  <a:lnTo>
                    <a:pt x="215766" y="-124"/>
                  </a:lnTo>
                  <a:lnTo>
                    <a:pt x="125762" y="-124"/>
                  </a:lnTo>
                </a:path>
              </a:pathLst>
            </a:custGeom>
            <a:noFill/>
            <a:ln w="1799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8" name="フリーフォーム: 図形 17">
              <a:extLst>
                <a:ext uri="{FF2B5EF4-FFF2-40B4-BE49-F238E27FC236}">
                  <a16:creationId xmlns:a16="http://schemas.microsoft.com/office/drawing/2014/main" id="{0A699C91-BCAD-DD92-4B87-944D6C5536FE}"/>
                </a:ext>
              </a:extLst>
            </p:cNvPr>
            <p:cNvSpPr/>
            <p:nvPr/>
          </p:nvSpPr>
          <p:spPr>
            <a:xfrm>
              <a:off x="5316475" y="3573288"/>
              <a:ext cx="57599" cy="237599"/>
            </a:xfrm>
            <a:custGeom>
              <a:avLst/>
              <a:gdLst>
                <a:gd name="csX0" fmla="*/ -240 w 57599"/>
                <a:gd name="csY0" fmla="*/ -61 h 237599"/>
                <a:gd name="csX1" fmla="*/ -240 w 57599"/>
                <a:gd name="csY1" fmla="*/ 237539 h 237599"/>
                <a:gd name="csX2" fmla="*/ 57360 w 57599"/>
                <a:gd name="csY2" fmla="*/ 237539 h 237599"/>
                <a:gd name="csX3" fmla="*/ 57360 w 57599"/>
                <a:gd name="csY3" fmla="*/ -61 h 2375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599" h="237599">
                  <a:moveTo>
                    <a:pt x="-240" y="-61"/>
                  </a:moveTo>
                  <a:lnTo>
                    <a:pt x="-240" y="237539"/>
                  </a:lnTo>
                  <a:lnTo>
                    <a:pt x="57360" y="237539"/>
                  </a:lnTo>
                  <a:lnTo>
                    <a:pt x="57360" y="-61"/>
                  </a:lnTo>
                  <a:close/>
                </a:path>
              </a:pathLst>
            </a:custGeom>
            <a:noFill/>
            <a:ln w="1799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009373A0-D1FA-8E2F-E688-0DD8E1E692BA}"/>
                </a:ext>
              </a:extLst>
            </p:cNvPr>
            <p:cNvSpPr/>
            <p:nvPr/>
          </p:nvSpPr>
          <p:spPr>
            <a:xfrm>
              <a:off x="5316475" y="3818088"/>
              <a:ext cx="57599" cy="72000"/>
            </a:xfrm>
            <a:custGeom>
              <a:avLst/>
              <a:gdLst>
                <a:gd name="csX0" fmla="*/ -240 w 57599"/>
                <a:gd name="csY0" fmla="*/ -48 h 72000"/>
                <a:gd name="csX1" fmla="*/ -240 w 57599"/>
                <a:gd name="csY1" fmla="*/ 71952 h 72000"/>
                <a:gd name="csX2" fmla="*/ 57360 w 57599"/>
                <a:gd name="csY2" fmla="*/ 71952 h 72000"/>
                <a:gd name="csX3" fmla="*/ 57360 w 57599"/>
                <a:gd name="csY3" fmla="*/ -48 h 72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599" h="72000">
                  <a:moveTo>
                    <a:pt x="-240" y="-48"/>
                  </a:moveTo>
                  <a:lnTo>
                    <a:pt x="-240" y="71952"/>
                  </a:lnTo>
                  <a:lnTo>
                    <a:pt x="57360" y="71952"/>
                  </a:lnTo>
                  <a:lnTo>
                    <a:pt x="57360" y="-48"/>
                  </a:lnTo>
                  <a:close/>
                </a:path>
              </a:pathLst>
            </a:custGeom>
            <a:noFill/>
            <a:ln w="1799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0" name="フリーフォーム: 図形 19">
              <a:extLst>
                <a:ext uri="{FF2B5EF4-FFF2-40B4-BE49-F238E27FC236}">
                  <a16:creationId xmlns:a16="http://schemas.microsoft.com/office/drawing/2014/main" id="{1DCCBEEB-03A0-9331-95EC-5BEB16008D82}"/>
                </a:ext>
              </a:extLst>
            </p:cNvPr>
            <p:cNvSpPr/>
            <p:nvPr/>
          </p:nvSpPr>
          <p:spPr>
            <a:xfrm>
              <a:off x="5316475" y="3551688"/>
              <a:ext cx="57599" cy="21599"/>
            </a:xfrm>
            <a:custGeom>
              <a:avLst/>
              <a:gdLst>
                <a:gd name="csX0" fmla="*/ -240 w 57599"/>
                <a:gd name="csY0" fmla="*/ -71 h 21599"/>
                <a:gd name="csX1" fmla="*/ -240 w 57599"/>
                <a:gd name="csY1" fmla="*/ 21529 h 21599"/>
                <a:gd name="csX2" fmla="*/ 57360 w 57599"/>
                <a:gd name="csY2" fmla="*/ 21529 h 21599"/>
                <a:gd name="csX3" fmla="*/ 57360 w 57599"/>
                <a:gd name="csY3" fmla="*/ -71 h 215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599" h="21599">
                  <a:moveTo>
                    <a:pt x="-240" y="-71"/>
                  </a:moveTo>
                  <a:lnTo>
                    <a:pt x="-240" y="21529"/>
                  </a:lnTo>
                  <a:lnTo>
                    <a:pt x="57360" y="21529"/>
                  </a:lnTo>
                  <a:lnTo>
                    <a:pt x="57360" y="-71"/>
                  </a:lnTo>
                  <a:close/>
                </a:path>
              </a:pathLst>
            </a:custGeom>
            <a:noFill/>
            <a:ln w="1799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" name="フリーフォーム: 図形 20">
              <a:extLst>
                <a:ext uri="{FF2B5EF4-FFF2-40B4-BE49-F238E27FC236}">
                  <a16:creationId xmlns:a16="http://schemas.microsoft.com/office/drawing/2014/main" id="{A1C747A2-005F-F0B1-AA84-D1ABF8DBA38C}"/>
                </a:ext>
              </a:extLst>
            </p:cNvPr>
            <p:cNvSpPr/>
            <p:nvPr/>
          </p:nvSpPr>
          <p:spPr>
            <a:xfrm>
              <a:off x="5316475" y="3515688"/>
              <a:ext cx="57599" cy="36000"/>
            </a:xfrm>
            <a:custGeom>
              <a:avLst/>
              <a:gdLst>
                <a:gd name="csX0" fmla="*/ -240 w 57599"/>
                <a:gd name="csY0" fmla="*/ -73 h 36000"/>
                <a:gd name="csX1" fmla="*/ -240 w 57599"/>
                <a:gd name="csY1" fmla="*/ 35927 h 36000"/>
                <a:gd name="csX2" fmla="*/ 57360 w 57599"/>
                <a:gd name="csY2" fmla="*/ 35927 h 36000"/>
                <a:gd name="csX3" fmla="*/ 57360 w 57599"/>
                <a:gd name="csY3" fmla="*/ -73 h 36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599" h="36000">
                  <a:moveTo>
                    <a:pt x="-240" y="-73"/>
                  </a:moveTo>
                  <a:lnTo>
                    <a:pt x="-240" y="35927"/>
                  </a:lnTo>
                  <a:lnTo>
                    <a:pt x="57360" y="35927"/>
                  </a:lnTo>
                  <a:lnTo>
                    <a:pt x="57360" y="-73"/>
                  </a:lnTo>
                  <a:close/>
                </a:path>
              </a:pathLst>
            </a:custGeom>
            <a:noFill/>
            <a:ln w="1799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2" name="フリーフォーム: 図形 21">
              <a:extLst>
                <a:ext uri="{FF2B5EF4-FFF2-40B4-BE49-F238E27FC236}">
                  <a16:creationId xmlns:a16="http://schemas.microsoft.com/office/drawing/2014/main" id="{969C655A-0A3E-4C2A-9D54-8947B9692822}"/>
                </a:ext>
              </a:extLst>
            </p:cNvPr>
            <p:cNvSpPr/>
            <p:nvPr/>
          </p:nvSpPr>
          <p:spPr>
            <a:xfrm>
              <a:off x="5316475" y="3504887"/>
              <a:ext cx="57599" cy="10800"/>
            </a:xfrm>
            <a:custGeom>
              <a:avLst/>
              <a:gdLst>
                <a:gd name="csX0" fmla="*/ -240 w 57599"/>
                <a:gd name="csY0" fmla="*/ -75 h 10800"/>
                <a:gd name="csX1" fmla="*/ -240 w 57599"/>
                <a:gd name="csY1" fmla="*/ 10726 h 10800"/>
                <a:gd name="csX2" fmla="*/ 57360 w 57599"/>
                <a:gd name="csY2" fmla="*/ 10726 h 10800"/>
                <a:gd name="csX3" fmla="*/ 57360 w 57599"/>
                <a:gd name="csY3" fmla="*/ -75 h 10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599" h="10800">
                  <a:moveTo>
                    <a:pt x="-240" y="-75"/>
                  </a:moveTo>
                  <a:lnTo>
                    <a:pt x="-240" y="10726"/>
                  </a:lnTo>
                  <a:lnTo>
                    <a:pt x="57360" y="10726"/>
                  </a:lnTo>
                  <a:lnTo>
                    <a:pt x="57360" y="-75"/>
                  </a:lnTo>
                  <a:close/>
                </a:path>
              </a:pathLst>
            </a:custGeom>
            <a:noFill/>
            <a:ln w="1799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3" name="フリーフォーム: 図形 22">
              <a:extLst>
                <a:ext uri="{FF2B5EF4-FFF2-40B4-BE49-F238E27FC236}">
                  <a16:creationId xmlns:a16="http://schemas.microsoft.com/office/drawing/2014/main" id="{BD6B7DA5-4C7A-36ED-796E-46EEC075C31E}"/>
                </a:ext>
              </a:extLst>
            </p:cNvPr>
            <p:cNvSpPr/>
            <p:nvPr/>
          </p:nvSpPr>
          <p:spPr>
            <a:xfrm>
              <a:off x="5316475" y="3810887"/>
              <a:ext cx="57599" cy="7200"/>
            </a:xfrm>
            <a:custGeom>
              <a:avLst/>
              <a:gdLst>
                <a:gd name="csX0" fmla="*/ -240 w 57599"/>
                <a:gd name="csY0" fmla="*/ -51 h 7200"/>
                <a:gd name="csX1" fmla="*/ -240 w 57599"/>
                <a:gd name="csY1" fmla="*/ 7149 h 7200"/>
                <a:gd name="csX2" fmla="*/ 57360 w 57599"/>
                <a:gd name="csY2" fmla="*/ 7149 h 7200"/>
                <a:gd name="csX3" fmla="*/ 57360 w 57599"/>
                <a:gd name="csY3" fmla="*/ -51 h 7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599" h="7200">
                  <a:moveTo>
                    <a:pt x="-240" y="-51"/>
                  </a:moveTo>
                  <a:lnTo>
                    <a:pt x="-240" y="7149"/>
                  </a:lnTo>
                  <a:lnTo>
                    <a:pt x="57360" y="7149"/>
                  </a:lnTo>
                  <a:lnTo>
                    <a:pt x="57360" y="-51"/>
                  </a:lnTo>
                  <a:close/>
                </a:path>
              </a:pathLst>
            </a:custGeom>
            <a:noFill/>
            <a:ln w="1799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4" name="フリーフォーム: 図形 23">
              <a:extLst>
                <a:ext uri="{FF2B5EF4-FFF2-40B4-BE49-F238E27FC236}">
                  <a16:creationId xmlns:a16="http://schemas.microsoft.com/office/drawing/2014/main" id="{0939A0D2-E2A5-62E6-F055-D32B0679D592}"/>
                </a:ext>
              </a:extLst>
            </p:cNvPr>
            <p:cNvSpPr/>
            <p:nvPr/>
          </p:nvSpPr>
          <p:spPr>
            <a:xfrm>
              <a:off x="5255258" y="2860508"/>
              <a:ext cx="180007" cy="10806"/>
            </a:xfrm>
            <a:custGeom>
              <a:avLst/>
              <a:gdLst>
                <a:gd name="csX0" fmla="*/ -240 w 180007"/>
                <a:gd name="csY0" fmla="*/ -124 h 10806"/>
                <a:gd name="csX1" fmla="*/ -240 w 180007"/>
                <a:gd name="csY1" fmla="*/ 3485 h 10806"/>
                <a:gd name="csX2" fmla="*/ -240 w 180007"/>
                <a:gd name="csY2" fmla="*/ 7074 h 10806"/>
                <a:gd name="csX3" fmla="*/ -240 w 180007"/>
                <a:gd name="csY3" fmla="*/ 10682 h 10806"/>
                <a:gd name="csX4" fmla="*/ 71774 w 180007"/>
                <a:gd name="csY4" fmla="*/ 10682 h 10806"/>
                <a:gd name="csX5" fmla="*/ 71774 w 180007"/>
                <a:gd name="csY5" fmla="*/ 7074 h 10806"/>
                <a:gd name="csX6" fmla="*/ 87960 w 180007"/>
                <a:gd name="csY6" fmla="*/ 7074 h 10806"/>
                <a:gd name="csX7" fmla="*/ 87960 w 180007"/>
                <a:gd name="csY7" fmla="*/ 3485 h 10806"/>
                <a:gd name="csX8" fmla="*/ 71774 w 180007"/>
                <a:gd name="csY8" fmla="*/ 3485 h 10806"/>
                <a:gd name="csX9" fmla="*/ 71774 w 180007"/>
                <a:gd name="csY9" fmla="*/ -124 h 10806"/>
                <a:gd name="csX10" fmla="*/ 107772 w 180007"/>
                <a:gd name="csY10" fmla="*/ -124 h 10806"/>
                <a:gd name="csX11" fmla="*/ 107772 w 180007"/>
                <a:gd name="csY11" fmla="*/ 3485 h 10806"/>
                <a:gd name="csX12" fmla="*/ 91569 w 180007"/>
                <a:gd name="csY12" fmla="*/ 3485 h 10806"/>
                <a:gd name="csX13" fmla="*/ 91569 w 180007"/>
                <a:gd name="csY13" fmla="*/ 7074 h 10806"/>
                <a:gd name="csX14" fmla="*/ 107772 w 180007"/>
                <a:gd name="csY14" fmla="*/ 7074 h 10806"/>
                <a:gd name="csX15" fmla="*/ 107772 w 180007"/>
                <a:gd name="csY15" fmla="*/ 10682 h 10806"/>
                <a:gd name="csX16" fmla="*/ 179768 w 180007"/>
                <a:gd name="csY16" fmla="*/ 10682 h 10806"/>
                <a:gd name="csX17" fmla="*/ 179768 w 180007"/>
                <a:gd name="csY17" fmla="*/ 7074 h 10806"/>
                <a:gd name="csX18" fmla="*/ 179768 w 180007"/>
                <a:gd name="csY18" fmla="*/ 3485 h 10806"/>
                <a:gd name="csX19" fmla="*/ 179768 w 180007"/>
                <a:gd name="csY19" fmla="*/ -124 h 108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80007" h="10806">
                  <a:moveTo>
                    <a:pt x="-240" y="-124"/>
                  </a:moveTo>
                  <a:lnTo>
                    <a:pt x="-240" y="3485"/>
                  </a:lnTo>
                  <a:lnTo>
                    <a:pt x="-240" y="7074"/>
                  </a:lnTo>
                  <a:lnTo>
                    <a:pt x="-240" y="10682"/>
                  </a:lnTo>
                  <a:lnTo>
                    <a:pt x="71774" y="10682"/>
                  </a:lnTo>
                  <a:lnTo>
                    <a:pt x="71774" y="7074"/>
                  </a:lnTo>
                  <a:lnTo>
                    <a:pt x="87960" y="7074"/>
                  </a:lnTo>
                  <a:lnTo>
                    <a:pt x="87960" y="3485"/>
                  </a:lnTo>
                  <a:lnTo>
                    <a:pt x="71774" y="3485"/>
                  </a:lnTo>
                  <a:lnTo>
                    <a:pt x="71774" y="-124"/>
                  </a:lnTo>
                  <a:close/>
                  <a:moveTo>
                    <a:pt x="107772" y="-124"/>
                  </a:moveTo>
                  <a:lnTo>
                    <a:pt x="107772" y="3485"/>
                  </a:lnTo>
                  <a:lnTo>
                    <a:pt x="91569" y="3485"/>
                  </a:lnTo>
                  <a:lnTo>
                    <a:pt x="91569" y="7074"/>
                  </a:lnTo>
                  <a:lnTo>
                    <a:pt x="107772" y="7074"/>
                  </a:lnTo>
                  <a:lnTo>
                    <a:pt x="107772" y="10682"/>
                  </a:lnTo>
                  <a:lnTo>
                    <a:pt x="179768" y="10682"/>
                  </a:lnTo>
                  <a:lnTo>
                    <a:pt x="179768" y="7074"/>
                  </a:lnTo>
                  <a:lnTo>
                    <a:pt x="179768" y="3485"/>
                  </a:lnTo>
                  <a:lnTo>
                    <a:pt x="179768" y="-124"/>
                  </a:lnTo>
                  <a:close/>
                </a:path>
              </a:pathLst>
            </a:custGeom>
            <a:solidFill>
              <a:srgbClr val="FFFFFF"/>
            </a:solidFill>
            <a:ln w="1799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1944FE15-63FB-A37A-F1FC-0626C57CB1DE}"/>
              </a:ext>
            </a:extLst>
          </p:cNvPr>
          <p:cNvSpPr txBox="1"/>
          <p:nvPr/>
        </p:nvSpPr>
        <p:spPr>
          <a:xfrm>
            <a:off x="1703772" y="411214"/>
            <a:ext cx="4382068" cy="342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ja-JP" altLang="en-US" sz="1200" kern="100" dirty="0">
                <a:latin typeface="+mn-ea"/>
                <a:cs typeface="Times New Roman" panose="02020603050405020304" pitchFamily="18" charset="0"/>
              </a:rPr>
              <a:t>弾の飛翔方向を決定する重要なパーツ</a:t>
            </a:r>
            <a:endParaRPr lang="en-US" altLang="ja-JP" sz="1200" kern="1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5977E88B-D7FD-0EBC-8DBF-932B8E32F66D}"/>
              </a:ext>
            </a:extLst>
          </p:cNvPr>
          <p:cNvSpPr txBox="1"/>
          <p:nvPr/>
        </p:nvSpPr>
        <p:spPr>
          <a:xfrm>
            <a:off x="8993393" y="6636215"/>
            <a:ext cx="1107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800" dirty="0"/>
              <a:t>レーザーポインター</a:t>
            </a:r>
            <a:endParaRPr kumimoji="1" lang="ja-JP" altLang="en-US" sz="400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E27A9F53-704A-C58A-16D1-F22A1F4144F2}"/>
              </a:ext>
            </a:extLst>
          </p:cNvPr>
          <p:cNvCxnSpPr>
            <a:cxnSpLocks/>
          </p:cNvCxnSpPr>
          <p:nvPr/>
        </p:nvCxnSpPr>
        <p:spPr>
          <a:xfrm>
            <a:off x="7817970" y="6743937"/>
            <a:ext cx="1175423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headEnd type="oval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2213E10B-EC9B-D110-9AA7-3E5CC2DB26ED}"/>
              </a:ext>
            </a:extLst>
          </p:cNvPr>
          <p:cNvSpPr txBox="1"/>
          <p:nvPr/>
        </p:nvSpPr>
        <p:spPr>
          <a:xfrm>
            <a:off x="8993393" y="5405585"/>
            <a:ext cx="80021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800" dirty="0"/>
              <a:t>第１スリット</a:t>
            </a:r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2B9CCF2C-7096-3E74-0209-168857979403}"/>
              </a:ext>
            </a:extLst>
          </p:cNvPr>
          <p:cNvCxnSpPr>
            <a:cxnSpLocks/>
          </p:cNvCxnSpPr>
          <p:nvPr/>
        </p:nvCxnSpPr>
        <p:spPr>
          <a:xfrm>
            <a:off x="7817970" y="5513307"/>
            <a:ext cx="1175423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headEnd type="oval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2CC39AB0-A6CE-5B4E-1549-34507E07CA23}"/>
              </a:ext>
            </a:extLst>
          </p:cNvPr>
          <p:cNvSpPr txBox="1"/>
          <p:nvPr/>
        </p:nvSpPr>
        <p:spPr>
          <a:xfrm>
            <a:off x="8993393" y="2879703"/>
            <a:ext cx="80021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800" dirty="0"/>
              <a:t>第２スリット</a:t>
            </a:r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2987AC33-37B5-7161-C613-0975218AA1F6}"/>
              </a:ext>
            </a:extLst>
          </p:cNvPr>
          <p:cNvCxnSpPr>
            <a:cxnSpLocks/>
          </p:cNvCxnSpPr>
          <p:nvPr/>
        </p:nvCxnSpPr>
        <p:spPr>
          <a:xfrm>
            <a:off x="7817970" y="2987425"/>
            <a:ext cx="1175423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headEnd type="oval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2225722C-51E7-4807-0E1F-395CCC72CE3C}"/>
              </a:ext>
            </a:extLst>
          </p:cNvPr>
          <p:cNvSpPr txBox="1"/>
          <p:nvPr/>
        </p:nvSpPr>
        <p:spPr>
          <a:xfrm>
            <a:off x="8993393" y="702300"/>
            <a:ext cx="80021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800" dirty="0"/>
              <a:t>最終スリット</a:t>
            </a:r>
          </a:p>
        </p:txBody>
      </p: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4CC36A01-28B0-489D-A1A8-F66BF6A1658E}"/>
              </a:ext>
            </a:extLst>
          </p:cNvPr>
          <p:cNvCxnSpPr>
            <a:cxnSpLocks/>
          </p:cNvCxnSpPr>
          <p:nvPr/>
        </p:nvCxnSpPr>
        <p:spPr>
          <a:xfrm>
            <a:off x="7817970" y="810022"/>
            <a:ext cx="1175423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headEnd type="oval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DCF4FD62-2279-D834-2E4E-DE5AF25D3952}"/>
              </a:ext>
            </a:extLst>
          </p:cNvPr>
          <p:cNvSpPr txBox="1"/>
          <p:nvPr/>
        </p:nvSpPr>
        <p:spPr>
          <a:xfrm>
            <a:off x="270000" y="1303365"/>
            <a:ext cx="4320000" cy="1903470"/>
          </a:xfrm>
          <a:prstGeom prst="rect">
            <a:avLst/>
          </a:prstGeom>
          <a:solidFill>
            <a:srgbClr val="FBFBFB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ja-JP" altLang="en-US" sz="1600" kern="100" dirty="0">
                <a:latin typeface="+mn-ea"/>
                <a:cs typeface="Times New Roman" panose="02020603050405020304" pitchFamily="18" charset="0"/>
              </a:rPr>
              <a:t>翔鷹祭で用いた照準器は、レーザーポインターと３枚のスリットから成っており、スリットの位置を正してから支柱と姿勢を合わせ、レーザーポインターの光を決まった位置に当てることで、</a:t>
            </a:r>
            <a:endParaRPr lang="ja-JP" altLang="ja-JP" sz="1600" kern="100" dirty="0">
              <a:latin typeface="+mn-ea"/>
              <a:cs typeface="Times New Roman" panose="02020603050405020304" pitchFamily="18" charset="0"/>
            </a:endParaRPr>
          </a:p>
        </p:txBody>
      </p: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121ABDD7-72A1-D657-D5DD-07A237CBB54E}"/>
              </a:ext>
            </a:extLst>
          </p:cNvPr>
          <p:cNvCxnSpPr>
            <a:cxnSpLocks/>
          </p:cNvCxnSpPr>
          <p:nvPr/>
        </p:nvCxnSpPr>
        <p:spPr>
          <a:xfrm flipH="1">
            <a:off x="7817970" y="2987372"/>
            <a:ext cx="173034" cy="3504242"/>
          </a:xfrm>
          <a:prstGeom prst="line">
            <a:avLst/>
          </a:prstGeom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9F1BFF62-BF58-CA21-09F8-ED5DF8F7CAA5}"/>
              </a:ext>
            </a:extLst>
          </p:cNvPr>
          <p:cNvCxnSpPr>
            <a:cxnSpLocks/>
          </p:cNvCxnSpPr>
          <p:nvPr/>
        </p:nvCxnSpPr>
        <p:spPr>
          <a:xfrm flipH="1" flipV="1">
            <a:off x="7731760" y="824850"/>
            <a:ext cx="86210" cy="5666764"/>
          </a:xfrm>
          <a:prstGeom prst="line">
            <a:avLst/>
          </a:prstGeom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D0188A2F-E905-222E-6D58-06A4658226AB}"/>
              </a:ext>
            </a:extLst>
          </p:cNvPr>
          <p:cNvCxnSpPr>
            <a:cxnSpLocks/>
          </p:cNvCxnSpPr>
          <p:nvPr/>
        </p:nvCxnSpPr>
        <p:spPr>
          <a:xfrm flipV="1">
            <a:off x="7805169" y="-236668"/>
            <a:ext cx="0" cy="672828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8815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8033D-C573-46C1-2569-AB3716901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23731C6-B10B-B5FF-FE3F-DF722692AC18}"/>
              </a:ext>
            </a:extLst>
          </p:cNvPr>
          <p:cNvSpPr/>
          <p:nvPr/>
        </p:nvSpPr>
        <p:spPr>
          <a:xfrm>
            <a:off x="90000" y="0"/>
            <a:ext cx="180000" cy="872775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80897C0-E032-9E13-B2F6-1B7207EA51F0}"/>
              </a:ext>
            </a:extLst>
          </p:cNvPr>
          <p:cNvSpPr txBox="1"/>
          <p:nvPr/>
        </p:nvSpPr>
        <p:spPr>
          <a:xfrm>
            <a:off x="-152784" y="-79143"/>
            <a:ext cx="66556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8000" i="1" dirty="0">
                <a:solidFill>
                  <a:schemeClr val="bg1"/>
                </a:solidFill>
                <a:latin typeface="Garamond" panose="02020404030301010803" pitchFamily="18" charset="0"/>
                <a:ea typeface="+mj-ea"/>
              </a:rPr>
              <a:t>6</a:t>
            </a:r>
            <a:endParaRPr kumimoji="1" lang="ja-JP" altLang="en-US" sz="8000" i="1" dirty="0">
              <a:solidFill>
                <a:schemeClr val="bg1"/>
              </a:solidFill>
              <a:latin typeface="Garamond" panose="02020404030301010803" pitchFamily="18" charset="0"/>
              <a:ea typeface="+mj-ea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6A2EE2B-4F8E-C446-0851-FF864C4C5F41}"/>
              </a:ext>
            </a:extLst>
          </p:cNvPr>
          <p:cNvSpPr txBox="1"/>
          <p:nvPr/>
        </p:nvSpPr>
        <p:spPr>
          <a:xfrm>
            <a:off x="288000" y="290190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>
                <a:latin typeface="+mj-ea"/>
                <a:ea typeface="+mj-ea"/>
              </a:rPr>
              <a:t>照準器</a:t>
            </a:r>
          </a:p>
        </p:txBody>
      </p:sp>
    </p:spTree>
    <p:extLst>
      <p:ext uri="{BB962C8B-B14F-4D97-AF65-F5344CB8AC3E}">
        <p14:creationId xmlns:p14="http://schemas.microsoft.com/office/powerpoint/2010/main" val="2286378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ユーザー定義 1">
      <a:majorFont>
        <a:latin typeface="Yu Gothic UI Semibold"/>
        <a:ea typeface="游ゴシック bold"/>
        <a:cs typeface=""/>
      </a:majorFont>
      <a:minorFont>
        <a:latin typeface="Yu Gothic UI"/>
        <a:ea typeface="游ゴシック Medium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1767</TotalTime>
  <Words>628</Words>
  <Application>Microsoft Office PowerPoint</Application>
  <PresentationFormat>ユーザー設定</PresentationFormat>
  <Paragraphs>61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5" baseType="lpstr">
      <vt:lpstr>Yu Gothic UI</vt:lpstr>
      <vt:lpstr>Yu Gothic UI Semibold</vt:lpstr>
      <vt:lpstr>游ゴシック</vt:lpstr>
      <vt:lpstr>Arial</vt:lpstr>
      <vt:lpstr>Garamond</vt:lpstr>
      <vt:lpstr>Times New Roman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祥真 大倉</dc:creator>
  <cp:lastModifiedBy>祥真 大倉</cp:lastModifiedBy>
  <cp:revision>1</cp:revision>
  <dcterms:created xsi:type="dcterms:W3CDTF">2026-06-30T08:51:07Z</dcterms:created>
  <dcterms:modified xsi:type="dcterms:W3CDTF">2026-07-01T15:32:28Z</dcterms:modified>
</cp:coreProperties>
</file>