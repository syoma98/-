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E367ED-E12B-E2EA-D392-3E65EEB95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6A14C3B-52BA-14C8-CB57-1938D4D26A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24EB55-B830-6222-17D1-A0218ABFF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361B7-CFCC-4BFF-9FAA-2B1289D5CB56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93A1697-3E20-4DFE-DE90-FA6A42EEA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826AE2-B265-8C66-567C-19243511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0D5F9-0EAF-4823-9D6D-CF713B655C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4024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A20650-9BF4-65D1-DC56-356015A07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47BEEA-7E2E-B7DD-247B-D22DB8530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0BC72E-A437-5963-F173-279C5D416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361B7-CFCC-4BFF-9FAA-2B1289D5CB56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3377EF-8E51-A625-8A85-2E50AF192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9FC137-9D85-BB03-94C8-804D8FA0A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0D5F9-0EAF-4823-9D6D-CF713B655C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9425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15B6E4-5AC3-D324-2E4F-B752AD17F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E29A7D1-97A6-48C7-8107-BCB25A678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7BDFFD-C29E-6DC7-61F5-C044F8CC4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361B7-CFCC-4BFF-9FAA-2B1289D5CB56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DFA052-73F0-C82F-22FF-42DB04031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7B2DC4-14F6-8304-632E-F5F7943F9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0D5F9-0EAF-4823-9D6D-CF713B655C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8346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D624BC-615A-F6FF-30F2-BEF012911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986200-4CBC-D88A-3583-D4616F1B4F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57FC457-E7A2-32A7-4A6A-A35C680CE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83E6D87-A01B-1191-CC4B-08F58CE5C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361B7-CFCC-4BFF-9FAA-2B1289D5CB56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9C1F7EC-783C-BD84-DB6E-6B5CF49A8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02F58E5-BC65-7982-51A5-93C0B9E53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0D5F9-0EAF-4823-9D6D-CF713B655C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780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C5CE2B-0134-B25C-AB3B-04325CD6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43352D3-92E8-FC10-6314-6F1C958B7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06A0FB-DE6F-C8C9-F5C7-EC623A5F68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C958A70-EE9A-55A9-6D05-EF01611993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3166193-013F-C708-CE26-6C8B4686BB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D9CE88F-0E95-B714-AB88-011E26AB4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361B7-CFCC-4BFF-9FAA-2B1289D5CB56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A426856-FD8D-5C6B-89DF-3100BC960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9E1AD7D-AD01-C2F3-2295-08E160339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0D5F9-0EAF-4823-9D6D-CF713B655C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8122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F99D28-095D-0DCC-405B-0CBF4BDC3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446DBA7-034D-EFDA-96E3-0550A3B5A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361B7-CFCC-4BFF-9FAA-2B1289D5CB56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B7FAD29-E601-2B1A-74F6-C6EB21E66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E307813-53E8-C923-683E-207EA98EF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0D5F9-0EAF-4823-9D6D-CF713B655C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4499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18E9DF5-B6C5-6F31-1BFB-46209780B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361B7-CFCC-4BFF-9FAA-2B1289D5CB56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508310E-58F3-A63A-C0E8-9E4847D3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4C51D9-D809-41E1-01C8-F9A8B87B0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0D5F9-0EAF-4823-9D6D-CF713B655C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8071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26FB99-8765-1751-6A9E-9396668EE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67CAAF0-10D3-0EF5-8029-3045BAB11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AB8FE8D-BD9F-0735-B635-02E0205F71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6717360-400F-2AFA-D467-2FA654F0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361B7-CFCC-4BFF-9FAA-2B1289D5CB56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551F0E7-7BC8-694A-301E-5EB8FED41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B5F65F7-D190-D55E-A0BA-AD592909E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0D5F9-0EAF-4823-9D6D-CF713B655C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1380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07723A-3461-D04A-44E7-057AFF1D2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BEDE241-0E88-873E-7AF7-965DBBB69F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E54689B-3472-634F-0A2C-BBFEDA594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FECC05-44E2-4AAD-D701-8070C4B44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361B7-CFCC-4BFF-9FAA-2B1289D5CB56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4DFA22A-8526-1DDE-7D80-3DF1C25AD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D67B7D6-7AFD-4E86-932D-606E6287F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0D5F9-0EAF-4823-9D6D-CF713B655C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3365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FF89C8-5123-A210-DD64-62CBCF862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43DE7A2-40AC-C877-2FAA-F86FAA471C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1A1EFF-6453-4D02-1DB0-BD74E8120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361B7-CFCC-4BFF-9FAA-2B1289D5CB56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D71E6E-6835-1F39-B09D-FC50AB058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9A328C5-526D-0B6B-0B38-B20C0C2BB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0D5F9-0EAF-4823-9D6D-CF713B655C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3262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947A4A8-3AEB-950E-7985-2A5E1C5E52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E62766C-9806-AC11-ABB5-763859EF8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10BAAFD-5D98-7E41-83CA-0AFE8751A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361B7-CFCC-4BFF-9FAA-2B1289D5CB56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0108A6-7CBE-DCD8-B677-39A658E4D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38505B3-AEAF-C1F9-9AB3-E0AA0DE55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0D5F9-0EAF-4823-9D6D-CF713B655C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3882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0D98A1F-F5B0-4938-0BA3-65025B4B4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E0FFAA7-6513-16E8-8419-F7BE1ECB8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5E6FF8-636B-DA27-11B3-FA8437B655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361B7-CFCC-4BFF-9FAA-2B1289D5CB56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C962B6-0449-E49F-6409-A2BEF2156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5D07A5B-9107-541B-328D-5A652C3EE0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0D5F9-0EAF-4823-9D6D-CF713B655C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2468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フリーフォーム: 図形 21">
            <a:extLst>
              <a:ext uri="{FF2B5EF4-FFF2-40B4-BE49-F238E27FC236}">
                <a16:creationId xmlns:a16="http://schemas.microsoft.com/office/drawing/2014/main" id="{3C36D7A0-A9A4-5C4E-B6A6-CA0CDBBCD279}"/>
              </a:ext>
            </a:extLst>
          </p:cNvPr>
          <p:cNvSpPr/>
          <p:nvPr/>
        </p:nvSpPr>
        <p:spPr>
          <a:xfrm>
            <a:off x="3903555" y="3898443"/>
            <a:ext cx="170569" cy="25505"/>
          </a:xfrm>
          <a:custGeom>
            <a:avLst/>
            <a:gdLst>
              <a:gd name="connsiteX0" fmla="*/ 249 w 170569"/>
              <a:gd name="connsiteY0" fmla="*/ 26188 h 25505"/>
              <a:gd name="connsiteX1" fmla="*/ 170818 w 170569"/>
              <a:gd name="connsiteY1" fmla="*/ 26188 h 25505"/>
              <a:gd name="connsiteX2" fmla="*/ 170818 w 170569"/>
              <a:gd name="connsiteY2" fmla="*/ 682 h 25505"/>
              <a:gd name="connsiteX3" fmla="*/ 249 w 170569"/>
              <a:gd name="connsiteY3" fmla="*/ 682 h 25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569" h="25505">
                <a:moveTo>
                  <a:pt x="249" y="26188"/>
                </a:moveTo>
                <a:lnTo>
                  <a:pt x="170818" y="26188"/>
                </a:lnTo>
                <a:lnTo>
                  <a:pt x="170818" y="682"/>
                </a:lnTo>
                <a:lnTo>
                  <a:pt x="249" y="682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  <a:ln w="1591" cap="sq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grpSp>
        <p:nvGrpSpPr>
          <p:cNvPr id="348" name="グループ化 347">
            <a:extLst>
              <a:ext uri="{FF2B5EF4-FFF2-40B4-BE49-F238E27FC236}">
                <a16:creationId xmlns:a16="http://schemas.microsoft.com/office/drawing/2014/main" id="{3104EA70-78B4-0130-89B6-4B9A0E96C6E2}"/>
              </a:ext>
            </a:extLst>
          </p:cNvPr>
          <p:cNvGrpSpPr/>
          <p:nvPr/>
        </p:nvGrpSpPr>
        <p:grpSpPr>
          <a:xfrm>
            <a:off x="3065060" y="3938742"/>
            <a:ext cx="1772638" cy="235129"/>
            <a:chOff x="3065060" y="3938742"/>
            <a:chExt cx="1772638" cy="235129"/>
          </a:xfrm>
        </p:grpSpPr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33A56FD1-93CA-6E15-3364-E25265103274}"/>
                </a:ext>
              </a:extLst>
            </p:cNvPr>
            <p:cNvSpPr/>
            <p:nvPr/>
          </p:nvSpPr>
          <p:spPr>
            <a:xfrm>
              <a:off x="3065060" y="4033591"/>
              <a:ext cx="1772637" cy="140280"/>
            </a:xfrm>
            <a:custGeom>
              <a:avLst/>
              <a:gdLst>
                <a:gd name="connsiteX0" fmla="*/ 1772879 w 1772637"/>
                <a:gd name="connsiteY0" fmla="*/ 716 h 140280"/>
                <a:gd name="connsiteX1" fmla="*/ 1772879 w 1772637"/>
                <a:gd name="connsiteY1" fmla="*/ 66073 h 140280"/>
                <a:gd name="connsiteX2" fmla="*/ 1733027 w 1772637"/>
                <a:gd name="connsiteY2" fmla="*/ 66073 h 140280"/>
                <a:gd name="connsiteX3" fmla="*/ 1733027 w 1772637"/>
                <a:gd name="connsiteY3" fmla="*/ 140996 h 140280"/>
                <a:gd name="connsiteX4" fmla="*/ 1667669 w 1772637"/>
                <a:gd name="connsiteY4" fmla="*/ 140996 h 140280"/>
                <a:gd name="connsiteX5" fmla="*/ 1667669 w 1772637"/>
                <a:gd name="connsiteY5" fmla="*/ 66073 h 140280"/>
                <a:gd name="connsiteX6" fmla="*/ 1623034 w 1772637"/>
                <a:gd name="connsiteY6" fmla="*/ 66073 h 140280"/>
                <a:gd name="connsiteX7" fmla="*/ 1623034 w 1772637"/>
                <a:gd name="connsiteY7" fmla="*/ 62088 h 140280"/>
                <a:gd name="connsiteX8" fmla="*/ 242 w 1772637"/>
                <a:gd name="connsiteY8" fmla="*/ 62088 h 140280"/>
                <a:gd name="connsiteX9" fmla="*/ 242 w 1772637"/>
                <a:gd name="connsiteY9" fmla="*/ 4701 h 140280"/>
                <a:gd name="connsiteX10" fmla="*/ 1623034 w 1772637"/>
                <a:gd name="connsiteY10" fmla="*/ 4701 h 140280"/>
                <a:gd name="connsiteX11" fmla="*/ 1623034 w 1772637"/>
                <a:gd name="connsiteY11" fmla="*/ 716 h 140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72637" h="140280">
                  <a:moveTo>
                    <a:pt x="1772879" y="716"/>
                  </a:moveTo>
                  <a:lnTo>
                    <a:pt x="1772879" y="66073"/>
                  </a:lnTo>
                  <a:lnTo>
                    <a:pt x="1733027" y="66073"/>
                  </a:lnTo>
                  <a:lnTo>
                    <a:pt x="1733027" y="140996"/>
                  </a:lnTo>
                  <a:lnTo>
                    <a:pt x="1667669" y="140996"/>
                  </a:lnTo>
                  <a:lnTo>
                    <a:pt x="1667669" y="66073"/>
                  </a:lnTo>
                  <a:lnTo>
                    <a:pt x="1623034" y="66073"/>
                  </a:lnTo>
                  <a:lnTo>
                    <a:pt x="1623034" y="62088"/>
                  </a:lnTo>
                  <a:lnTo>
                    <a:pt x="242" y="62088"/>
                  </a:lnTo>
                  <a:lnTo>
                    <a:pt x="242" y="4701"/>
                  </a:lnTo>
                  <a:lnTo>
                    <a:pt x="1623034" y="4701"/>
                  </a:lnTo>
                  <a:lnTo>
                    <a:pt x="1623034" y="716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1423B97B-AC02-588A-2839-92BB212F26F8}"/>
                </a:ext>
              </a:extLst>
            </p:cNvPr>
            <p:cNvSpPr/>
            <p:nvPr/>
          </p:nvSpPr>
          <p:spPr>
            <a:xfrm>
              <a:off x="3065060" y="4034388"/>
              <a:ext cx="1622792" cy="63764"/>
            </a:xfrm>
            <a:custGeom>
              <a:avLst/>
              <a:gdLst>
                <a:gd name="connsiteX0" fmla="*/ 229 w 1622792"/>
                <a:gd name="connsiteY0" fmla="*/ 709 h 63764"/>
                <a:gd name="connsiteX1" fmla="*/ 1623021 w 1622792"/>
                <a:gd name="connsiteY1" fmla="*/ 709 h 63764"/>
                <a:gd name="connsiteX2" fmla="*/ 1623021 w 1622792"/>
                <a:gd name="connsiteY2" fmla="*/ 64473 h 63764"/>
                <a:gd name="connsiteX3" fmla="*/ 229 w 1622792"/>
                <a:gd name="connsiteY3" fmla="*/ 64473 h 6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92" h="63764">
                  <a:moveTo>
                    <a:pt x="229" y="709"/>
                  </a:moveTo>
                  <a:lnTo>
                    <a:pt x="1623021" y="709"/>
                  </a:lnTo>
                  <a:lnTo>
                    <a:pt x="1623021" y="64473"/>
                  </a:lnTo>
                  <a:lnTo>
                    <a:pt x="229" y="64473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dirty="0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B59A1553-4D0E-0CF3-9F85-5F7A88223983}"/>
                </a:ext>
              </a:extLst>
            </p:cNvPr>
            <p:cNvSpPr/>
            <p:nvPr/>
          </p:nvSpPr>
          <p:spPr>
            <a:xfrm>
              <a:off x="3938624" y="4007288"/>
              <a:ext cx="105213" cy="25505"/>
            </a:xfrm>
            <a:custGeom>
              <a:avLst/>
              <a:gdLst>
                <a:gd name="connsiteX0" fmla="*/ 105462 w 105213"/>
                <a:gd name="connsiteY0" fmla="*/ 701 h 25505"/>
                <a:gd name="connsiteX1" fmla="*/ 249 w 105213"/>
                <a:gd name="connsiteY1" fmla="*/ 701 h 25505"/>
                <a:gd name="connsiteX2" fmla="*/ 249 w 105213"/>
                <a:gd name="connsiteY2" fmla="*/ 26207 h 25505"/>
                <a:gd name="connsiteX3" fmla="*/ 105462 w 105213"/>
                <a:gd name="connsiteY3" fmla="*/ 26207 h 25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213" h="25505">
                  <a:moveTo>
                    <a:pt x="105462" y="701"/>
                  </a:moveTo>
                  <a:lnTo>
                    <a:pt x="249" y="701"/>
                  </a:lnTo>
                  <a:lnTo>
                    <a:pt x="249" y="26207"/>
                  </a:lnTo>
                  <a:lnTo>
                    <a:pt x="105462" y="26207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" name="フリーフォーム: 図形 19">
              <a:extLst>
                <a:ext uri="{FF2B5EF4-FFF2-40B4-BE49-F238E27FC236}">
                  <a16:creationId xmlns:a16="http://schemas.microsoft.com/office/drawing/2014/main" id="{9353615F-8429-5089-979F-7DFC1C24BE2C}"/>
                </a:ext>
              </a:extLst>
            </p:cNvPr>
            <p:cNvSpPr/>
            <p:nvPr/>
          </p:nvSpPr>
          <p:spPr>
            <a:xfrm>
              <a:off x="4687853" y="4030403"/>
              <a:ext cx="149845" cy="143468"/>
            </a:xfrm>
            <a:custGeom>
              <a:avLst/>
              <a:gdLst>
                <a:gd name="connsiteX0" fmla="*/ 150228 w 149845"/>
                <a:gd name="connsiteY0" fmla="*/ 715 h 143468"/>
                <a:gd name="connsiteX1" fmla="*/ 150228 w 149845"/>
                <a:gd name="connsiteY1" fmla="*/ 72450 h 143468"/>
                <a:gd name="connsiteX2" fmla="*/ 113564 w 149845"/>
                <a:gd name="connsiteY2" fmla="*/ 72450 h 143468"/>
                <a:gd name="connsiteX3" fmla="*/ 113564 w 149845"/>
                <a:gd name="connsiteY3" fmla="*/ 144184 h 143468"/>
                <a:gd name="connsiteX4" fmla="*/ 41830 w 149845"/>
                <a:gd name="connsiteY4" fmla="*/ 144184 h 143468"/>
                <a:gd name="connsiteX5" fmla="*/ 41830 w 149845"/>
                <a:gd name="connsiteY5" fmla="*/ 72450 h 143468"/>
                <a:gd name="connsiteX6" fmla="*/ 383 w 149845"/>
                <a:gd name="connsiteY6" fmla="*/ 72450 h 143468"/>
                <a:gd name="connsiteX7" fmla="*/ 383 w 149845"/>
                <a:gd name="connsiteY7" fmla="*/ 715 h 143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9845" h="143468">
                  <a:moveTo>
                    <a:pt x="150228" y="715"/>
                  </a:moveTo>
                  <a:lnTo>
                    <a:pt x="150228" y="72450"/>
                  </a:lnTo>
                  <a:lnTo>
                    <a:pt x="113564" y="72450"/>
                  </a:lnTo>
                  <a:lnTo>
                    <a:pt x="113564" y="144184"/>
                  </a:lnTo>
                  <a:lnTo>
                    <a:pt x="41830" y="144184"/>
                  </a:lnTo>
                  <a:lnTo>
                    <a:pt x="41830" y="72450"/>
                  </a:lnTo>
                  <a:lnTo>
                    <a:pt x="383" y="72450"/>
                  </a:lnTo>
                  <a:lnTo>
                    <a:pt x="383" y="715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8A22AF4F-C8C7-CF5E-EC52-0B2BDD59B49F}"/>
                </a:ext>
              </a:extLst>
            </p:cNvPr>
            <p:cNvSpPr/>
            <p:nvPr/>
          </p:nvSpPr>
          <p:spPr>
            <a:xfrm>
              <a:off x="3935436" y="4032794"/>
              <a:ext cx="31881" cy="39852"/>
            </a:xfrm>
            <a:custGeom>
              <a:avLst/>
              <a:gdLst>
                <a:gd name="connsiteX0" fmla="*/ 242 w 31881"/>
                <a:gd name="connsiteY0" fmla="*/ 40559 h 39852"/>
                <a:gd name="connsiteX1" fmla="*/ 32124 w 31881"/>
                <a:gd name="connsiteY1" fmla="*/ 40559 h 39852"/>
                <a:gd name="connsiteX2" fmla="*/ 32124 w 31881"/>
                <a:gd name="connsiteY2" fmla="*/ 707 h 39852"/>
                <a:gd name="connsiteX3" fmla="*/ 242 w 31881"/>
                <a:gd name="connsiteY3" fmla="*/ 707 h 39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881" h="39852">
                  <a:moveTo>
                    <a:pt x="242" y="40559"/>
                  </a:moveTo>
                  <a:lnTo>
                    <a:pt x="32124" y="40559"/>
                  </a:lnTo>
                  <a:lnTo>
                    <a:pt x="32124" y="707"/>
                  </a:lnTo>
                  <a:lnTo>
                    <a:pt x="242" y="707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3" name="フリーフォーム: 図形 22">
              <a:extLst>
                <a:ext uri="{FF2B5EF4-FFF2-40B4-BE49-F238E27FC236}">
                  <a16:creationId xmlns:a16="http://schemas.microsoft.com/office/drawing/2014/main" id="{113FBD45-A616-08B8-DBC9-C1582BF09C44}"/>
                </a:ext>
              </a:extLst>
            </p:cNvPr>
            <p:cNvSpPr/>
            <p:nvPr/>
          </p:nvSpPr>
          <p:spPr>
            <a:xfrm>
              <a:off x="3903554" y="4007288"/>
              <a:ext cx="31881" cy="25505"/>
            </a:xfrm>
            <a:custGeom>
              <a:avLst/>
              <a:gdLst>
                <a:gd name="connsiteX0" fmla="*/ 32118 w 31881"/>
                <a:gd name="connsiteY0" fmla="*/ 701 h 25505"/>
                <a:gd name="connsiteX1" fmla="*/ 236 w 31881"/>
                <a:gd name="connsiteY1" fmla="*/ 701 h 25505"/>
                <a:gd name="connsiteX2" fmla="*/ 236 w 31881"/>
                <a:gd name="connsiteY2" fmla="*/ 26207 h 25505"/>
                <a:gd name="connsiteX3" fmla="*/ 32118 w 31881"/>
                <a:gd name="connsiteY3" fmla="*/ 26207 h 25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881" h="25505">
                  <a:moveTo>
                    <a:pt x="32118" y="701"/>
                  </a:moveTo>
                  <a:lnTo>
                    <a:pt x="236" y="701"/>
                  </a:lnTo>
                  <a:lnTo>
                    <a:pt x="236" y="26207"/>
                  </a:lnTo>
                  <a:lnTo>
                    <a:pt x="32118" y="26207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4" name="フリーフォーム: 図形 23">
              <a:extLst>
                <a:ext uri="{FF2B5EF4-FFF2-40B4-BE49-F238E27FC236}">
                  <a16:creationId xmlns:a16="http://schemas.microsoft.com/office/drawing/2014/main" id="{8BD176E4-8177-A702-4209-A69BFA7EDC38}"/>
                </a:ext>
              </a:extLst>
            </p:cNvPr>
            <p:cNvSpPr/>
            <p:nvPr/>
          </p:nvSpPr>
          <p:spPr>
            <a:xfrm>
              <a:off x="4043837" y="4007288"/>
              <a:ext cx="9564" cy="25505"/>
            </a:xfrm>
            <a:custGeom>
              <a:avLst/>
              <a:gdLst>
                <a:gd name="connsiteX0" fmla="*/ 9823 w 9564"/>
                <a:gd name="connsiteY0" fmla="*/ 701 h 25505"/>
                <a:gd name="connsiteX1" fmla="*/ 259 w 9564"/>
                <a:gd name="connsiteY1" fmla="*/ 701 h 25505"/>
                <a:gd name="connsiteX2" fmla="*/ 259 w 9564"/>
                <a:gd name="connsiteY2" fmla="*/ 26207 h 25505"/>
                <a:gd name="connsiteX3" fmla="*/ 9823 w 9564"/>
                <a:gd name="connsiteY3" fmla="*/ 26207 h 25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64" h="25505">
                  <a:moveTo>
                    <a:pt x="9823" y="701"/>
                  </a:moveTo>
                  <a:lnTo>
                    <a:pt x="259" y="701"/>
                  </a:lnTo>
                  <a:lnTo>
                    <a:pt x="259" y="26207"/>
                  </a:lnTo>
                  <a:lnTo>
                    <a:pt x="9823" y="26207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5" name="フリーフォーム: 図形 24">
              <a:extLst>
                <a:ext uri="{FF2B5EF4-FFF2-40B4-BE49-F238E27FC236}">
                  <a16:creationId xmlns:a16="http://schemas.microsoft.com/office/drawing/2014/main" id="{1BFD4D03-2B46-20D7-BC7F-58A3DBC22910}"/>
                </a:ext>
              </a:extLst>
            </p:cNvPr>
            <p:cNvSpPr/>
            <p:nvPr/>
          </p:nvSpPr>
          <p:spPr>
            <a:xfrm>
              <a:off x="4053402" y="4007288"/>
              <a:ext cx="15940" cy="25505"/>
            </a:xfrm>
            <a:custGeom>
              <a:avLst/>
              <a:gdLst>
                <a:gd name="connsiteX0" fmla="*/ 16202 w 15940"/>
                <a:gd name="connsiteY0" fmla="*/ 701 h 25505"/>
                <a:gd name="connsiteX1" fmla="*/ 261 w 15940"/>
                <a:gd name="connsiteY1" fmla="*/ 701 h 25505"/>
                <a:gd name="connsiteX2" fmla="*/ 261 w 15940"/>
                <a:gd name="connsiteY2" fmla="*/ 26207 h 25505"/>
                <a:gd name="connsiteX3" fmla="*/ 16202 w 15940"/>
                <a:gd name="connsiteY3" fmla="*/ 26207 h 25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40" h="25505">
                  <a:moveTo>
                    <a:pt x="16202" y="701"/>
                  </a:moveTo>
                  <a:lnTo>
                    <a:pt x="261" y="701"/>
                  </a:lnTo>
                  <a:lnTo>
                    <a:pt x="261" y="26207"/>
                  </a:lnTo>
                  <a:lnTo>
                    <a:pt x="16202" y="26207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6" name="フリーフォーム: 図形 25">
              <a:extLst>
                <a:ext uri="{FF2B5EF4-FFF2-40B4-BE49-F238E27FC236}">
                  <a16:creationId xmlns:a16="http://schemas.microsoft.com/office/drawing/2014/main" id="{371DE927-BE85-363C-0A4C-10FA98623FA2}"/>
                </a:ext>
              </a:extLst>
            </p:cNvPr>
            <p:cNvSpPr/>
            <p:nvPr/>
          </p:nvSpPr>
          <p:spPr>
            <a:xfrm>
              <a:off x="4069343" y="4007288"/>
              <a:ext cx="4782" cy="25505"/>
            </a:xfrm>
            <a:custGeom>
              <a:avLst/>
              <a:gdLst>
                <a:gd name="connsiteX0" fmla="*/ 5045 w 4782"/>
                <a:gd name="connsiteY0" fmla="*/ 701 h 25505"/>
                <a:gd name="connsiteX1" fmla="*/ 263 w 4782"/>
                <a:gd name="connsiteY1" fmla="*/ 701 h 25505"/>
                <a:gd name="connsiteX2" fmla="*/ 263 w 4782"/>
                <a:gd name="connsiteY2" fmla="*/ 26207 h 25505"/>
                <a:gd name="connsiteX3" fmla="*/ 5045 w 4782"/>
                <a:gd name="connsiteY3" fmla="*/ 26207 h 25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82" h="25505">
                  <a:moveTo>
                    <a:pt x="5045" y="701"/>
                  </a:moveTo>
                  <a:lnTo>
                    <a:pt x="263" y="701"/>
                  </a:lnTo>
                  <a:lnTo>
                    <a:pt x="263" y="26207"/>
                  </a:lnTo>
                  <a:lnTo>
                    <a:pt x="5045" y="26207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7" name="フリーフォーム: 図形 26">
              <a:extLst>
                <a:ext uri="{FF2B5EF4-FFF2-40B4-BE49-F238E27FC236}">
                  <a16:creationId xmlns:a16="http://schemas.microsoft.com/office/drawing/2014/main" id="{240977C6-AB50-552A-7D9F-00069CD2ED88}"/>
                </a:ext>
              </a:extLst>
            </p:cNvPr>
            <p:cNvSpPr/>
            <p:nvPr/>
          </p:nvSpPr>
          <p:spPr>
            <a:xfrm>
              <a:off x="3935436" y="4007288"/>
              <a:ext cx="3188" cy="25505"/>
            </a:xfrm>
            <a:custGeom>
              <a:avLst/>
              <a:gdLst>
                <a:gd name="connsiteX0" fmla="*/ 3428 w 3188"/>
                <a:gd name="connsiteY0" fmla="*/ 701 h 25505"/>
                <a:gd name="connsiteX1" fmla="*/ 239 w 3188"/>
                <a:gd name="connsiteY1" fmla="*/ 701 h 25505"/>
                <a:gd name="connsiteX2" fmla="*/ 239 w 3188"/>
                <a:gd name="connsiteY2" fmla="*/ 26207 h 25505"/>
                <a:gd name="connsiteX3" fmla="*/ 3428 w 3188"/>
                <a:gd name="connsiteY3" fmla="*/ 26207 h 25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88" h="25505">
                  <a:moveTo>
                    <a:pt x="3428" y="701"/>
                  </a:moveTo>
                  <a:lnTo>
                    <a:pt x="239" y="701"/>
                  </a:lnTo>
                  <a:lnTo>
                    <a:pt x="239" y="26207"/>
                  </a:lnTo>
                  <a:lnTo>
                    <a:pt x="3428" y="26207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8" name="フリーフォーム: 図形 27">
              <a:extLst>
                <a:ext uri="{FF2B5EF4-FFF2-40B4-BE49-F238E27FC236}">
                  <a16:creationId xmlns:a16="http://schemas.microsoft.com/office/drawing/2014/main" id="{5667C71E-1219-8DE9-1092-FAACFD3383D9}"/>
                </a:ext>
              </a:extLst>
            </p:cNvPr>
            <p:cNvSpPr/>
            <p:nvPr/>
          </p:nvSpPr>
          <p:spPr>
            <a:xfrm>
              <a:off x="4353092" y="3938742"/>
              <a:ext cx="7970" cy="167380"/>
            </a:xfrm>
            <a:custGeom>
              <a:avLst/>
              <a:gdLst>
                <a:gd name="connsiteX0" fmla="*/ 313 w 7970"/>
                <a:gd name="connsiteY0" fmla="*/ 701 h 167380"/>
                <a:gd name="connsiteX1" fmla="*/ 8283 w 7970"/>
                <a:gd name="connsiteY1" fmla="*/ 701 h 167380"/>
                <a:gd name="connsiteX2" fmla="*/ 8283 w 7970"/>
                <a:gd name="connsiteY2" fmla="*/ 168082 h 167380"/>
                <a:gd name="connsiteX3" fmla="*/ 313 w 7970"/>
                <a:gd name="connsiteY3" fmla="*/ 168082 h 167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70" h="167380">
                  <a:moveTo>
                    <a:pt x="313" y="701"/>
                  </a:moveTo>
                  <a:lnTo>
                    <a:pt x="8283" y="701"/>
                  </a:lnTo>
                  <a:lnTo>
                    <a:pt x="8283" y="168082"/>
                  </a:lnTo>
                  <a:lnTo>
                    <a:pt x="313" y="168082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9" name="フリーフォーム: 図形 28">
              <a:extLst>
                <a:ext uri="{FF2B5EF4-FFF2-40B4-BE49-F238E27FC236}">
                  <a16:creationId xmlns:a16="http://schemas.microsoft.com/office/drawing/2014/main" id="{17E87DF2-93C8-6BC7-AE63-0D08D6C77E00}"/>
                </a:ext>
              </a:extLst>
            </p:cNvPr>
            <p:cNvSpPr/>
            <p:nvPr/>
          </p:nvSpPr>
          <p:spPr>
            <a:xfrm>
              <a:off x="4121948" y="3983377"/>
              <a:ext cx="127527" cy="146657"/>
            </a:xfrm>
            <a:custGeom>
              <a:avLst/>
              <a:gdLst>
                <a:gd name="connsiteX0" fmla="*/ 283 w 127527"/>
                <a:gd name="connsiteY0" fmla="*/ 707 h 146657"/>
                <a:gd name="connsiteX1" fmla="*/ 127811 w 127527"/>
                <a:gd name="connsiteY1" fmla="*/ 707 h 146657"/>
                <a:gd name="connsiteX2" fmla="*/ 127811 w 127527"/>
                <a:gd name="connsiteY2" fmla="*/ 147364 h 146657"/>
                <a:gd name="connsiteX3" fmla="*/ 283 w 127527"/>
                <a:gd name="connsiteY3" fmla="*/ 147364 h 14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27" h="146657">
                  <a:moveTo>
                    <a:pt x="283" y="707"/>
                  </a:moveTo>
                  <a:lnTo>
                    <a:pt x="127811" y="707"/>
                  </a:lnTo>
                  <a:lnTo>
                    <a:pt x="127811" y="147364"/>
                  </a:lnTo>
                  <a:lnTo>
                    <a:pt x="283" y="147364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36" name="フリーフォーム: 図形 35">
            <a:extLst>
              <a:ext uri="{FF2B5EF4-FFF2-40B4-BE49-F238E27FC236}">
                <a16:creationId xmlns:a16="http://schemas.microsoft.com/office/drawing/2014/main" id="{DF300D3A-9C27-0E6D-763F-589BE881E490}"/>
              </a:ext>
            </a:extLst>
          </p:cNvPr>
          <p:cNvSpPr/>
          <p:nvPr/>
        </p:nvSpPr>
        <p:spPr>
          <a:xfrm>
            <a:off x="4288531" y="4553299"/>
            <a:ext cx="1594" cy="23911"/>
          </a:xfrm>
          <a:custGeom>
            <a:avLst/>
            <a:gdLst>
              <a:gd name="connsiteX0" fmla="*/ 301 w 1594"/>
              <a:gd name="connsiteY0" fmla="*/ 796 h 23911"/>
              <a:gd name="connsiteX1" fmla="*/ 1895 w 1594"/>
              <a:gd name="connsiteY1" fmla="*/ 796 h 23911"/>
              <a:gd name="connsiteX2" fmla="*/ 1895 w 1594"/>
              <a:gd name="connsiteY2" fmla="*/ 24707 h 23911"/>
              <a:gd name="connsiteX3" fmla="*/ 301 w 1594"/>
              <a:gd name="connsiteY3" fmla="*/ 24707 h 23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4" h="23911">
                <a:moveTo>
                  <a:pt x="301" y="796"/>
                </a:moveTo>
                <a:lnTo>
                  <a:pt x="1895" y="796"/>
                </a:lnTo>
                <a:lnTo>
                  <a:pt x="1895" y="24707"/>
                </a:lnTo>
                <a:lnTo>
                  <a:pt x="301" y="24707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  <a:ln w="1591" cap="sq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grpSp>
        <p:nvGrpSpPr>
          <p:cNvPr id="347" name="グループ化 346">
            <a:extLst>
              <a:ext uri="{FF2B5EF4-FFF2-40B4-BE49-F238E27FC236}">
                <a16:creationId xmlns:a16="http://schemas.microsoft.com/office/drawing/2014/main" id="{BEB3CE68-B412-B138-D842-ECBC0BA2A6D5}"/>
              </a:ext>
            </a:extLst>
          </p:cNvPr>
          <p:cNvGrpSpPr/>
          <p:nvPr/>
        </p:nvGrpSpPr>
        <p:grpSpPr>
          <a:xfrm>
            <a:off x="4385931" y="3634764"/>
            <a:ext cx="95645" cy="159409"/>
            <a:chOff x="4385931" y="3634764"/>
            <a:chExt cx="95645" cy="159409"/>
          </a:xfrm>
        </p:grpSpPr>
        <p:sp>
          <p:nvSpPr>
            <p:cNvPr id="30" name="フリーフォーム: 図形 29">
              <a:extLst>
                <a:ext uri="{FF2B5EF4-FFF2-40B4-BE49-F238E27FC236}">
                  <a16:creationId xmlns:a16="http://schemas.microsoft.com/office/drawing/2014/main" id="{D1E399AA-4A2D-5B32-CB40-514784A450E0}"/>
                </a:ext>
              </a:extLst>
            </p:cNvPr>
            <p:cNvSpPr/>
            <p:nvPr/>
          </p:nvSpPr>
          <p:spPr>
            <a:xfrm>
              <a:off x="4385931" y="3714469"/>
              <a:ext cx="95645" cy="79704"/>
            </a:xfrm>
            <a:custGeom>
              <a:avLst/>
              <a:gdLst>
                <a:gd name="connsiteX0" fmla="*/ 326 w 95645"/>
                <a:gd name="connsiteY0" fmla="*/ 655 h 79704"/>
                <a:gd name="connsiteX1" fmla="*/ 95972 w 95645"/>
                <a:gd name="connsiteY1" fmla="*/ 655 h 79704"/>
                <a:gd name="connsiteX2" fmla="*/ 95972 w 95645"/>
                <a:gd name="connsiteY2" fmla="*/ 80359 h 79704"/>
                <a:gd name="connsiteX3" fmla="*/ 326 w 95645"/>
                <a:gd name="connsiteY3" fmla="*/ 80359 h 79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645" h="79704">
                  <a:moveTo>
                    <a:pt x="326" y="655"/>
                  </a:moveTo>
                  <a:lnTo>
                    <a:pt x="95972" y="655"/>
                  </a:lnTo>
                  <a:lnTo>
                    <a:pt x="95972" y="80359"/>
                  </a:lnTo>
                  <a:lnTo>
                    <a:pt x="326" y="80359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1" name="フリーフォーム: 図形 30">
              <a:extLst>
                <a:ext uri="{FF2B5EF4-FFF2-40B4-BE49-F238E27FC236}">
                  <a16:creationId xmlns:a16="http://schemas.microsoft.com/office/drawing/2014/main" id="{99A674B2-F9F7-D2EF-A692-C84100B0DA5D}"/>
                </a:ext>
              </a:extLst>
            </p:cNvPr>
            <p:cNvSpPr/>
            <p:nvPr/>
          </p:nvSpPr>
          <p:spPr>
            <a:xfrm>
              <a:off x="4393901" y="3634764"/>
              <a:ext cx="79704" cy="79704"/>
            </a:xfrm>
            <a:custGeom>
              <a:avLst/>
              <a:gdLst>
                <a:gd name="connsiteX0" fmla="*/ 326 w 79704"/>
                <a:gd name="connsiteY0" fmla="*/ 641 h 79704"/>
                <a:gd name="connsiteX1" fmla="*/ 80031 w 79704"/>
                <a:gd name="connsiteY1" fmla="*/ 641 h 79704"/>
                <a:gd name="connsiteX2" fmla="*/ 80031 w 79704"/>
                <a:gd name="connsiteY2" fmla="*/ 80346 h 79704"/>
                <a:gd name="connsiteX3" fmla="*/ 326 w 79704"/>
                <a:gd name="connsiteY3" fmla="*/ 80346 h 79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704" h="79704">
                  <a:moveTo>
                    <a:pt x="326" y="641"/>
                  </a:moveTo>
                  <a:lnTo>
                    <a:pt x="80031" y="641"/>
                  </a:lnTo>
                  <a:lnTo>
                    <a:pt x="80031" y="80346"/>
                  </a:lnTo>
                  <a:lnTo>
                    <a:pt x="326" y="80346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2" name="フリーフォーム: 図形 31">
              <a:extLst>
                <a:ext uri="{FF2B5EF4-FFF2-40B4-BE49-F238E27FC236}">
                  <a16:creationId xmlns:a16="http://schemas.microsoft.com/office/drawing/2014/main" id="{291A7FAE-260B-0553-8FEA-024833E6C2E5}"/>
                </a:ext>
              </a:extLst>
            </p:cNvPr>
            <p:cNvSpPr/>
            <p:nvPr/>
          </p:nvSpPr>
          <p:spPr>
            <a:xfrm>
              <a:off x="4425783" y="3666646"/>
              <a:ext cx="15940" cy="47822"/>
            </a:xfrm>
            <a:custGeom>
              <a:avLst/>
              <a:gdLst>
                <a:gd name="connsiteX0" fmla="*/ 326 w 15940"/>
                <a:gd name="connsiteY0" fmla="*/ 644 h 47822"/>
                <a:gd name="connsiteX1" fmla="*/ 16267 w 15940"/>
                <a:gd name="connsiteY1" fmla="*/ 644 h 47822"/>
                <a:gd name="connsiteX2" fmla="*/ 16267 w 15940"/>
                <a:gd name="connsiteY2" fmla="*/ 48466 h 47822"/>
                <a:gd name="connsiteX3" fmla="*/ 326 w 15940"/>
                <a:gd name="connsiteY3" fmla="*/ 48466 h 4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40" h="47822">
                  <a:moveTo>
                    <a:pt x="326" y="644"/>
                  </a:moveTo>
                  <a:lnTo>
                    <a:pt x="16267" y="644"/>
                  </a:lnTo>
                  <a:lnTo>
                    <a:pt x="16267" y="48466"/>
                  </a:lnTo>
                  <a:lnTo>
                    <a:pt x="326" y="48466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4" name="フリーフォーム: 図形 33">
              <a:extLst>
                <a:ext uri="{FF2B5EF4-FFF2-40B4-BE49-F238E27FC236}">
                  <a16:creationId xmlns:a16="http://schemas.microsoft.com/office/drawing/2014/main" id="{A1AF3EFC-C0EF-375F-DE67-D8C8011C92CD}"/>
                </a:ext>
              </a:extLst>
            </p:cNvPr>
            <p:cNvSpPr/>
            <p:nvPr/>
          </p:nvSpPr>
          <p:spPr>
            <a:xfrm>
              <a:off x="4432956" y="3666646"/>
              <a:ext cx="1594" cy="47822"/>
            </a:xfrm>
            <a:custGeom>
              <a:avLst/>
              <a:gdLst>
                <a:gd name="connsiteX0" fmla="*/ 326 w 1594"/>
                <a:gd name="connsiteY0" fmla="*/ 644 h 47822"/>
                <a:gd name="connsiteX1" fmla="*/ 1920 w 1594"/>
                <a:gd name="connsiteY1" fmla="*/ 644 h 47822"/>
                <a:gd name="connsiteX2" fmla="*/ 1920 w 1594"/>
                <a:gd name="connsiteY2" fmla="*/ 48466 h 47822"/>
                <a:gd name="connsiteX3" fmla="*/ 326 w 1594"/>
                <a:gd name="connsiteY3" fmla="*/ 48466 h 4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4" h="47822">
                  <a:moveTo>
                    <a:pt x="326" y="644"/>
                  </a:moveTo>
                  <a:lnTo>
                    <a:pt x="1920" y="644"/>
                  </a:lnTo>
                  <a:lnTo>
                    <a:pt x="1920" y="48466"/>
                  </a:lnTo>
                  <a:lnTo>
                    <a:pt x="326" y="48466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7" name="フリーフォーム: 図形 36">
              <a:extLst>
                <a:ext uri="{FF2B5EF4-FFF2-40B4-BE49-F238E27FC236}">
                  <a16:creationId xmlns:a16="http://schemas.microsoft.com/office/drawing/2014/main" id="{A03B57ED-354D-F28A-0229-331362D1DB67}"/>
                </a:ext>
              </a:extLst>
            </p:cNvPr>
            <p:cNvSpPr/>
            <p:nvPr/>
          </p:nvSpPr>
          <p:spPr>
            <a:xfrm>
              <a:off x="4401872" y="3722439"/>
              <a:ext cx="63763" cy="63763"/>
            </a:xfrm>
            <a:custGeom>
              <a:avLst/>
              <a:gdLst>
                <a:gd name="connsiteX0" fmla="*/ 64090 w 63763"/>
                <a:gd name="connsiteY0" fmla="*/ 32537 h 63763"/>
                <a:gd name="connsiteX1" fmla="*/ 32208 w 63763"/>
                <a:gd name="connsiteY1" fmla="*/ 64419 h 63763"/>
                <a:gd name="connsiteX2" fmla="*/ 326 w 63763"/>
                <a:gd name="connsiteY2" fmla="*/ 32537 h 63763"/>
                <a:gd name="connsiteX3" fmla="*/ 32208 w 63763"/>
                <a:gd name="connsiteY3" fmla="*/ 655 h 63763"/>
                <a:gd name="connsiteX4" fmla="*/ 64090 w 63763"/>
                <a:gd name="connsiteY4" fmla="*/ 32537 h 63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63" h="63763">
                  <a:moveTo>
                    <a:pt x="64090" y="32537"/>
                  </a:moveTo>
                  <a:cubicBezTo>
                    <a:pt x="64090" y="50145"/>
                    <a:pt x="49816" y="64419"/>
                    <a:pt x="32208" y="64419"/>
                  </a:cubicBezTo>
                  <a:cubicBezTo>
                    <a:pt x="14600" y="64419"/>
                    <a:pt x="326" y="50145"/>
                    <a:pt x="326" y="32537"/>
                  </a:cubicBezTo>
                  <a:cubicBezTo>
                    <a:pt x="326" y="14929"/>
                    <a:pt x="14600" y="655"/>
                    <a:pt x="32208" y="655"/>
                  </a:cubicBezTo>
                  <a:cubicBezTo>
                    <a:pt x="49816" y="655"/>
                    <a:pt x="64090" y="14929"/>
                    <a:pt x="64090" y="32537"/>
                  </a:cubicBez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3186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grpSp>
        <p:nvGrpSpPr>
          <p:cNvPr id="344" name="グループ化 343">
            <a:extLst>
              <a:ext uri="{FF2B5EF4-FFF2-40B4-BE49-F238E27FC236}">
                <a16:creationId xmlns:a16="http://schemas.microsoft.com/office/drawing/2014/main" id="{3207B832-F1F2-1EC8-A7DF-DF49F29FFA99}"/>
              </a:ext>
            </a:extLst>
          </p:cNvPr>
          <p:cNvGrpSpPr/>
          <p:nvPr/>
        </p:nvGrpSpPr>
        <p:grpSpPr>
          <a:xfrm>
            <a:off x="4168528" y="3644902"/>
            <a:ext cx="79704" cy="146657"/>
            <a:chOff x="4168528" y="3644902"/>
            <a:chExt cx="79704" cy="146657"/>
          </a:xfrm>
        </p:grpSpPr>
        <p:sp>
          <p:nvSpPr>
            <p:cNvPr id="18" name="フリーフォーム: 図形 17">
              <a:extLst>
                <a:ext uri="{FF2B5EF4-FFF2-40B4-BE49-F238E27FC236}">
                  <a16:creationId xmlns:a16="http://schemas.microsoft.com/office/drawing/2014/main" id="{2A6E49E2-2D34-B7BD-6769-2FE7D702A361}"/>
                </a:ext>
              </a:extLst>
            </p:cNvPr>
            <p:cNvSpPr/>
            <p:nvPr/>
          </p:nvSpPr>
          <p:spPr>
            <a:xfrm>
              <a:off x="4168528" y="3644902"/>
              <a:ext cx="79704" cy="146657"/>
            </a:xfrm>
            <a:custGeom>
              <a:avLst/>
              <a:gdLst>
                <a:gd name="connsiteX0" fmla="*/ 40139 w 79704"/>
                <a:gd name="connsiteY0" fmla="*/ 648 h 146657"/>
                <a:gd name="connsiteX1" fmla="*/ 287 w 79704"/>
                <a:gd name="connsiteY1" fmla="*/ 40485 h 146657"/>
                <a:gd name="connsiteX2" fmla="*/ 287 w 79704"/>
                <a:gd name="connsiteY2" fmla="*/ 40501 h 146657"/>
                <a:gd name="connsiteX3" fmla="*/ 287 w 79704"/>
                <a:gd name="connsiteY3" fmla="*/ 147305 h 146657"/>
                <a:gd name="connsiteX4" fmla="*/ 79992 w 79704"/>
                <a:gd name="connsiteY4" fmla="*/ 147305 h 146657"/>
                <a:gd name="connsiteX5" fmla="*/ 79992 w 79704"/>
                <a:gd name="connsiteY5" fmla="*/ 40501 h 146657"/>
                <a:gd name="connsiteX6" fmla="*/ 40139 w 79704"/>
                <a:gd name="connsiteY6" fmla="*/ 648 h 146657"/>
                <a:gd name="connsiteX7" fmla="*/ 40139 w 79704"/>
                <a:gd name="connsiteY7" fmla="*/ 648 h 14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9704" h="146657">
                  <a:moveTo>
                    <a:pt x="40139" y="648"/>
                  </a:moveTo>
                  <a:cubicBezTo>
                    <a:pt x="18125" y="633"/>
                    <a:pt x="287" y="18486"/>
                    <a:pt x="287" y="40485"/>
                  </a:cubicBezTo>
                  <a:cubicBezTo>
                    <a:pt x="287" y="40485"/>
                    <a:pt x="287" y="40501"/>
                    <a:pt x="287" y="40501"/>
                  </a:cubicBezTo>
                  <a:lnTo>
                    <a:pt x="287" y="147305"/>
                  </a:lnTo>
                  <a:lnTo>
                    <a:pt x="79992" y="147305"/>
                  </a:lnTo>
                  <a:lnTo>
                    <a:pt x="79992" y="40501"/>
                  </a:lnTo>
                  <a:cubicBezTo>
                    <a:pt x="79992" y="18486"/>
                    <a:pt x="62154" y="648"/>
                    <a:pt x="40139" y="648"/>
                  </a:cubicBezTo>
                  <a:cubicBezTo>
                    <a:pt x="40139" y="648"/>
                    <a:pt x="40139" y="648"/>
                    <a:pt x="40139" y="648"/>
                  </a:cubicBez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3186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FD564828-8F0A-BC2B-BFFD-96D1AE81CED5}"/>
                </a:ext>
              </a:extLst>
            </p:cNvPr>
            <p:cNvSpPr/>
            <p:nvPr/>
          </p:nvSpPr>
          <p:spPr>
            <a:xfrm>
              <a:off x="4168528" y="3668798"/>
              <a:ext cx="79704" cy="122745"/>
            </a:xfrm>
            <a:custGeom>
              <a:avLst/>
              <a:gdLst>
                <a:gd name="connsiteX0" fmla="*/ 287 w 79704"/>
                <a:gd name="connsiteY0" fmla="*/ 650 h 122745"/>
                <a:gd name="connsiteX1" fmla="*/ 79992 w 79704"/>
                <a:gd name="connsiteY1" fmla="*/ 650 h 122745"/>
                <a:gd name="connsiteX2" fmla="*/ 79992 w 79704"/>
                <a:gd name="connsiteY2" fmla="*/ 123396 h 122745"/>
                <a:gd name="connsiteX3" fmla="*/ 287 w 79704"/>
                <a:gd name="connsiteY3" fmla="*/ 123396 h 12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704" h="122745">
                  <a:moveTo>
                    <a:pt x="287" y="650"/>
                  </a:moveTo>
                  <a:lnTo>
                    <a:pt x="79992" y="650"/>
                  </a:lnTo>
                  <a:lnTo>
                    <a:pt x="79992" y="123396"/>
                  </a:lnTo>
                  <a:lnTo>
                    <a:pt x="287" y="123396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3" name="フリーフォーム: 図形 32">
              <a:extLst>
                <a:ext uri="{FF2B5EF4-FFF2-40B4-BE49-F238E27FC236}">
                  <a16:creationId xmlns:a16="http://schemas.microsoft.com/office/drawing/2014/main" id="{0B46FFCD-5FE9-BAA8-DBA8-7361D847D9B7}"/>
                </a:ext>
              </a:extLst>
            </p:cNvPr>
            <p:cNvSpPr/>
            <p:nvPr/>
          </p:nvSpPr>
          <p:spPr>
            <a:xfrm>
              <a:off x="4200410" y="3767648"/>
              <a:ext cx="15940" cy="23911"/>
            </a:xfrm>
            <a:custGeom>
              <a:avLst/>
              <a:gdLst>
                <a:gd name="connsiteX0" fmla="*/ 287 w 15940"/>
                <a:gd name="connsiteY0" fmla="*/ 659 h 23911"/>
                <a:gd name="connsiteX1" fmla="*/ 16228 w 15940"/>
                <a:gd name="connsiteY1" fmla="*/ 659 h 23911"/>
                <a:gd name="connsiteX2" fmla="*/ 16228 w 15940"/>
                <a:gd name="connsiteY2" fmla="*/ 24570 h 23911"/>
                <a:gd name="connsiteX3" fmla="*/ 287 w 15940"/>
                <a:gd name="connsiteY3" fmla="*/ 24570 h 23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40" h="23911">
                  <a:moveTo>
                    <a:pt x="287" y="659"/>
                  </a:moveTo>
                  <a:lnTo>
                    <a:pt x="16228" y="659"/>
                  </a:lnTo>
                  <a:lnTo>
                    <a:pt x="16228" y="24570"/>
                  </a:lnTo>
                  <a:lnTo>
                    <a:pt x="287" y="24570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5" name="フリーフォーム: 図形 34">
              <a:extLst>
                <a:ext uri="{FF2B5EF4-FFF2-40B4-BE49-F238E27FC236}">
                  <a16:creationId xmlns:a16="http://schemas.microsoft.com/office/drawing/2014/main" id="{F0561484-B854-DAD2-06C8-6CD9C869D587}"/>
                </a:ext>
              </a:extLst>
            </p:cNvPr>
            <p:cNvSpPr/>
            <p:nvPr/>
          </p:nvSpPr>
          <p:spPr>
            <a:xfrm>
              <a:off x="4207583" y="3767648"/>
              <a:ext cx="1594" cy="23911"/>
            </a:xfrm>
            <a:custGeom>
              <a:avLst/>
              <a:gdLst>
                <a:gd name="connsiteX0" fmla="*/ 287 w 1594"/>
                <a:gd name="connsiteY0" fmla="*/ 659 h 23911"/>
                <a:gd name="connsiteX1" fmla="*/ 1881 w 1594"/>
                <a:gd name="connsiteY1" fmla="*/ 659 h 23911"/>
                <a:gd name="connsiteX2" fmla="*/ 1881 w 1594"/>
                <a:gd name="connsiteY2" fmla="*/ 24570 h 23911"/>
                <a:gd name="connsiteX3" fmla="*/ 287 w 1594"/>
                <a:gd name="connsiteY3" fmla="*/ 24570 h 23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4" h="23911">
                  <a:moveTo>
                    <a:pt x="287" y="659"/>
                  </a:moveTo>
                  <a:lnTo>
                    <a:pt x="1881" y="659"/>
                  </a:lnTo>
                  <a:lnTo>
                    <a:pt x="1881" y="24570"/>
                  </a:lnTo>
                  <a:lnTo>
                    <a:pt x="287" y="24570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8" name="フリーフォーム: 図形 37">
              <a:extLst>
                <a:ext uri="{FF2B5EF4-FFF2-40B4-BE49-F238E27FC236}">
                  <a16:creationId xmlns:a16="http://schemas.microsoft.com/office/drawing/2014/main" id="{996A719F-BE99-349A-530F-3E3CDF96D0B2}"/>
                </a:ext>
              </a:extLst>
            </p:cNvPr>
            <p:cNvSpPr/>
            <p:nvPr/>
          </p:nvSpPr>
          <p:spPr>
            <a:xfrm>
              <a:off x="4176498" y="3695913"/>
              <a:ext cx="63763" cy="63763"/>
            </a:xfrm>
            <a:custGeom>
              <a:avLst/>
              <a:gdLst>
                <a:gd name="connsiteX0" fmla="*/ 64051 w 63763"/>
                <a:gd name="connsiteY0" fmla="*/ 32532 h 63763"/>
                <a:gd name="connsiteX1" fmla="*/ 32169 w 63763"/>
                <a:gd name="connsiteY1" fmla="*/ 64414 h 63763"/>
                <a:gd name="connsiteX2" fmla="*/ 287 w 63763"/>
                <a:gd name="connsiteY2" fmla="*/ 32532 h 63763"/>
                <a:gd name="connsiteX3" fmla="*/ 32169 w 63763"/>
                <a:gd name="connsiteY3" fmla="*/ 650 h 63763"/>
                <a:gd name="connsiteX4" fmla="*/ 64051 w 63763"/>
                <a:gd name="connsiteY4" fmla="*/ 32532 h 63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63" h="63763">
                  <a:moveTo>
                    <a:pt x="64051" y="32532"/>
                  </a:moveTo>
                  <a:cubicBezTo>
                    <a:pt x="64051" y="50140"/>
                    <a:pt x="49777" y="64414"/>
                    <a:pt x="32169" y="64414"/>
                  </a:cubicBezTo>
                  <a:cubicBezTo>
                    <a:pt x="14561" y="64414"/>
                    <a:pt x="287" y="50140"/>
                    <a:pt x="287" y="32532"/>
                  </a:cubicBezTo>
                  <a:cubicBezTo>
                    <a:pt x="287" y="14924"/>
                    <a:pt x="14561" y="650"/>
                    <a:pt x="32169" y="650"/>
                  </a:cubicBezTo>
                  <a:cubicBezTo>
                    <a:pt x="49777" y="650"/>
                    <a:pt x="64051" y="14924"/>
                    <a:pt x="64051" y="32532"/>
                  </a:cubicBez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3186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grpSp>
        <p:nvGrpSpPr>
          <p:cNvPr id="342" name="グループ化 341">
            <a:extLst>
              <a:ext uri="{FF2B5EF4-FFF2-40B4-BE49-F238E27FC236}">
                <a16:creationId xmlns:a16="http://schemas.microsoft.com/office/drawing/2014/main" id="{9E6704D6-9139-63E7-20C3-C41D6DE0D0EF}"/>
              </a:ext>
            </a:extLst>
          </p:cNvPr>
          <p:cNvGrpSpPr/>
          <p:nvPr/>
        </p:nvGrpSpPr>
        <p:grpSpPr>
          <a:xfrm>
            <a:off x="2662817" y="3973892"/>
            <a:ext cx="54196" cy="84518"/>
            <a:chOff x="2662817" y="3973892"/>
            <a:chExt cx="54196" cy="84518"/>
          </a:xfrm>
        </p:grpSpPr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12F2B8C6-4110-63F5-AFA7-9A8D05260816}"/>
                </a:ext>
              </a:extLst>
            </p:cNvPr>
            <p:cNvSpPr/>
            <p:nvPr/>
          </p:nvSpPr>
          <p:spPr>
            <a:xfrm>
              <a:off x="2667599" y="3989865"/>
              <a:ext cx="44639" cy="11142"/>
            </a:xfrm>
            <a:custGeom>
              <a:avLst/>
              <a:gdLst>
                <a:gd name="connsiteX0" fmla="*/ 10113 w 44639"/>
                <a:gd name="connsiteY0" fmla="*/ 697 h 11142"/>
                <a:gd name="connsiteX1" fmla="*/ 6932 w 44639"/>
                <a:gd name="connsiteY1" fmla="*/ 10246 h 11142"/>
                <a:gd name="connsiteX2" fmla="*/ 6405 w 44639"/>
                <a:gd name="connsiteY2" fmla="*/ 10246 h 11142"/>
                <a:gd name="connsiteX3" fmla="*/ 4675 w 44639"/>
                <a:gd name="connsiteY3" fmla="*/ 10246 h 11142"/>
                <a:gd name="connsiteX4" fmla="*/ 2410 w 44639"/>
                <a:gd name="connsiteY4" fmla="*/ 10246 h 11142"/>
                <a:gd name="connsiteX5" fmla="*/ 22 w 44639"/>
                <a:gd name="connsiteY5" fmla="*/ 10246 h 11142"/>
                <a:gd name="connsiteX6" fmla="*/ 22 w 44639"/>
                <a:gd name="connsiteY6" fmla="*/ 11839 h 11142"/>
                <a:gd name="connsiteX7" fmla="*/ 7996 w 44639"/>
                <a:gd name="connsiteY7" fmla="*/ 11839 h 11142"/>
                <a:gd name="connsiteX8" fmla="*/ 36688 w 44639"/>
                <a:gd name="connsiteY8" fmla="*/ 11839 h 11142"/>
                <a:gd name="connsiteX9" fmla="*/ 44662 w 44639"/>
                <a:gd name="connsiteY9" fmla="*/ 11839 h 11142"/>
                <a:gd name="connsiteX10" fmla="*/ 44662 w 44639"/>
                <a:gd name="connsiteY10" fmla="*/ 10246 h 11142"/>
                <a:gd name="connsiteX11" fmla="*/ 42272 w 44639"/>
                <a:gd name="connsiteY11" fmla="*/ 10246 h 11142"/>
                <a:gd name="connsiteX12" fmla="*/ 41811 w 44639"/>
                <a:gd name="connsiteY12" fmla="*/ 10246 h 11142"/>
                <a:gd name="connsiteX13" fmla="*/ 38277 w 44639"/>
                <a:gd name="connsiteY13" fmla="*/ 10246 h 11142"/>
                <a:gd name="connsiteX14" fmla="*/ 37816 w 44639"/>
                <a:gd name="connsiteY14" fmla="*/ 10246 h 11142"/>
                <a:gd name="connsiteX15" fmla="*/ 34636 w 44639"/>
                <a:gd name="connsiteY15" fmla="*/ 697 h 1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639" h="11142">
                  <a:moveTo>
                    <a:pt x="10113" y="697"/>
                  </a:moveTo>
                  <a:lnTo>
                    <a:pt x="6932" y="10246"/>
                  </a:lnTo>
                  <a:lnTo>
                    <a:pt x="6405" y="10246"/>
                  </a:lnTo>
                  <a:lnTo>
                    <a:pt x="4675" y="10246"/>
                  </a:lnTo>
                  <a:lnTo>
                    <a:pt x="2410" y="10246"/>
                  </a:lnTo>
                  <a:lnTo>
                    <a:pt x="22" y="10246"/>
                  </a:lnTo>
                  <a:lnTo>
                    <a:pt x="22" y="11839"/>
                  </a:lnTo>
                  <a:lnTo>
                    <a:pt x="7996" y="11839"/>
                  </a:lnTo>
                  <a:lnTo>
                    <a:pt x="36688" y="11839"/>
                  </a:lnTo>
                  <a:lnTo>
                    <a:pt x="44662" y="11839"/>
                  </a:lnTo>
                  <a:lnTo>
                    <a:pt x="44662" y="10246"/>
                  </a:lnTo>
                  <a:lnTo>
                    <a:pt x="42272" y="10246"/>
                  </a:lnTo>
                  <a:lnTo>
                    <a:pt x="41811" y="10246"/>
                  </a:lnTo>
                  <a:lnTo>
                    <a:pt x="38277" y="10246"/>
                  </a:lnTo>
                  <a:lnTo>
                    <a:pt x="37816" y="10246"/>
                  </a:lnTo>
                  <a:lnTo>
                    <a:pt x="34636" y="697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" name="フリーフォーム: 図形 15">
              <a:extLst>
                <a:ext uri="{FF2B5EF4-FFF2-40B4-BE49-F238E27FC236}">
                  <a16:creationId xmlns:a16="http://schemas.microsoft.com/office/drawing/2014/main" id="{5D82B06A-04D4-F107-945E-B69F3BB00DC4}"/>
                </a:ext>
              </a:extLst>
            </p:cNvPr>
            <p:cNvSpPr/>
            <p:nvPr/>
          </p:nvSpPr>
          <p:spPr>
            <a:xfrm>
              <a:off x="2662817" y="4013760"/>
              <a:ext cx="54196" cy="44650"/>
            </a:xfrm>
            <a:custGeom>
              <a:avLst/>
              <a:gdLst>
                <a:gd name="connsiteX0" fmla="*/ 822 w 54196"/>
                <a:gd name="connsiteY0" fmla="*/ 704 h 44650"/>
                <a:gd name="connsiteX1" fmla="*/ 22 w 54196"/>
                <a:gd name="connsiteY1" fmla="*/ 7080 h 44650"/>
                <a:gd name="connsiteX2" fmla="*/ 22 w 54196"/>
                <a:gd name="connsiteY2" fmla="*/ 45354 h 44650"/>
                <a:gd name="connsiteX3" fmla="*/ 54218 w 54196"/>
                <a:gd name="connsiteY3" fmla="*/ 45354 h 44650"/>
                <a:gd name="connsiteX4" fmla="*/ 54218 w 54196"/>
                <a:gd name="connsiteY4" fmla="*/ 7080 h 44650"/>
                <a:gd name="connsiteX5" fmla="*/ 53420 w 54196"/>
                <a:gd name="connsiteY5" fmla="*/ 704 h 44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96" h="44650">
                  <a:moveTo>
                    <a:pt x="822" y="704"/>
                  </a:moveTo>
                  <a:cubicBezTo>
                    <a:pt x="822" y="704"/>
                    <a:pt x="19" y="704"/>
                    <a:pt x="22" y="7080"/>
                  </a:cubicBezTo>
                  <a:lnTo>
                    <a:pt x="22" y="45354"/>
                  </a:lnTo>
                  <a:lnTo>
                    <a:pt x="54218" y="45354"/>
                  </a:lnTo>
                  <a:lnTo>
                    <a:pt x="54218" y="7080"/>
                  </a:lnTo>
                  <a:cubicBezTo>
                    <a:pt x="54215" y="704"/>
                    <a:pt x="53420" y="704"/>
                    <a:pt x="53420" y="704"/>
                  </a:cubicBez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9" name="フリーフォーム: 図形 38">
              <a:extLst>
                <a:ext uri="{FF2B5EF4-FFF2-40B4-BE49-F238E27FC236}">
                  <a16:creationId xmlns:a16="http://schemas.microsoft.com/office/drawing/2014/main" id="{BC5EE687-F6BF-0732-9258-99FEEDAB262A}"/>
                </a:ext>
              </a:extLst>
            </p:cNvPr>
            <p:cNvSpPr/>
            <p:nvPr/>
          </p:nvSpPr>
          <p:spPr>
            <a:xfrm>
              <a:off x="2663611" y="4010572"/>
              <a:ext cx="52608" cy="3188"/>
            </a:xfrm>
            <a:custGeom>
              <a:avLst/>
              <a:gdLst>
                <a:gd name="connsiteX0" fmla="*/ 22 w 52608"/>
                <a:gd name="connsiteY0" fmla="*/ 700 h 3188"/>
                <a:gd name="connsiteX1" fmla="*/ 22 w 52608"/>
                <a:gd name="connsiteY1" fmla="*/ 3091 h 3188"/>
                <a:gd name="connsiteX2" fmla="*/ 822 w 52608"/>
                <a:gd name="connsiteY2" fmla="*/ 3888 h 3188"/>
                <a:gd name="connsiteX3" fmla="*/ 51830 w 52608"/>
                <a:gd name="connsiteY3" fmla="*/ 3888 h 3188"/>
                <a:gd name="connsiteX4" fmla="*/ 52629 w 52608"/>
                <a:gd name="connsiteY4" fmla="*/ 3091 h 3188"/>
                <a:gd name="connsiteX5" fmla="*/ 52629 w 52608"/>
                <a:gd name="connsiteY5" fmla="*/ 3011 h 3188"/>
                <a:gd name="connsiteX6" fmla="*/ 52629 w 52608"/>
                <a:gd name="connsiteY6" fmla="*/ 700 h 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608" h="3188">
                  <a:moveTo>
                    <a:pt x="22" y="700"/>
                  </a:moveTo>
                  <a:lnTo>
                    <a:pt x="22" y="3091"/>
                  </a:lnTo>
                  <a:cubicBezTo>
                    <a:pt x="22" y="3537"/>
                    <a:pt x="381" y="3888"/>
                    <a:pt x="822" y="3888"/>
                  </a:cubicBezTo>
                  <a:lnTo>
                    <a:pt x="51830" y="3888"/>
                  </a:lnTo>
                  <a:cubicBezTo>
                    <a:pt x="52272" y="3888"/>
                    <a:pt x="52629" y="3537"/>
                    <a:pt x="52629" y="3091"/>
                  </a:cubicBezTo>
                  <a:cubicBezTo>
                    <a:pt x="52629" y="3059"/>
                    <a:pt x="52632" y="3043"/>
                    <a:pt x="52629" y="3011"/>
                  </a:cubicBezTo>
                  <a:lnTo>
                    <a:pt x="52629" y="700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0" name="フリーフォーム: 図形 39">
              <a:extLst>
                <a:ext uri="{FF2B5EF4-FFF2-40B4-BE49-F238E27FC236}">
                  <a16:creationId xmlns:a16="http://schemas.microsoft.com/office/drawing/2014/main" id="{1981EB78-08D3-2131-E6F8-1EA714619EAD}"/>
                </a:ext>
              </a:extLst>
            </p:cNvPr>
            <p:cNvSpPr/>
            <p:nvPr/>
          </p:nvSpPr>
          <p:spPr>
            <a:xfrm>
              <a:off x="2666801" y="4007384"/>
              <a:ext cx="46228" cy="3188"/>
            </a:xfrm>
            <a:custGeom>
              <a:avLst/>
              <a:gdLst>
                <a:gd name="connsiteX0" fmla="*/ 22 w 46228"/>
                <a:gd name="connsiteY0" fmla="*/ 699 h 3188"/>
                <a:gd name="connsiteX1" fmla="*/ 46251 w 46228"/>
                <a:gd name="connsiteY1" fmla="*/ 699 h 3188"/>
                <a:gd name="connsiteX2" fmla="*/ 46251 w 46228"/>
                <a:gd name="connsiteY2" fmla="*/ 3887 h 3188"/>
                <a:gd name="connsiteX3" fmla="*/ 22 w 46228"/>
                <a:gd name="connsiteY3" fmla="*/ 3887 h 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228" h="3188">
                  <a:moveTo>
                    <a:pt x="22" y="699"/>
                  </a:moveTo>
                  <a:lnTo>
                    <a:pt x="46251" y="699"/>
                  </a:lnTo>
                  <a:lnTo>
                    <a:pt x="46251" y="3887"/>
                  </a:lnTo>
                  <a:lnTo>
                    <a:pt x="22" y="3887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1" name="フリーフォーム: 図形 40">
              <a:extLst>
                <a:ext uri="{FF2B5EF4-FFF2-40B4-BE49-F238E27FC236}">
                  <a16:creationId xmlns:a16="http://schemas.microsoft.com/office/drawing/2014/main" id="{674525E9-2BAC-33C3-C6FA-8D0D3310252D}"/>
                </a:ext>
              </a:extLst>
            </p:cNvPr>
            <p:cNvSpPr/>
            <p:nvPr/>
          </p:nvSpPr>
          <p:spPr>
            <a:xfrm>
              <a:off x="2666004" y="4005790"/>
              <a:ext cx="47822" cy="1594"/>
            </a:xfrm>
            <a:custGeom>
              <a:avLst/>
              <a:gdLst>
                <a:gd name="connsiteX0" fmla="*/ 22 w 47822"/>
                <a:gd name="connsiteY0" fmla="*/ 699 h 1594"/>
                <a:gd name="connsiteX1" fmla="*/ 47845 w 47822"/>
                <a:gd name="connsiteY1" fmla="*/ 699 h 1594"/>
                <a:gd name="connsiteX2" fmla="*/ 47048 w 47822"/>
                <a:gd name="connsiteY2" fmla="*/ 2293 h 1594"/>
                <a:gd name="connsiteX3" fmla="*/ 819 w 47822"/>
                <a:gd name="connsiteY3" fmla="*/ 2293 h 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822" h="1594">
                  <a:moveTo>
                    <a:pt x="22" y="699"/>
                  </a:moveTo>
                  <a:lnTo>
                    <a:pt x="47845" y="699"/>
                  </a:lnTo>
                  <a:lnTo>
                    <a:pt x="47048" y="2293"/>
                  </a:lnTo>
                  <a:lnTo>
                    <a:pt x="819" y="2293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2" name="フリーフォーム: 図形 41">
              <a:extLst>
                <a:ext uri="{FF2B5EF4-FFF2-40B4-BE49-F238E27FC236}">
                  <a16:creationId xmlns:a16="http://schemas.microsoft.com/office/drawing/2014/main" id="{4110616A-6403-D1BD-B22A-0098D88A5343}"/>
                </a:ext>
              </a:extLst>
            </p:cNvPr>
            <p:cNvSpPr/>
            <p:nvPr/>
          </p:nvSpPr>
          <p:spPr>
            <a:xfrm>
              <a:off x="2666004" y="4004196"/>
              <a:ext cx="47822" cy="1594"/>
            </a:xfrm>
            <a:custGeom>
              <a:avLst/>
              <a:gdLst>
                <a:gd name="connsiteX0" fmla="*/ 421 w 47822"/>
                <a:gd name="connsiteY0" fmla="*/ 698 h 1594"/>
                <a:gd name="connsiteX1" fmla="*/ 47446 w 47822"/>
                <a:gd name="connsiteY1" fmla="*/ 698 h 1594"/>
                <a:gd name="connsiteX2" fmla="*/ 47845 w 47822"/>
                <a:gd name="connsiteY2" fmla="*/ 2293 h 1594"/>
                <a:gd name="connsiteX3" fmla="*/ 22 w 47822"/>
                <a:gd name="connsiteY3" fmla="*/ 2293 h 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822" h="1594">
                  <a:moveTo>
                    <a:pt x="421" y="698"/>
                  </a:moveTo>
                  <a:lnTo>
                    <a:pt x="47446" y="698"/>
                  </a:lnTo>
                  <a:lnTo>
                    <a:pt x="47845" y="2293"/>
                  </a:lnTo>
                  <a:lnTo>
                    <a:pt x="22" y="2293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3" name="フリーフォーム: 図形 42">
              <a:extLst>
                <a:ext uri="{FF2B5EF4-FFF2-40B4-BE49-F238E27FC236}">
                  <a16:creationId xmlns:a16="http://schemas.microsoft.com/office/drawing/2014/main" id="{1614A387-B48D-53BE-055E-FC642F728ED9}"/>
                </a:ext>
              </a:extLst>
            </p:cNvPr>
            <p:cNvSpPr/>
            <p:nvPr/>
          </p:nvSpPr>
          <p:spPr>
            <a:xfrm>
              <a:off x="2667598" y="4001008"/>
              <a:ext cx="44634" cy="3188"/>
            </a:xfrm>
            <a:custGeom>
              <a:avLst/>
              <a:gdLst>
                <a:gd name="connsiteX0" fmla="*/ 22 w 44634"/>
                <a:gd name="connsiteY0" fmla="*/ 698 h 3188"/>
                <a:gd name="connsiteX1" fmla="*/ 44657 w 44634"/>
                <a:gd name="connsiteY1" fmla="*/ 698 h 3188"/>
                <a:gd name="connsiteX2" fmla="*/ 44657 w 44634"/>
                <a:gd name="connsiteY2" fmla="*/ 3886 h 3188"/>
                <a:gd name="connsiteX3" fmla="*/ 22 w 44634"/>
                <a:gd name="connsiteY3" fmla="*/ 3886 h 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634" h="3188">
                  <a:moveTo>
                    <a:pt x="22" y="698"/>
                  </a:moveTo>
                  <a:lnTo>
                    <a:pt x="44657" y="698"/>
                  </a:lnTo>
                  <a:lnTo>
                    <a:pt x="44657" y="3886"/>
                  </a:lnTo>
                  <a:lnTo>
                    <a:pt x="22" y="3886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7" name="フリーフォーム: 図形 46">
              <a:extLst>
                <a:ext uri="{FF2B5EF4-FFF2-40B4-BE49-F238E27FC236}">
                  <a16:creationId xmlns:a16="http://schemas.microsoft.com/office/drawing/2014/main" id="{F61AFEFC-9438-1315-259E-18E127E5C12F}"/>
                </a:ext>
              </a:extLst>
            </p:cNvPr>
            <p:cNvSpPr/>
            <p:nvPr/>
          </p:nvSpPr>
          <p:spPr>
            <a:xfrm>
              <a:off x="2689115" y="3973892"/>
              <a:ext cx="1598" cy="45431"/>
            </a:xfrm>
            <a:custGeom>
              <a:avLst/>
              <a:gdLst>
                <a:gd name="connsiteX0" fmla="*/ 822 w 1598"/>
                <a:gd name="connsiteY0" fmla="*/ 697 h 45431"/>
                <a:gd name="connsiteX1" fmla="*/ 417 w 1598"/>
                <a:gd name="connsiteY1" fmla="*/ 5479 h 45431"/>
                <a:gd name="connsiteX2" fmla="*/ 417 w 1598"/>
                <a:gd name="connsiteY2" fmla="*/ 45332 h 45431"/>
                <a:gd name="connsiteX3" fmla="*/ 22 w 1598"/>
                <a:gd name="connsiteY3" fmla="*/ 45332 h 45431"/>
                <a:gd name="connsiteX4" fmla="*/ 22 w 1598"/>
                <a:gd name="connsiteY4" fmla="*/ 46129 h 45431"/>
                <a:gd name="connsiteX5" fmla="*/ 1621 w 1598"/>
                <a:gd name="connsiteY5" fmla="*/ 46129 h 45431"/>
                <a:gd name="connsiteX6" fmla="*/ 1621 w 1598"/>
                <a:gd name="connsiteY6" fmla="*/ 45332 h 45431"/>
                <a:gd name="connsiteX7" fmla="*/ 1218 w 1598"/>
                <a:gd name="connsiteY7" fmla="*/ 45332 h 45431"/>
                <a:gd name="connsiteX8" fmla="*/ 1218 w 1598"/>
                <a:gd name="connsiteY8" fmla="*/ 5479 h 45431"/>
                <a:gd name="connsiteX9" fmla="*/ 822 w 1598"/>
                <a:gd name="connsiteY9" fmla="*/ 697 h 45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98" h="45431">
                  <a:moveTo>
                    <a:pt x="822" y="697"/>
                  </a:moveTo>
                  <a:cubicBezTo>
                    <a:pt x="424" y="3088"/>
                    <a:pt x="417" y="5479"/>
                    <a:pt x="417" y="5479"/>
                  </a:cubicBezTo>
                  <a:lnTo>
                    <a:pt x="417" y="45332"/>
                  </a:lnTo>
                  <a:lnTo>
                    <a:pt x="22" y="45332"/>
                  </a:lnTo>
                  <a:lnTo>
                    <a:pt x="22" y="46129"/>
                  </a:lnTo>
                  <a:lnTo>
                    <a:pt x="1621" y="46129"/>
                  </a:lnTo>
                  <a:lnTo>
                    <a:pt x="1621" y="45332"/>
                  </a:lnTo>
                  <a:lnTo>
                    <a:pt x="1218" y="45332"/>
                  </a:lnTo>
                  <a:lnTo>
                    <a:pt x="1218" y="5479"/>
                  </a:lnTo>
                  <a:cubicBezTo>
                    <a:pt x="1218" y="5479"/>
                    <a:pt x="1221" y="3088"/>
                    <a:pt x="822" y="697"/>
                  </a:cubicBez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grpSp>
        <p:nvGrpSpPr>
          <p:cNvPr id="341" name="グループ化 340">
            <a:extLst>
              <a:ext uri="{FF2B5EF4-FFF2-40B4-BE49-F238E27FC236}">
                <a16:creationId xmlns:a16="http://schemas.microsoft.com/office/drawing/2014/main" id="{95B76EBC-C85A-535B-5BFD-A011CFF77298}"/>
              </a:ext>
            </a:extLst>
          </p:cNvPr>
          <p:cNvGrpSpPr/>
          <p:nvPr/>
        </p:nvGrpSpPr>
        <p:grpSpPr>
          <a:xfrm>
            <a:off x="2733279" y="3973892"/>
            <a:ext cx="54196" cy="84518"/>
            <a:chOff x="2733279" y="3973892"/>
            <a:chExt cx="54196" cy="84518"/>
          </a:xfrm>
        </p:grpSpPr>
        <p:sp>
          <p:nvSpPr>
            <p:cNvPr id="17" name="フリーフォーム: 図形 16">
              <a:extLst>
                <a:ext uri="{FF2B5EF4-FFF2-40B4-BE49-F238E27FC236}">
                  <a16:creationId xmlns:a16="http://schemas.microsoft.com/office/drawing/2014/main" id="{7825AF8C-316C-83CE-041F-841B01785C01}"/>
                </a:ext>
              </a:extLst>
            </p:cNvPr>
            <p:cNvSpPr/>
            <p:nvPr/>
          </p:nvSpPr>
          <p:spPr>
            <a:xfrm>
              <a:off x="2733279" y="4013760"/>
              <a:ext cx="54196" cy="44650"/>
            </a:xfrm>
            <a:custGeom>
              <a:avLst/>
              <a:gdLst>
                <a:gd name="connsiteX0" fmla="*/ 833 w 54196"/>
                <a:gd name="connsiteY0" fmla="*/ 704 h 44650"/>
                <a:gd name="connsiteX1" fmla="*/ 34 w 54196"/>
                <a:gd name="connsiteY1" fmla="*/ 7080 h 44650"/>
                <a:gd name="connsiteX2" fmla="*/ 34 w 54196"/>
                <a:gd name="connsiteY2" fmla="*/ 45354 h 44650"/>
                <a:gd name="connsiteX3" fmla="*/ 1624 w 54196"/>
                <a:gd name="connsiteY3" fmla="*/ 45354 h 44650"/>
                <a:gd name="connsiteX4" fmla="*/ 1624 w 54196"/>
                <a:gd name="connsiteY4" fmla="*/ 8451 h 44650"/>
                <a:gd name="connsiteX5" fmla="*/ 2382 w 54196"/>
                <a:gd name="connsiteY5" fmla="*/ 2298 h 44650"/>
                <a:gd name="connsiteX6" fmla="*/ 22623 w 54196"/>
                <a:gd name="connsiteY6" fmla="*/ 2298 h 44650"/>
                <a:gd name="connsiteX7" fmla="*/ 27128 w 54196"/>
                <a:gd name="connsiteY7" fmla="*/ 5486 h 44650"/>
                <a:gd name="connsiteX8" fmla="*/ 31642 w 54196"/>
                <a:gd name="connsiteY8" fmla="*/ 2298 h 44650"/>
                <a:gd name="connsiteX9" fmla="*/ 51890 w 54196"/>
                <a:gd name="connsiteY9" fmla="*/ 2298 h 44650"/>
                <a:gd name="connsiteX10" fmla="*/ 52641 w 54196"/>
                <a:gd name="connsiteY10" fmla="*/ 8451 h 44650"/>
                <a:gd name="connsiteX11" fmla="*/ 52641 w 54196"/>
                <a:gd name="connsiteY11" fmla="*/ 45354 h 44650"/>
                <a:gd name="connsiteX12" fmla="*/ 54230 w 54196"/>
                <a:gd name="connsiteY12" fmla="*/ 45354 h 44650"/>
                <a:gd name="connsiteX13" fmla="*/ 54230 w 54196"/>
                <a:gd name="connsiteY13" fmla="*/ 7080 h 44650"/>
                <a:gd name="connsiteX14" fmla="*/ 53432 w 54196"/>
                <a:gd name="connsiteY14" fmla="*/ 704 h 44650"/>
                <a:gd name="connsiteX15" fmla="*/ 31915 w 54196"/>
                <a:gd name="connsiteY15" fmla="*/ 704 h 44650"/>
                <a:gd name="connsiteX16" fmla="*/ 30324 w 54196"/>
                <a:gd name="connsiteY16" fmla="*/ 704 h 44650"/>
                <a:gd name="connsiteX17" fmla="*/ 30324 w 54196"/>
                <a:gd name="connsiteY17" fmla="*/ 831 h 44650"/>
                <a:gd name="connsiteX18" fmla="*/ 30316 w 54196"/>
                <a:gd name="connsiteY18" fmla="*/ 879 h 44650"/>
                <a:gd name="connsiteX19" fmla="*/ 30316 w 54196"/>
                <a:gd name="connsiteY19" fmla="*/ 959 h 44650"/>
                <a:gd name="connsiteX20" fmla="*/ 30316 w 54196"/>
                <a:gd name="connsiteY20" fmla="*/ 975 h 44650"/>
                <a:gd name="connsiteX21" fmla="*/ 30284 w 54196"/>
                <a:gd name="connsiteY21" fmla="*/ 1198 h 44650"/>
                <a:gd name="connsiteX22" fmla="*/ 30284 w 54196"/>
                <a:gd name="connsiteY22" fmla="*/ 1230 h 44650"/>
                <a:gd name="connsiteX23" fmla="*/ 30250 w 54196"/>
                <a:gd name="connsiteY23" fmla="*/ 1389 h 44650"/>
                <a:gd name="connsiteX24" fmla="*/ 30225 w 54196"/>
                <a:gd name="connsiteY24" fmla="*/ 1485 h 44650"/>
                <a:gd name="connsiteX25" fmla="*/ 30193 w 54196"/>
                <a:gd name="connsiteY25" fmla="*/ 1628 h 44650"/>
                <a:gd name="connsiteX26" fmla="*/ 30176 w 54196"/>
                <a:gd name="connsiteY26" fmla="*/ 1660 h 44650"/>
                <a:gd name="connsiteX27" fmla="*/ 30168 w 54196"/>
                <a:gd name="connsiteY27" fmla="*/ 1676 h 44650"/>
                <a:gd name="connsiteX28" fmla="*/ 30152 w 54196"/>
                <a:gd name="connsiteY28" fmla="*/ 1740 h 44650"/>
                <a:gd name="connsiteX29" fmla="*/ 30110 w 54196"/>
                <a:gd name="connsiteY29" fmla="*/ 1867 h 44650"/>
                <a:gd name="connsiteX30" fmla="*/ 30061 w 54196"/>
                <a:gd name="connsiteY30" fmla="*/ 1979 h 44650"/>
                <a:gd name="connsiteX31" fmla="*/ 30053 w 54196"/>
                <a:gd name="connsiteY31" fmla="*/ 1995 h 44650"/>
                <a:gd name="connsiteX32" fmla="*/ 30011 w 54196"/>
                <a:gd name="connsiteY32" fmla="*/ 2075 h 44650"/>
                <a:gd name="connsiteX33" fmla="*/ 29954 w 54196"/>
                <a:gd name="connsiteY33" fmla="*/ 2202 h 44650"/>
                <a:gd name="connsiteX34" fmla="*/ 29938 w 54196"/>
                <a:gd name="connsiteY34" fmla="*/ 2218 h 44650"/>
                <a:gd name="connsiteX35" fmla="*/ 29897 w 54196"/>
                <a:gd name="connsiteY35" fmla="*/ 2298 h 44650"/>
                <a:gd name="connsiteX36" fmla="*/ 27128 w 54196"/>
                <a:gd name="connsiteY36" fmla="*/ 3892 h 44650"/>
                <a:gd name="connsiteX37" fmla="*/ 24368 w 54196"/>
                <a:gd name="connsiteY37" fmla="*/ 2298 h 44650"/>
                <a:gd name="connsiteX38" fmla="*/ 24336 w 54196"/>
                <a:gd name="connsiteY38" fmla="*/ 2250 h 44650"/>
                <a:gd name="connsiteX39" fmla="*/ 24186 w 54196"/>
                <a:gd name="connsiteY39" fmla="*/ 1931 h 44650"/>
                <a:gd name="connsiteX40" fmla="*/ 24121 w 54196"/>
                <a:gd name="connsiteY40" fmla="*/ 1756 h 44650"/>
                <a:gd name="connsiteX41" fmla="*/ 24113 w 54196"/>
                <a:gd name="connsiteY41" fmla="*/ 1740 h 44650"/>
                <a:gd name="connsiteX42" fmla="*/ 23989 w 54196"/>
                <a:gd name="connsiteY42" fmla="*/ 1262 h 44650"/>
                <a:gd name="connsiteX43" fmla="*/ 23939 w 54196"/>
                <a:gd name="connsiteY43" fmla="*/ 704 h 44650"/>
                <a:gd name="connsiteX44" fmla="*/ 22350 w 54196"/>
                <a:gd name="connsiteY44" fmla="*/ 704 h 44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54196" h="44650">
                  <a:moveTo>
                    <a:pt x="833" y="704"/>
                  </a:moveTo>
                  <a:cubicBezTo>
                    <a:pt x="833" y="704"/>
                    <a:pt x="31" y="704"/>
                    <a:pt x="34" y="7080"/>
                  </a:cubicBezTo>
                  <a:lnTo>
                    <a:pt x="34" y="45354"/>
                  </a:lnTo>
                  <a:lnTo>
                    <a:pt x="1624" y="45354"/>
                  </a:lnTo>
                  <a:lnTo>
                    <a:pt x="1624" y="8451"/>
                  </a:lnTo>
                  <a:cubicBezTo>
                    <a:pt x="1620" y="2298"/>
                    <a:pt x="2382" y="2298"/>
                    <a:pt x="2382" y="2298"/>
                  </a:cubicBezTo>
                  <a:lnTo>
                    <a:pt x="22623" y="2298"/>
                  </a:lnTo>
                  <a:cubicBezTo>
                    <a:pt x="23297" y="4211"/>
                    <a:pt x="25103" y="5486"/>
                    <a:pt x="27128" y="5486"/>
                  </a:cubicBezTo>
                  <a:cubicBezTo>
                    <a:pt x="29157" y="5502"/>
                    <a:pt x="30966" y="4211"/>
                    <a:pt x="31642" y="2298"/>
                  </a:cubicBezTo>
                  <a:lnTo>
                    <a:pt x="51890" y="2298"/>
                  </a:lnTo>
                  <a:cubicBezTo>
                    <a:pt x="51890" y="2298"/>
                    <a:pt x="52636" y="2298"/>
                    <a:pt x="52641" y="8451"/>
                  </a:cubicBezTo>
                  <a:lnTo>
                    <a:pt x="52641" y="45354"/>
                  </a:lnTo>
                  <a:lnTo>
                    <a:pt x="54230" y="45354"/>
                  </a:lnTo>
                  <a:lnTo>
                    <a:pt x="54230" y="7080"/>
                  </a:lnTo>
                  <a:cubicBezTo>
                    <a:pt x="54227" y="704"/>
                    <a:pt x="53432" y="704"/>
                    <a:pt x="53432" y="704"/>
                  </a:cubicBezTo>
                  <a:lnTo>
                    <a:pt x="31915" y="704"/>
                  </a:lnTo>
                  <a:lnTo>
                    <a:pt x="30324" y="704"/>
                  </a:lnTo>
                  <a:cubicBezTo>
                    <a:pt x="30325" y="752"/>
                    <a:pt x="30325" y="784"/>
                    <a:pt x="30324" y="831"/>
                  </a:cubicBezTo>
                  <a:cubicBezTo>
                    <a:pt x="30322" y="847"/>
                    <a:pt x="30319" y="863"/>
                    <a:pt x="30316" y="879"/>
                  </a:cubicBezTo>
                  <a:cubicBezTo>
                    <a:pt x="30317" y="895"/>
                    <a:pt x="30317" y="927"/>
                    <a:pt x="30316" y="959"/>
                  </a:cubicBezTo>
                  <a:cubicBezTo>
                    <a:pt x="30316" y="959"/>
                    <a:pt x="30316" y="959"/>
                    <a:pt x="30316" y="975"/>
                  </a:cubicBezTo>
                  <a:cubicBezTo>
                    <a:pt x="30308" y="1054"/>
                    <a:pt x="30297" y="1118"/>
                    <a:pt x="30284" y="1198"/>
                  </a:cubicBezTo>
                  <a:cubicBezTo>
                    <a:pt x="30284" y="1214"/>
                    <a:pt x="30284" y="1230"/>
                    <a:pt x="30284" y="1230"/>
                  </a:cubicBezTo>
                  <a:cubicBezTo>
                    <a:pt x="30273" y="1278"/>
                    <a:pt x="30263" y="1325"/>
                    <a:pt x="30250" y="1389"/>
                  </a:cubicBezTo>
                  <a:cubicBezTo>
                    <a:pt x="30242" y="1421"/>
                    <a:pt x="30234" y="1453"/>
                    <a:pt x="30225" y="1485"/>
                  </a:cubicBezTo>
                  <a:cubicBezTo>
                    <a:pt x="30215" y="1533"/>
                    <a:pt x="30204" y="1580"/>
                    <a:pt x="30193" y="1628"/>
                  </a:cubicBezTo>
                  <a:cubicBezTo>
                    <a:pt x="30187" y="1628"/>
                    <a:pt x="30182" y="1644"/>
                    <a:pt x="30176" y="1660"/>
                  </a:cubicBezTo>
                  <a:cubicBezTo>
                    <a:pt x="30174" y="1660"/>
                    <a:pt x="30171" y="1676"/>
                    <a:pt x="30168" y="1676"/>
                  </a:cubicBezTo>
                  <a:cubicBezTo>
                    <a:pt x="30163" y="1708"/>
                    <a:pt x="30158" y="1724"/>
                    <a:pt x="30152" y="1740"/>
                  </a:cubicBezTo>
                  <a:cubicBezTo>
                    <a:pt x="30139" y="1788"/>
                    <a:pt x="30124" y="1819"/>
                    <a:pt x="30110" y="1867"/>
                  </a:cubicBezTo>
                  <a:cubicBezTo>
                    <a:pt x="30094" y="1899"/>
                    <a:pt x="30078" y="1931"/>
                    <a:pt x="30061" y="1979"/>
                  </a:cubicBezTo>
                  <a:cubicBezTo>
                    <a:pt x="30058" y="1979"/>
                    <a:pt x="30056" y="1979"/>
                    <a:pt x="30053" y="1995"/>
                  </a:cubicBezTo>
                  <a:cubicBezTo>
                    <a:pt x="30040" y="2027"/>
                    <a:pt x="30026" y="2059"/>
                    <a:pt x="30011" y="2075"/>
                  </a:cubicBezTo>
                  <a:cubicBezTo>
                    <a:pt x="29992" y="2123"/>
                    <a:pt x="29973" y="2154"/>
                    <a:pt x="29954" y="2202"/>
                  </a:cubicBezTo>
                  <a:cubicBezTo>
                    <a:pt x="29948" y="2202"/>
                    <a:pt x="29943" y="2218"/>
                    <a:pt x="29938" y="2218"/>
                  </a:cubicBezTo>
                  <a:cubicBezTo>
                    <a:pt x="29924" y="2250"/>
                    <a:pt x="29911" y="2282"/>
                    <a:pt x="29897" y="2298"/>
                  </a:cubicBezTo>
                  <a:cubicBezTo>
                    <a:pt x="29324" y="3286"/>
                    <a:pt x="28269" y="3892"/>
                    <a:pt x="27128" y="3892"/>
                  </a:cubicBezTo>
                  <a:cubicBezTo>
                    <a:pt x="25991" y="3892"/>
                    <a:pt x="24939" y="3286"/>
                    <a:pt x="24368" y="2298"/>
                  </a:cubicBezTo>
                  <a:cubicBezTo>
                    <a:pt x="24357" y="2282"/>
                    <a:pt x="24346" y="2266"/>
                    <a:pt x="24336" y="2250"/>
                  </a:cubicBezTo>
                  <a:cubicBezTo>
                    <a:pt x="24281" y="2138"/>
                    <a:pt x="24231" y="2043"/>
                    <a:pt x="24186" y="1931"/>
                  </a:cubicBezTo>
                  <a:cubicBezTo>
                    <a:pt x="24164" y="1867"/>
                    <a:pt x="24142" y="1804"/>
                    <a:pt x="24121" y="1756"/>
                  </a:cubicBezTo>
                  <a:cubicBezTo>
                    <a:pt x="24118" y="1756"/>
                    <a:pt x="24116" y="1740"/>
                    <a:pt x="24113" y="1740"/>
                  </a:cubicBezTo>
                  <a:cubicBezTo>
                    <a:pt x="24059" y="1580"/>
                    <a:pt x="24017" y="1421"/>
                    <a:pt x="23989" y="1262"/>
                  </a:cubicBezTo>
                  <a:cubicBezTo>
                    <a:pt x="23957" y="1070"/>
                    <a:pt x="23941" y="895"/>
                    <a:pt x="23939" y="704"/>
                  </a:cubicBezTo>
                  <a:lnTo>
                    <a:pt x="22350" y="704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4" name="フリーフォーム: 図形 43">
              <a:extLst>
                <a:ext uri="{FF2B5EF4-FFF2-40B4-BE49-F238E27FC236}">
                  <a16:creationId xmlns:a16="http://schemas.microsoft.com/office/drawing/2014/main" id="{32C8CA71-0AFB-C167-1366-91603859C473}"/>
                </a:ext>
              </a:extLst>
            </p:cNvPr>
            <p:cNvSpPr/>
            <p:nvPr/>
          </p:nvSpPr>
          <p:spPr>
            <a:xfrm>
              <a:off x="2734070" y="4001008"/>
              <a:ext cx="52607" cy="12752"/>
            </a:xfrm>
            <a:custGeom>
              <a:avLst/>
              <a:gdLst>
                <a:gd name="connsiteX0" fmla="*/ 4021 w 52607"/>
                <a:gd name="connsiteY0" fmla="*/ 699 h 12752"/>
                <a:gd name="connsiteX1" fmla="*/ 4021 w 52607"/>
                <a:gd name="connsiteY1" fmla="*/ 3887 h 12752"/>
                <a:gd name="connsiteX2" fmla="*/ 2827 w 52607"/>
                <a:gd name="connsiteY2" fmla="*/ 3887 h 12752"/>
                <a:gd name="connsiteX3" fmla="*/ 2432 w 52607"/>
                <a:gd name="connsiteY3" fmla="*/ 5481 h 12752"/>
                <a:gd name="connsiteX4" fmla="*/ 3230 w 52607"/>
                <a:gd name="connsiteY4" fmla="*/ 7075 h 12752"/>
                <a:gd name="connsiteX5" fmla="*/ 3230 w 52607"/>
                <a:gd name="connsiteY5" fmla="*/ 10263 h 12752"/>
                <a:gd name="connsiteX6" fmla="*/ 34 w 52607"/>
                <a:gd name="connsiteY6" fmla="*/ 10263 h 12752"/>
                <a:gd name="connsiteX7" fmla="*/ 34 w 52607"/>
                <a:gd name="connsiteY7" fmla="*/ 12654 h 12752"/>
                <a:gd name="connsiteX8" fmla="*/ 833 w 52607"/>
                <a:gd name="connsiteY8" fmla="*/ 13452 h 12752"/>
                <a:gd name="connsiteX9" fmla="*/ 4829 w 52607"/>
                <a:gd name="connsiteY9" fmla="*/ 13452 h 12752"/>
                <a:gd name="connsiteX10" fmla="*/ 6411 w 52607"/>
                <a:gd name="connsiteY10" fmla="*/ 2293 h 12752"/>
                <a:gd name="connsiteX11" fmla="*/ 6938 w 52607"/>
                <a:gd name="connsiteY11" fmla="*/ 2293 h 12752"/>
                <a:gd name="connsiteX12" fmla="*/ 10405 w 52607"/>
                <a:gd name="connsiteY12" fmla="*/ 2293 h 12752"/>
                <a:gd name="connsiteX13" fmla="*/ 10933 w 52607"/>
                <a:gd name="connsiteY13" fmla="*/ 2293 h 12752"/>
                <a:gd name="connsiteX14" fmla="*/ 14113 w 52607"/>
                <a:gd name="connsiteY14" fmla="*/ 11857 h 12752"/>
                <a:gd name="connsiteX15" fmla="*/ 38637 w 52607"/>
                <a:gd name="connsiteY15" fmla="*/ 11857 h 12752"/>
                <a:gd name="connsiteX16" fmla="*/ 41816 w 52607"/>
                <a:gd name="connsiteY16" fmla="*/ 2293 h 12752"/>
                <a:gd name="connsiteX17" fmla="*/ 42278 w 52607"/>
                <a:gd name="connsiteY17" fmla="*/ 2293 h 12752"/>
                <a:gd name="connsiteX18" fmla="*/ 45812 w 52607"/>
                <a:gd name="connsiteY18" fmla="*/ 2293 h 12752"/>
                <a:gd name="connsiteX19" fmla="*/ 46273 w 52607"/>
                <a:gd name="connsiteY19" fmla="*/ 2293 h 12752"/>
                <a:gd name="connsiteX20" fmla="*/ 47854 w 52607"/>
                <a:gd name="connsiteY20" fmla="*/ 13452 h 12752"/>
                <a:gd name="connsiteX21" fmla="*/ 51841 w 52607"/>
                <a:gd name="connsiteY21" fmla="*/ 13452 h 12752"/>
                <a:gd name="connsiteX22" fmla="*/ 52641 w 52607"/>
                <a:gd name="connsiteY22" fmla="*/ 12654 h 12752"/>
                <a:gd name="connsiteX23" fmla="*/ 52641 w 52607"/>
                <a:gd name="connsiteY23" fmla="*/ 12575 h 12752"/>
                <a:gd name="connsiteX24" fmla="*/ 52641 w 52607"/>
                <a:gd name="connsiteY24" fmla="*/ 10263 h 12752"/>
                <a:gd name="connsiteX25" fmla="*/ 49453 w 52607"/>
                <a:gd name="connsiteY25" fmla="*/ 10263 h 12752"/>
                <a:gd name="connsiteX26" fmla="*/ 49453 w 52607"/>
                <a:gd name="connsiteY26" fmla="*/ 7075 h 12752"/>
                <a:gd name="connsiteX27" fmla="*/ 50252 w 52607"/>
                <a:gd name="connsiteY27" fmla="*/ 5481 h 12752"/>
                <a:gd name="connsiteX28" fmla="*/ 49856 w 52607"/>
                <a:gd name="connsiteY28" fmla="*/ 3887 h 12752"/>
                <a:gd name="connsiteX29" fmla="*/ 48662 w 52607"/>
                <a:gd name="connsiteY29" fmla="*/ 3887 h 12752"/>
                <a:gd name="connsiteX30" fmla="*/ 48662 w 52607"/>
                <a:gd name="connsiteY30" fmla="*/ 699 h 12752"/>
                <a:gd name="connsiteX31" fmla="*/ 40687 w 52607"/>
                <a:gd name="connsiteY31" fmla="*/ 699 h 12752"/>
                <a:gd name="connsiteX32" fmla="*/ 37500 w 52607"/>
                <a:gd name="connsiteY32" fmla="*/ 10263 h 12752"/>
                <a:gd name="connsiteX33" fmla="*/ 15183 w 52607"/>
                <a:gd name="connsiteY33" fmla="*/ 10263 h 12752"/>
                <a:gd name="connsiteX34" fmla="*/ 11996 w 52607"/>
                <a:gd name="connsiteY34" fmla="*/ 699 h 12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2607" h="12752">
                  <a:moveTo>
                    <a:pt x="4021" y="699"/>
                  </a:moveTo>
                  <a:lnTo>
                    <a:pt x="4021" y="3887"/>
                  </a:lnTo>
                  <a:lnTo>
                    <a:pt x="2827" y="3887"/>
                  </a:lnTo>
                  <a:lnTo>
                    <a:pt x="2432" y="5481"/>
                  </a:lnTo>
                  <a:lnTo>
                    <a:pt x="3230" y="7075"/>
                  </a:lnTo>
                  <a:lnTo>
                    <a:pt x="3230" y="10263"/>
                  </a:lnTo>
                  <a:lnTo>
                    <a:pt x="34" y="10263"/>
                  </a:lnTo>
                  <a:lnTo>
                    <a:pt x="34" y="12654"/>
                  </a:lnTo>
                  <a:cubicBezTo>
                    <a:pt x="34" y="13101"/>
                    <a:pt x="391" y="13452"/>
                    <a:pt x="833" y="13452"/>
                  </a:cubicBezTo>
                  <a:lnTo>
                    <a:pt x="4829" y="13452"/>
                  </a:lnTo>
                  <a:lnTo>
                    <a:pt x="6411" y="2293"/>
                  </a:lnTo>
                  <a:lnTo>
                    <a:pt x="6938" y="2293"/>
                  </a:lnTo>
                  <a:lnTo>
                    <a:pt x="10405" y="2293"/>
                  </a:lnTo>
                  <a:lnTo>
                    <a:pt x="10933" y="2293"/>
                  </a:lnTo>
                  <a:lnTo>
                    <a:pt x="14113" y="11857"/>
                  </a:lnTo>
                  <a:lnTo>
                    <a:pt x="38637" y="11857"/>
                  </a:lnTo>
                  <a:lnTo>
                    <a:pt x="41816" y="2293"/>
                  </a:lnTo>
                  <a:lnTo>
                    <a:pt x="42278" y="2293"/>
                  </a:lnTo>
                  <a:lnTo>
                    <a:pt x="45812" y="2293"/>
                  </a:lnTo>
                  <a:lnTo>
                    <a:pt x="46273" y="2293"/>
                  </a:lnTo>
                  <a:lnTo>
                    <a:pt x="47854" y="13452"/>
                  </a:lnTo>
                  <a:lnTo>
                    <a:pt x="51841" y="13452"/>
                  </a:lnTo>
                  <a:cubicBezTo>
                    <a:pt x="52282" y="13452"/>
                    <a:pt x="52641" y="13101"/>
                    <a:pt x="52641" y="12654"/>
                  </a:cubicBezTo>
                  <a:cubicBezTo>
                    <a:pt x="52641" y="12623"/>
                    <a:pt x="52643" y="12607"/>
                    <a:pt x="52641" y="12575"/>
                  </a:cubicBezTo>
                  <a:lnTo>
                    <a:pt x="52641" y="10263"/>
                  </a:lnTo>
                  <a:lnTo>
                    <a:pt x="49453" y="10263"/>
                  </a:lnTo>
                  <a:lnTo>
                    <a:pt x="49453" y="7075"/>
                  </a:lnTo>
                  <a:lnTo>
                    <a:pt x="50252" y="5481"/>
                  </a:lnTo>
                  <a:lnTo>
                    <a:pt x="49856" y="3887"/>
                  </a:lnTo>
                  <a:lnTo>
                    <a:pt x="48662" y="3887"/>
                  </a:lnTo>
                  <a:lnTo>
                    <a:pt x="48662" y="699"/>
                  </a:lnTo>
                  <a:lnTo>
                    <a:pt x="40687" y="699"/>
                  </a:lnTo>
                  <a:lnTo>
                    <a:pt x="37500" y="10263"/>
                  </a:lnTo>
                  <a:lnTo>
                    <a:pt x="15183" y="10263"/>
                  </a:lnTo>
                  <a:lnTo>
                    <a:pt x="11996" y="699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5" name="フリーフォーム: 図形 44">
              <a:extLst>
                <a:ext uri="{FF2B5EF4-FFF2-40B4-BE49-F238E27FC236}">
                  <a16:creationId xmlns:a16="http://schemas.microsoft.com/office/drawing/2014/main" id="{BD2AF0AB-A1C9-0186-C4F3-A3A4DE83EBF2}"/>
                </a:ext>
              </a:extLst>
            </p:cNvPr>
            <p:cNvSpPr/>
            <p:nvPr/>
          </p:nvSpPr>
          <p:spPr>
            <a:xfrm>
              <a:off x="2738057" y="3989865"/>
              <a:ext cx="44641" cy="11142"/>
            </a:xfrm>
            <a:custGeom>
              <a:avLst/>
              <a:gdLst>
                <a:gd name="connsiteX0" fmla="*/ 10127 w 44641"/>
                <a:gd name="connsiteY0" fmla="*/ 697 h 11142"/>
                <a:gd name="connsiteX1" fmla="*/ 6946 w 44641"/>
                <a:gd name="connsiteY1" fmla="*/ 10246 h 11142"/>
                <a:gd name="connsiteX2" fmla="*/ 6419 w 44641"/>
                <a:gd name="connsiteY2" fmla="*/ 10246 h 11142"/>
                <a:gd name="connsiteX3" fmla="*/ 4689 w 44641"/>
                <a:gd name="connsiteY3" fmla="*/ 10246 h 11142"/>
                <a:gd name="connsiteX4" fmla="*/ 2424 w 44641"/>
                <a:gd name="connsiteY4" fmla="*/ 10246 h 11142"/>
                <a:gd name="connsiteX5" fmla="*/ 34 w 44641"/>
                <a:gd name="connsiteY5" fmla="*/ 10246 h 11142"/>
                <a:gd name="connsiteX6" fmla="*/ 34 w 44641"/>
                <a:gd name="connsiteY6" fmla="*/ 11839 h 11142"/>
                <a:gd name="connsiteX7" fmla="*/ 8010 w 44641"/>
                <a:gd name="connsiteY7" fmla="*/ 11839 h 11142"/>
                <a:gd name="connsiteX8" fmla="*/ 11196 w 44641"/>
                <a:gd name="connsiteY8" fmla="*/ 2275 h 11142"/>
                <a:gd name="connsiteX9" fmla="*/ 33514 w 44641"/>
                <a:gd name="connsiteY9" fmla="*/ 2275 h 11142"/>
                <a:gd name="connsiteX10" fmla="*/ 36700 w 44641"/>
                <a:gd name="connsiteY10" fmla="*/ 11839 h 11142"/>
                <a:gd name="connsiteX11" fmla="*/ 44675 w 44641"/>
                <a:gd name="connsiteY11" fmla="*/ 11839 h 11142"/>
                <a:gd name="connsiteX12" fmla="*/ 44675 w 44641"/>
                <a:gd name="connsiteY12" fmla="*/ 10246 h 11142"/>
                <a:gd name="connsiteX13" fmla="*/ 42286 w 44641"/>
                <a:gd name="connsiteY13" fmla="*/ 10246 h 11142"/>
                <a:gd name="connsiteX14" fmla="*/ 41825 w 44641"/>
                <a:gd name="connsiteY14" fmla="*/ 10246 h 11142"/>
                <a:gd name="connsiteX15" fmla="*/ 38291 w 44641"/>
                <a:gd name="connsiteY15" fmla="*/ 10246 h 11142"/>
                <a:gd name="connsiteX16" fmla="*/ 37829 w 44641"/>
                <a:gd name="connsiteY16" fmla="*/ 10246 h 11142"/>
                <a:gd name="connsiteX17" fmla="*/ 34650 w 44641"/>
                <a:gd name="connsiteY17" fmla="*/ 697 h 1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641" h="11142">
                  <a:moveTo>
                    <a:pt x="10127" y="697"/>
                  </a:moveTo>
                  <a:lnTo>
                    <a:pt x="6946" y="10246"/>
                  </a:lnTo>
                  <a:lnTo>
                    <a:pt x="6419" y="10246"/>
                  </a:lnTo>
                  <a:lnTo>
                    <a:pt x="4689" y="10246"/>
                  </a:lnTo>
                  <a:lnTo>
                    <a:pt x="2424" y="10246"/>
                  </a:lnTo>
                  <a:lnTo>
                    <a:pt x="34" y="10246"/>
                  </a:lnTo>
                  <a:lnTo>
                    <a:pt x="34" y="11839"/>
                  </a:lnTo>
                  <a:lnTo>
                    <a:pt x="8010" y="11839"/>
                  </a:lnTo>
                  <a:lnTo>
                    <a:pt x="11196" y="2275"/>
                  </a:lnTo>
                  <a:lnTo>
                    <a:pt x="33514" y="2275"/>
                  </a:lnTo>
                  <a:lnTo>
                    <a:pt x="36700" y="11839"/>
                  </a:lnTo>
                  <a:lnTo>
                    <a:pt x="44675" y="11839"/>
                  </a:lnTo>
                  <a:lnTo>
                    <a:pt x="44675" y="10246"/>
                  </a:lnTo>
                  <a:lnTo>
                    <a:pt x="42286" y="10246"/>
                  </a:lnTo>
                  <a:lnTo>
                    <a:pt x="41825" y="10246"/>
                  </a:lnTo>
                  <a:lnTo>
                    <a:pt x="38291" y="10246"/>
                  </a:lnTo>
                  <a:lnTo>
                    <a:pt x="37829" y="10246"/>
                  </a:lnTo>
                  <a:lnTo>
                    <a:pt x="34650" y="697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6" name="フリーフォーム: 図形 45">
              <a:extLst>
                <a:ext uri="{FF2B5EF4-FFF2-40B4-BE49-F238E27FC236}">
                  <a16:creationId xmlns:a16="http://schemas.microsoft.com/office/drawing/2014/main" id="{3F1A0C29-AD11-5ACE-C990-27E443BEC078}"/>
                </a:ext>
              </a:extLst>
            </p:cNvPr>
            <p:cNvSpPr/>
            <p:nvPr/>
          </p:nvSpPr>
          <p:spPr>
            <a:xfrm>
              <a:off x="2747625" y="3992240"/>
              <a:ext cx="25505" cy="17535"/>
            </a:xfrm>
            <a:custGeom>
              <a:avLst/>
              <a:gdLst>
                <a:gd name="connsiteX0" fmla="*/ 17569 w 25505"/>
                <a:gd name="connsiteY0" fmla="*/ 698 h 17535"/>
                <a:gd name="connsiteX1" fmla="*/ 25540 w 25505"/>
                <a:gd name="connsiteY1" fmla="*/ 8668 h 17535"/>
                <a:gd name="connsiteX2" fmla="*/ 25540 w 25505"/>
                <a:gd name="connsiteY2" fmla="*/ 10262 h 17535"/>
                <a:gd name="connsiteX3" fmla="*/ 17569 w 25505"/>
                <a:gd name="connsiteY3" fmla="*/ 18233 h 17535"/>
                <a:gd name="connsiteX4" fmla="*/ 8005 w 25505"/>
                <a:gd name="connsiteY4" fmla="*/ 18233 h 17535"/>
                <a:gd name="connsiteX5" fmla="*/ 34 w 25505"/>
                <a:gd name="connsiteY5" fmla="*/ 10262 h 17535"/>
                <a:gd name="connsiteX6" fmla="*/ 34 w 25505"/>
                <a:gd name="connsiteY6" fmla="*/ 8668 h 17535"/>
                <a:gd name="connsiteX7" fmla="*/ 8005 w 25505"/>
                <a:gd name="connsiteY7" fmla="*/ 698 h 17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505" h="17535">
                  <a:moveTo>
                    <a:pt x="17569" y="698"/>
                  </a:moveTo>
                  <a:cubicBezTo>
                    <a:pt x="21971" y="698"/>
                    <a:pt x="25540" y="4266"/>
                    <a:pt x="25540" y="8668"/>
                  </a:cubicBezTo>
                  <a:lnTo>
                    <a:pt x="25540" y="10262"/>
                  </a:lnTo>
                  <a:cubicBezTo>
                    <a:pt x="25540" y="14664"/>
                    <a:pt x="21971" y="18233"/>
                    <a:pt x="17569" y="18233"/>
                  </a:cubicBezTo>
                  <a:lnTo>
                    <a:pt x="8005" y="18233"/>
                  </a:lnTo>
                  <a:cubicBezTo>
                    <a:pt x="3603" y="18233"/>
                    <a:pt x="34" y="14664"/>
                    <a:pt x="34" y="10262"/>
                  </a:cubicBezTo>
                  <a:lnTo>
                    <a:pt x="34" y="8668"/>
                  </a:lnTo>
                  <a:cubicBezTo>
                    <a:pt x="34" y="4266"/>
                    <a:pt x="3603" y="698"/>
                    <a:pt x="8005" y="698"/>
                  </a:cubicBez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8" name="フリーフォーム: 図形 47">
              <a:extLst>
                <a:ext uri="{FF2B5EF4-FFF2-40B4-BE49-F238E27FC236}">
                  <a16:creationId xmlns:a16="http://schemas.microsoft.com/office/drawing/2014/main" id="{A2AD345B-043A-E5A2-52BC-11DD694F1819}"/>
                </a:ext>
              </a:extLst>
            </p:cNvPr>
            <p:cNvSpPr/>
            <p:nvPr/>
          </p:nvSpPr>
          <p:spPr>
            <a:xfrm>
              <a:off x="2759574" y="3973892"/>
              <a:ext cx="1598" cy="45431"/>
            </a:xfrm>
            <a:custGeom>
              <a:avLst/>
              <a:gdLst>
                <a:gd name="connsiteX0" fmla="*/ 833 w 1598"/>
                <a:gd name="connsiteY0" fmla="*/ 697 h 45431"/>
                <a:gd name="connsiteX1" fmla="*/ 430 w 1598"/>
                <a:gd name="connsiteY1" fmla="*/ 5479 h 45431"/>
                <a:gd name="connsiteX2" fmla="*/ 430 w 1598"/>
                <a:gd name="connsiteY2" fmla="*/ 45332 h 45431"/>
                <a:gd name="connsiteX3" fmla="*/ 34 w 1598"/>
                <a:gd name="connsiteY3" fmla="*/ 45332 h 45431"/>
                <a:gd name="connsiteX4" fmla="*/ 34 w 1598"/>
                <a:gd name="connsiteY4" fmla="*/ 46129 h 45431"/>
                <a:gd name="connsiteX5" fmla="*/ 1633 w 1598"/>
                <a:gd name="connsiteY5" fmla="*/ 46129 h 45431"/>
                <a:gd name="connsiteX6" fmla="*/ 1633 w 1598"/>
                <a:gd name="connsiteY6" fmla="*/ 45332 h 45431"/>
                <a:gd name="connsiteX7" fmla="*/ 1228 w 1598"/>
                <a:gd name="connsiteY7" fmla="*/ 45332 h 45431"/>
                <a:gd name="connsiteX8" fmla="*/ 1228 w 1598"/>
                <a:gd name="connsiteY8" fmla="*/ 5479 h 45431"/>
                <a:gd name="connsiteX9" fmla="*/ 833 w 1598"/>
                <a:gd name="connsiteY9" fmla="*/ 697 h 45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98" h="45431">
                  <a:moveTo>
                    <a:pt x="833" y="697"/>
                  </a:moveTo>
                  <a:cubicBezTo>
                    <a:pt x="434" y="3088"/>
                    <a:pt x="430" y="5479"/>
                    <a:pt x="430" y="5479"/>
                  </a:cubicBezTo>
                  <a:lnTo>
                    <a:pt x="430" y="45332"/>
                  </a:lnTo>
                  <a:lnTo>
                    <a:pt x="34" y="45332"/>
                  </a:lnTo>
                  <a:lnTo>
                    <a:pt x="34" y="46129"/>
                  </a:lnTo>
                  <a:lnTo>
                    <a:pt x="1633" y="46129"/>
                  </a:lnTo>
                  <a:lnTo>
                    <a:pt x="1633" y="45332"/>
                  </a:lnTo>
                  <a:lnTo>
                    <a:pt x="1228" y="45332"/>
                  </a:lnTo>
                  <a:lnTo>
                    <a:pt x="1228" y="5479"/>
                  </a:lnTo>
                  <a:cubicBezTo>
                    <a:pt x="1228" y="5479"/>
                    <a:pt x="1231" y="3088"/>
                    <a:pt x="833" y="697"/>
                  </a:cubicBez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grpSp>
        <p:nvGrpSpPr>
          <p:cNvPr id="343" name="グループ化 342">
            <a:extLst>
              <a:ext uri="{FF2B5EF4-FFF2-40B4-BE49-F238E27FC236}">
                <a16:creationId xmlns:a16="http://schemas.microsoft.com/office/drawing/2014/main" id="{3659E4BE-917D-B8DE-FC18-2985C2120CBE}"/>
              </a:ext>
            </a:extLst>
          </p:cNvPr>
          <p:cNvGrpSpPr/>
          <p:nvPr/>
        </p:nvGrpSpPr>
        <p:grpSpPr>
          <a:xfrm>
            <a:off x="2849846" y="3966735"/>
            <a:ext cx="54196" cy="171300"/>
            <a:chOff x="2849846" y="3966735"/>
            <a:chExt cx="54196" cy="171300"/>
          </a:xfrm>
        </p:grpSpPr>
        <p:sp>
          <p:nvSpPr>
            <p:cNvPr id="49" name="フリーフォーム: 図形 48">
              <a:extLst>
                <a:ext uri="{FF2B5EF4-FFF2-40B4-BE49-F238E27FC236}">
                  <a16:creationId xmlns:a16="http://schemas.microsoft.com/office/drawing/2014/main" id="{61179721-0706-D707-49B6-7F43A7043F2C}"/>
                </a:ext>
              </a:extLst>
            </p:cNvPr>
            <p:cNvSpPr/>
            <p:nvPr/>
          </p:nvSpPr>
          <p:spPr>
            <a:xfrm>
              <a:off x="2849846" y="4038023"/>
              <a:ext cx="54196" cy="44634"/>
            </a:xfrm>
            <a:custGeom>
              <a:avLst/>
              <a:gdLst>
                <a:gd name="connsiteX0" fmla="*/ 853 w 54196"/>
                <a:gd name="connsiteY0" fmla="*/ 708 h 44634"/>
                <a:gd name="connsiteX1" fmla="*/ 55 w 54196"/>
                <a:gd name="connsiteY1" fmla="*/ 7084 h 44634"/>
                <a:gd name="connsiteX2" fmla="*/ 55 w 54196"/>
                <a:gd name="connsiteY2" fmla="*/ 45342 h 44634"/>
                <a:gd name="connsiteX3" fmla="*/ 1644 w 54196"/>
                <a:gd name="connsiteY3" fmla="*/ 45342 h 44634"/>
                <a:gd name="connsiteX4" fmla="*/ 1644 w 54196"/>
                <a:gd name="connsiteY4" fmla="*/ 8439 h 44634"/>
                <a:gd name="connsiteX5" fmla="*/ 2403 w 54196"/>
                <a:gd name="connsiteY5" fmla="*/ 2302 h 44634"/>
                <a:gd name="connsiteX6" fmla="*/ 22643 w 54196"/>
                <a:gd name="connsiteY6" fmla="*/ 2302 h 44634"/>
                <a:gd name="connsiteX7" fmla="*/ 27148 w 54196"/>
                <a:gd name="connsiteY7" fmla="*/ 5490 h 44634"/>
                <a:gd name="connsiteX8" fmla="*/ 31662 w 54196"/>
                <a:gd name="connsiteY8" fmla="*/ 2302 h 44634"/>
                <a:gd name="connsiteX9" fmla="*/ 51911 w 54196"/>
                <a:gd name="connsiteY9" fmla="*/ 2302 h 44634"/>
                <a:gd name="connsiteX10" fmla="*/ 52660 w 54196"/>
                <a:gd name="connsiteY10" fmla="*/ 8439 h 44634"/>
                <a:gd name="connsiteX11" fmla="*/ 52660 w 54196"/>
                <a:gd name="connsiteY11" fmla="*/ 45342 h 44634"/>
                <a:gd name="connsiteX12" fmla="*/ 54251 w 54196"/>
                <a:gd name="connsiteY12" fmla="*/ 45342 h 44634"/>
                <a:gd name="connsiteX13" fmla="*/ 54251 w 54196"/>
                <a:gd name="connsiteY13" fmla="*/ 7084 h 44634"/>
                <a:gd name="connsiteX14" fmla="*/ 53452 w 54196"/>
                <a:gd name="connsiteY14" fmla="*/ 708 h 44634"/>
                <a:gd name="connsiteX15" fmla="*/ 31935 w 54196"/>
                <a:gd name="connsiteY15" fmla="*/ 708 h 44634"/>
                <a:gd name="connsiteX16" fmla="*/ 30344 w 54196"/>
                <a:gd name="connsiteY16" fmla="*/ 708 h 44634"/>
                <a:gd name="connsiteX17" fmla="*/ 30344 w 54196"/>
                <a:gd name="connsiteY17" fmla="*/ 819 h 44634"/>
                <a:gd name="connsiteX18" fmla="*/ 30336 w 54196"/>
                <a:gd name="connsiteY18" fmla="*/ 867 h 44634"/>
                <a:gd name="connsiteX19" fmla="*/ 30336 w 54196"/>
                <a:gd name="connsiteY19" fmla="*/ 947 h 44634"/>
                <a:gd name="connsiteX20" fmla="*/ 30336 w 54196"/>
                <a:gd name="connsiteY20" fmla="*/ 963 h 44634"/>
                <a:gd name="connsiteX21" fmla="*/ 30304 w 54196"/>
                <a:gd name="connsiteY21" fmla="*/ 1202 h 44634"/>
                <a:gd name="connsiteX22" fmla="*/ 30304 w 54196"/>
                <a:gd name="connsiteY22" fmla="*/ 1234 h 44634"/>
                <a:gd name="connsiteX23" fmla="*/ 30271 w 54196"/>
                <a:gd name="connsiteY23" fmla="*/ 1377 h 44634"/>
                <a:gd name="connsiteX24" fmla="*/ 30245 w 54196"/>
                <a:gd name="connsiteY24" fmla="*/ 1489 h 44634"/>
                <a:gd name="connsiteX25" fmla="*/ 30213 w 54196"/>
                <a:gd name="connsiteY25" fmla="*/ 1616 h 44634"/>
                <a:gd name="connsiteX26" fmla="*/ 30196 w 54196"/>
                <a:gd name="connsiteY26" fmla="*/ 1664 h 44634"/>
                <a:gd name="connsiteX27" fmla="*/ 30188 w 54196"/>
                <a:gd name="connsiteY27" fmla="*/ 1680 h 44634"/>
                <a:gd name="connsiteX28" fmla="*/ 30172 w 54196"/>
                <a:gd name="connsiteY28" fmla="*/ 1744 h 44634"/>
                <a:gd name="connsiteX29" fmla="*/ 30130 w 54196"/>
                <a:gd name="connsiteY29" fmla="*/ 1856 h 44634"/>
                <a:gd name="connsiteX30" fmla="*/ 30081 w 54196"/>
                <a:gd name="connsiteY30" fmla="*/ 1967 h 44634"/>
                <a:gd name="connsiteX31" fmla="*/ 30073 w 54196"/>
                <a:gd name="connsiteY31" fmla="*/ 1983 h 44634"/>
                <a:gd name="connsiteX32" fmla="*/ 30032 w 54196"/>
                <a:gd name="connsiteY32" fmla="*/ 2079 h 44634"/>
                <a:gd name="connsiteX33" fmla="*/ 29974 w 54196"/>
                <a:gd name="connsiteY33" fmla="*/ 2191 h 44634"/>
                <a:gd name="connsiteX34" fmla="*/ 29957 w 54196"/>
                <a:gd name="connsiteY34" fmla="*/ 2222 h 44634"/>
                <a:gd name="connsiteX35" fmla="*/ 29917 w 54196"/>
                <a:gd name="connsiteY35" fmla="*/ 2302 h 44634"/>
                <a:gd name="connsiteX36" fmla="*/ 27148 w 54196"/>
                <a:gd name="connsiteY36" fmla="*/ 3896 h 44634"/>
                <a:gd name="connsiteX37" fmla="*/ 24389 w 54196"/>
                <a:gd name="connsiteY37" fmla="*/ 2302 h 44634"/>
                <a:gd name="connsiteX38" fmla="*/ 24355 w 54196"/>
                <a:gd name="connsiteY38" fmla="*/ 2238 h 44634"/>
                <a:gd name="connsiteX39" fmla="*/ 24207 w 54196"/>
                <a:gd name="connsiteY39" fmla="*/ 1919 h 44634"/>
                <a:gd name="connsiteX40" fmla="*/ 24141 w 54196"/>
                <a:gd name="connsiteY40" fmla="*/ 1744 h 44634"/>
                <a:gd name="connsiteX41" fmla="*/ 24133 w 54196"/>
                <a:gd name="connsiteY41" fmla="*/ 1744 h 44634"/>
                <a:gd name="connsiteX42" fmla="*/ 24009 w 54196"/>
                <a:gd name="connsiteY42" fmla="*/ 1250 h 44634"/>
                <a:gd name="connsiteX43" fmla="*/ 23960 w 54196"/>
                <a:gd name="connsiteY43" fmla="*/ 708 h 44634"/>
                <a:gd name="connsiteX44" fmla="*/ 22370 w 54196"/>
                <a:gd name="connsiteY44" fmla="*/ 708 h 44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54196" h="44634">
                  <a:moveTo>
                    <a:pt x="853" y="708"/>
                  </a:moveTo>
                  <a:cubicBezTo>
                    <a:pt x="853" y="708"/>
                    <a:pt x="51" y="708"/>
                    <a:pt x="55" y="7084"/>
                  </a:cubicBezTo>
                  <a:lnTo>
                    <a:pt x="55" y="45342"/>
                  </a:lnTo>
                  <a:lnTo>
                    <a:pt x="1644" y="45342"/>
                  </a:lnTo>
                  <a:lnTo>
                    <a:pt x="1644" y="8439"/>
                  </a:lnTo>
                  <a:cubicBezTo>
                    <a:pt x="1641" y="2302"/>
                    <a:pt x="2403" y="2302"/>
                    <a:pt x="2403" y="2302"/>
                  </a:cubicBezTo>
                  <a:lnTo>
                    <a:pt x="22643" y="2302"/>
                  </a:lnTo>
                  <a:cubicBezTo>
                    <a:pt x="23317" y="4215"/>
                    <a:pt x="25123" y="5490"/>
                    <a:pt x="27148" y="5490"/>
                  </a:cubicBezTo>
                  <a:cubicBezTo>
                    <a:pt x="29177" y="5490"/>
                    <a:pt x="30987" y="4215"/>
                    <a:pt x="31662" y="2302"/>
                  </a:cubicBezTo>
                  <a:lnTo>
                    <a:pt x="51911" y="2302"/>
                  </a:lnTo>
                  <a:cubicBezTo>
                    <a:pt x="51911" y="2302"/>
                    <a:pt x="52657" y="2302"/>
                    <a:pt x="52660" y="8439"/>
                  </a:cubicBezTo>
                  <a:lnTo>
                    <a:pt x="52660" y="45342"/>
                  </a:lnTo>
                  <a:lnTo>
                    <a:pt x="54251" y="45342"/>
                  </a:lnTo>
                  <a:lnTo>
                    <a:pt x="54251" y="7084"/>
                  </a:lnTo>
                  <a:cubicBezTo>
                    <a:pt x="54246" y="708"/>
                    <a:pt x="53452" y="708"/>
                    <a:pt x="53452" y="708"/>
                  </a:cubicBezTo>
                  <a:lnTo>
                    <a:pt x="31935" y="708"/>
                  </a:lnTo>
                  <a:lnTo>
                    <a:pt x="30344" y="708"/>
                  </a:lnTo>
                  <a:cubicBezTo>
                    <a:pt x="30346" y="740"/>
                    <a:pt x="30346" y="788"/>
                    <a:pt x="30344" y="819"/>
                  </a:cubicBezTo>
                  <a:cubicBezTo>
                    <a:pt x="30343" y="835"/>
                    <a:pt x="30339" y="851"/>
                    <a:pt x="30336" y="867"/>
                  </a:cubicBezTo>
                  <a:cubicBezTo>
                    <a:pt x="30336" y="899"/>
                    <a:pt x="30336" y="915"/>
                    <a:pt x="30336" y="947"/>
                  </a:cubicBezTo>
                  <a:cubicBezTo>
                    <a:pt x="30336" y="947"/>
                    <a:pt x="30336" y="963"/>
                    <a:pt x="30336" y="963"/>
                  </a:cubicBezTo>
                  <a:cubicBezTo>
                    <a:pt x="30328" y="1043"/>
                    <a:pt x="30317" y="1122"/>
                    <a:pt x="30304" y="1202"/>
                  </a:cubicBezTo>
                  <a:cubicBezTo>
                    <a:pt x="30304" y="1202"/>
                    <a:pt x="30304" y="1218"/>
                    <a:pt x="30304" y="1234"/>
                  </a:cubicBezTo>
                  <a:cubicBezTo>
                    <a:pt x="30293" y="1282"/>
                    <a:pt x="30282" y="1330"/>
                    <a:pt x="30271" y="1377"/>
                  </a:cubicBezTo>
                  <a:cubicBezTo>
                    <a:pt x="30263" y="1409"/>
                    <a:pt x="30255" y="1441"/>
                    <a:pt x="30245" y="1489"/>
                  </a:cubicBezTo>
                  <a:cubicBezTo>
                    <a:pt x="30236" y="1521"/>
                    <a:pt x="30225" y="1569"/>
                    <a:pt x="30213" y="1616"/>
                  </a:cubicBezTo>
                  <a:cubicBezTo>
                    <a:pt x="30207" y="1633"/>
                    <a:pt x="30202" y="1648"/>
                    <a:pt x="30196" y="1664"/>
                  </a:cubicBezTo>
                  <a:cubicBezTo>
                    <a:pt x="30194" y="1664"/>
                    <a:pt x="30191" y="1664"/>
                    <a:pt x="30188" y="1680"/>
                  </a:cubicBezTo>
                  <a:cubicBezTo>
                    <a:pt x="30183" y="1696"/>
                    <a:pt x="30177" y="1712"/>
                    <a:pt x="30172" y="1744"/>
                  </a:cubicBezTo>
                  <a:cubicBezTo>
                    <a:pt x="30159" y="1776"/>
                    <a:pt x="30145" y="1824"/>
                    <a:pt x="30130" y="1856"/>
                  </a:cubicBezTo>
                  <a:cubicBezTo>
                    <a:pt x="30115" y="1887"/>
                    <a:pt x="30099" y="1935"/>
                    <a:pt x="30081" y="1967"/>
                  </a:cubicBezTo>
                  <a:cubicBezTo>
                    <a:pt x="30078" y="1983"/>
                    <a:pt x="30076" y="1983"/>
                    <a:pt x="30073" y="1983"/>
                  </a:cubicBezTo>
                  <a:cubicBezTo>
                    <a:pt x="30059" y="2015"/>
                    <a:pt x="30046" y="2047"/>
                    <a:pt x="30032" y="2079"/>
                  </a:cubicBezTo>
                  <a:cubicBezTo>
                    <a:pt x="30013" y="2111"/>
                    <a:pt x="29993" y="2158"/>
                    <a:pt x="29974" y="2191"/>
                  </a:cubicBezTo>
                  <a:cubicBezTo>
                    <a:pt x="29968" y="2206"/>
                    <a:pt x="29963" y="2206"/>
                    <a:pt x="29957" y="2222"/>
                  </a:cubicBezTo>
                  <a:cubicBezTo>
                    <a:pt x="29944" y="2238"/>
                    <a:pt x="29930" y="2270"/>
                    <a:pt x="29917" y="2302"/>
                  </a:cubicBezTo>
                  <a:cubicBezTo>
                    <a:pt x="29345" y="3290"/>
                    <a:pt x="28289" y="3896"/>
                    <a:pt x="27148" y="3896"/>
                  </a:cubicBezTo>
                  <a:cubicBezTo>
                    <a:pt x="26011" y="3896"/>
                    <a:pt x="24959" y="3290"/>
                    <a:pt x="24389" y="2302"/>
                  </a:cubicBezTo>
                  <a:cubicBezTo>
                    <a:pt x="24377" y="2286"/>
                    <a:pt x="24366" y="2254"/>
                    <a:pt x="24355" y="2238"/>
                  </a:cubicBezTo>
                  <a:cubicBezTo>
                    <a:pt x="24301" y="2143"/>
                    <a:pt x="24251" y="2031"/>
                    <a:pt x="24207" y="1919"/>
                  </a:cubicBezTo>
                  <a:cubicBezTo>
                    <a:pt x="24184" y="1872"/>
                    <a:pt x="24162" y="1808"/>
                    <a:pt x="24141" y="1744"/>
                  </a:cubicBezTo>
                  <a:cubicBezTo>
                    <a:pt x="24138" y="1744"/>
                    <a:pt x="24137" y="1744"/>
                    <a:pt x="24133" y="1744"/>
                  </a:cubicBezTo>
                  <a:cubicBezTo>
                    <a:pt x="24079" y="1585"/>
                    <a:pt x="24038" y="1425"/>
                    <a:pt x="24009" y="1250"/>
                  </a:cubicBezTo>
                  <a:cubicBezTo>
                    <a:pt x="23977" y="1075"/>
                    <a:pt x="23961" y="883"/>
                    <a:pt x="23960" y="708"/>
                  </a:cubicBezTo>
                  <a:lnTo>
                    <a:pt x="22370" y="708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0" name="フリーフォーム: 図形 49">
              <a:extLst>
                <a:ext uri="{FF2B5EF4-FFF2-40B4-BE49-F238E27FC236}">
                  <a16:creationId xmlns:a16="http://schemas.microsoft.com/office/drawing/2014/main" id="{C6EFFC3C-DD00-7198-F0D5-B656F14D6A87}"/>
                </a:ext>
              </a:extLst>
            </p:cNvPr>
            <p:cNvSpPr/>
            <p:nvPr/>
          </p:nvSpPr>
          <p:spPr>
            <a:xfrm>
              <a:off x="2850637" y="4015322"/>
              <a:ext cx="52607" cy="12752"/>
            </a:xfrm>
            <a:custGeom>
              <a:avLst/>
              <a:gdLst>
                <a:gd name="connsiteX0" fmla="*/ 4041 w 52607"/>
                <a:gd name="connsiteY0" fmla="*/ 701 h 12752"/>
                <a:gd name="connsiteX1" fmla="*/ 4041 w 52607"/>
                <a:gd name="connsiteY1" fmla="*/ 3890 h 12752"/>
                <a:gd name="connsiteX2" fmla="*/ 2847 w 52607"/>
                <a:gd name="connsiteY2" fmla="*/ 3890 h 12752"/>
                <a:gd name="connsiteX3" fmla="*/ 2452 w 52607"/>
                <a:gd name="connsiteY3" fmla="*/ 5468 h 12752"/>
                <a:gd name="connsiteX4" fmla="*/ 3251 w 52607"/>
                <a:gd name="connsiteY4" fmla="*/ 7078 h 12752"/>
                <a:gd name="connsiteX5" fmla="*/ 3251 w 52607"/>
                <a:gd name="connsiteY5" fmla="*/ 10266 h 12752"/>
                <a:gd name="connsiteX6" fmla="*/ 55 w 52607"/>
                <a:gd name="connsiteY6" fmla="*/ 10266 h 12752"/>
                <a:gd name="connsiteX7" fmla="*/ 55 w 52607"/>
                <a:gd name="connsiteY7" fmla="*/ 12641 h 12752"/>
                <a:gd name="connsiteX8" fmla="*/ 853 w 52607"/>
                <a:gd name="connsiteY8" fmla="*/ 13454 h 12752"/>
                <a:gd name="connsiteX9" fmla="*/ 4850 w 52607"/>
                <a:gd name="connsiteY9" fmla="*/ 13454 h 12752"/>
                <a:gd name="connsiteX10" fmla="*/ 6431 w 52607"/>
                <a:gd name="connsiteY10" fmla="*/ 2279 h 12752"/>
                <a:gd name="connsiteX11" fmla="*/ 6957 w 52607"/>
                <a:gd name="connsiteY11" fmla="*/ 2279 h 12752"/>
                <a:gd name="connsiteX12" fmla="*/ 10426 w 52607"/>
                <a:gd name="connsiteY12" fmla="*/ 2279 h 12752"/>
                <a:gd name="connsiteX13" fmla="*/ 10953 w 52607"/>
                <a:gd name="connsiteY13" fmla="*/ 2279 h 12752"/>
                <a:gd name="connsiteX14" fmla="*/ 14134 w 52607"/>
                <a:gd name="connsiteY14" fmla="*/ 11844 h 12752"/>
                <a:gd name="connsiteX15" fmla="*/ 38657 w 52607"/>
                <a:gd name="connsiteY15" fmla="*/ 11844 h 12752"/>
                <a:gd name="connsiteX16" fmla="*/ 41836 w 52607"/>
                <a:gd name="connsiteY16" fmla="*/ 2279 h 12752"/>
                <a:gd name="connsiteX17" fmla="*/ 42298 w 52607"/>
                <a:gd name="connsiteY17" fmla="*/ 2279 h 12752"/>
                <a:gd name="connsiteX18" fmla="*/ 45832 w 52607"/>
                <a:gd name="connsiteY18" fmla="*/ 2279 h 12752"/>
                <a:gd name="connsiteX19" fmla="*/ 46293 w 52607"/>
                <a:gd name="connsiteY19" fmla="*/ 2279 h 12752"/>
                <a:gd name="connsiteX20" fmla="*/ 47874 w 52607"/>
                <a:gd name="connsiteY20" fmla="*/ 13454 h 12752"/>
                <a:gd name="connsiteX21" fmla="*/ 51861 w 52607"/>
                <a:gd name="connsiteY21" fmla="*/ 13454 h 12752"/>
                <a:gd name="connsiteX22" fmla="*/ 52661 w 52607"/>
                <a:gd name="connsiteY22" fmla="*/ 12641 h 12752"/>
                <a:gd name="connsiteX23" fmla="*/ 52661 w 52607"/>
                <a:gd name="connsiteY23" fmla="*/ 12561 h 12752"/>
                <a:gd name="connsiteX24" fmla="*/ 52661 w 52607"/>
                <a:gd name="connsiteY24" fmla="*/ 10266 h 12752"/>
                <a:gd name="connsiteX25" fmla="*/ 49473 w 52607"/>
                <a:gd name="connsiteY25" fmla="*/ 10266 h 12752"/>
                <a:gd name="connsiteX26" fmla="*/ 49473 w 52607"/>
                <a:gd name="connsiteY26" fmla="*/ 7078 h 12752"/>
                <a:gd name="connsiteX27" fmla="*/ 50272 w 52607"/>
                <a:gd name="connsiteY27" fmla="*/ 5468 h 12752"/>
                <a:gd name="connsiteX28" fmla="*/ 49877 w 52607"/>
                <a:gd name="connsiteY28" fmla="*/ 3890 h 12752"/>
                <a:gd name="connsiteX29" fmla="*/ 48683 w 52607"/>
                <a:gd name="connsiteY29" fmla="*/ 3890 h 12752"/>
                <a:gd name="connsiteX30" fmla="*/ 48683 w 52607"/>
                <a:gd name="connsiteY30" fmla="*/ 701 h 12752"/>
                <a:gd name="connsiteX31" fmla="*/ 40707 w 52607"/>
                <a:gd name="connsiteY31" fmla="*/ 701 h 12752"/>
                <a:gd name="connsiteX32" fmla="*/ 37519 w 52607"/>
                <a:gd name="connsiteY32" fmla="*/ 10266 h 12752"/>
                <a:gd name="connsiteX33" fmla="*/ 15203 w 52607"/>
                <a:gd name="connsiteY33" fmla="*/ 10266 h 12752"/>
                <a:gd name="connsiteX34" fmla="*/ 12015 w 52607"/>
                <a:gd name="connsiteY34" fmla="*/ 701 h 12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2607" h="12752">
                  <a:moveTo>
                    <a:pt x="4041" y="701"/>
                  </a:moveTo>
                  <a:lnTo>
                    <a:pt x="4041" y="3890"/>
                  </a:lnTo>
                  <a:lnTo>
                    <a:pt x="2847" y="3890"/>
                  </a:lnTo>
                  <a:lnTo>
                    <a:pt x="2452" y="5468"/>
                  </a:lnTo>
                  <a:lnTo>
                    <a:pt x="3251" y="7078"/>
                  </a:lnTo>
                  <a:lnTo>
                    <a:pt x="3251" y="10266"/>
                  </a:lnTo>
                  <a:lnTo>
                    <a:pt x="55" y="10266"/>
                  </a:lnTo>
                  <a:lnTo>
                    <a:pt x="55" y="12641"/>
                  </a:lnTo>
                  <a:cubicBezTo>
                    <a:pt x="55" y="13088"/>
                    <a:pt x="412" y="13454"/>
                    <a:pt x="853" y="13454"/>
                  </a:cubicBezTo>
                  <a:lnTo>
                    <a:pt x="4850" y="13454"/>
                  </a:lnTo>
                  <a:lnTo>
                    <a:pt x="6431" y="2279"/>
                  </a:lnTo>
                  <a:lnTo>
                    <a:pt x="6957" y="2279"/>
                  </a:lnTo>
                  <a:lnTo>
                    <a:pt x="10426" y="2279"/>
                  </a:lnTo>
                  <a:lnTo>
                    <a:pt x="10953" y="2279"/>
                  </a:lnTo>
                  <a:lnTo>
                    <a:pt x="14134" y="11844"/>
                  </a:lnTo>
                  <a:lnTo>
                    <a:pt x="38657" y="11844"/>
                  </a:lnTo>
                  <a:lnTo>
                    <a:pt x="41836" y="2279"/>
                  </a:lnTo>
                  <a:lnTo>
                    <a:pt x="42298" y="2279"/>
                  </a:lnTo>
                  <a:lnTo>
                    <a:pt x="45832" y="2279"/>
                  </a:lnTo>
                  <a:lnTo>
                    <a:pt x="46293" y="2279"/>
                  </a:lnTo>
                  <a:lnTo>
                    <a:pt x="47874" y="13454"/>
                  </a:lnTo>
                  <a:lnTo>
                    <a:pt x="51861" y="13454"/>
                  </a:lnTo>
                  <a:cubicBezTo>
                    <a:pt x="52303" y="13454"/>
                    <a:pt x="52661" y="13088"/>
                    <a:pt x="52661" y="12641"/>
                  </a:cubicBezTo>
                  <a:cubicBezTo>
                    <a:pt x="52661" y="12625"/>
                    <a:pt x="52663" y="12593"/>
                    <a:pt x="52661" y="12561"/>
                  </a:cubicBezTo>
                  <a:lnTo>
                    <a:pt x="52661" y="10266"/>
                  </a:lnTo>
                  <a:lnTo>
                    <a:pt x="49473" y="10266"/>
                  </a:lnTo>
                  <a:lnTo>
                    <a:pt x="49473" y="7078"/>
                  </a:lnTo>
                  <a:lnTo>
                    <a:pt x="50272" y="5468"/>
                  </a:lnTo>
                  <a:lnTo>
                    <a:pt x="49877" y="3890"/>
                  </a:lnTo>
                  <a:lnTo>
                    <a:pt x="48683" y="3890"/>
                  </a:lnTo>
                  <a:lnTo>
                    <a:pt x="48683" y="701"/>
                  </a:lnTo>
                  <a:lnTo>
                    <a:pt x="40707" y="701"/>
                  </a:lnTo>
                  <a:lnTo>
                    <a:pt x="37519" y="10266"/>
                  </a:lnTo>
                  <a:lnTo>
                    <a:pt x="15203" y="10266"/>
                  </a:lnTo>
                  <a:lnTo>
                    <a:pt x="12015" y="701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1" name="フリーフォーム: 図形 50">
              <a:extLst>
                <a:ext uri="{FF2B5EF4-FFF2-40B4-BE49-F238E27FC236}">
                  <a16:creationId xmlns:a16="http://schemas.microsoft.com/office/drawing/2014/main" id="{678B3CB8-6D56-CACD-ABFE-631FEABCC5BA}"/>
                </a:ext>
              </a:extLst>
            </p:cNvPr>
            <p:cNvSpPr/>
            <p:nvPr/>
          </p:nvSpPr>
          <p:spPr>
            <a:xfrm>
              <a:off x="2854624" y="3966735"/>
              <a:ext cx="44641" cy="11142"/>
            </a:xfrm>
            <a:custGeom>
              <a:avLst/>
              <a:gdLst>
                <a:gd name="connsiteX0" fmla="*/ 10147 w 44641"/>
                <a:gd name="connsiteY0" fmla="*/ 693 h 11142"/>
                <a:gd name="connsiteX1" fmla="*/ 6967 w 44641"/>
                <a:gd name="connsiteY1" fmla="*/ 10257 h 11142"/>
                <a:gd name="connsiteX2" fmla="*/ 6439 w 44641"/>
                <a:gd name="connsiteY2" fmla="*/ 10257 h 11142"/>
                <a:gd name="connsiteX3" fmla="*/ 4709 w 44641"/>
                <a:gd name="connsiteY3" fmla="*/ 10257 h 11142"/>
                <a:gd name="connsiteX4" fmla="*/ 2444 w 44641"/>
                <a:gd name="connsiteY4" fmla="*/ 10257 h 11142"/>
                <a:gd name="connsiteX5" fmla="*/ 55 w 44641"/>
                <a:gd name="connsiteY5" fmla="*/ 10257 h 11142"/>
                <a:gd name="connsiteX6" fmla="*/ 55 w 44641"/>
                <a:gd name="connsiteY6" fmla="*/ 11835 h 11142"/>
                <a:gd name="connsiteX7" fmla="*/ 8028 w 44641"/>
                <a:gd name="connsiteY7" fmla="*/ 11835 h 11142"/>
                <a:gd name="connsiteX8" fmla="*/ 11216 w 44641"/>
                <a:gd name="connsiteY8" fmla="*/ 2271 h 11142"/>
                <a:gd name="connsiteX9" fmla="*/ 33532 w 44641"/>
                <a:gd name="connsiteY9" fmla="*/ 2271 h 11142"/>
                <a:gd name="connsiteX10" fmla="*/ 36720 w 44641"/>
                <a:gd name="connsiteY10" fmla="*/ 11835 h 11142"/>
                <a:gd name="connsiteX11" fmla="*/ 44696 w 44641"/>
                <a:gd name="connsiteY11" fmla="*/ 11835 h 11142"/>
                <a:gd name="connsiteX12" fmla="*/ 44696 w 44641"/>
                <a:gd name="connsiteY12" fmla="*/ 10257 h 11142"/>
                <a:gd name="connsiteX13" fmla="*/ 42306 w 44641"/>
                <a:gd name="connsiteY13" fmla="*/ 10257 h 11142"/>
                <a:gd name="connsiteX14" fmla="*/ 41845 w 44641"/>
                <a:gd name="connsiteY14" fmla="*/ 10257 h 11142"/>
                <a:gd name="connsiteX15" fmla="*/ 38311 w 44641"/>
                <a:gd name="connsiteY15" fmla="*/ 10257 h 11142"/>
                <a:gd name="connsiteX16" fmla="*/ 37849 w 44641"/>
                <a:gd name="connsiteY16" fmla="*/ 10257 h 11142"/>
                <a:gd name="connsiteX17" fmla="*/ 34670 w 44641"/>
                <a:gd name="connsiteY17" fmla="*/ 693 h 1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641" h="11142">
                  <a:moveTo>
                    <a:pt x="10147" y="693"/>
                  </a:moveTo>
                  <a:lnTo>
                    <a:pt x="6967" y="10257"/>
                  </a:lnTo>
                  <a:lnTo>
                    <a:pt x="6439" y="10257"/>
                  </a:lnTo>
                  <a:lnTo>
                    <a:pt x="4709" y="10257"/>
                  </a:lnTo>
                  <a:lnTo>
                    <a:pt x="2444" y="10257"/>
                  </a:lnTo>
                  <a:lnTo>
                    <a:pt x="55" y="10257"/>
                  </a:lnTo>
                  <a:lnTo>
                    <a:pt x="55" y="11835"/>
                  </a:lnTo>
                  <a:lnTo>
                    <a:pt x="8028" y="11835"/>
                  </a:lnTo>
                  <a:lnTo>
                    <a:pt x="11216" y="2271"/>
                  </a:lnTo>
                  <a:lnTo>
                    <a:pt x="33532" y="2271"/>
                  </a:lnTo>
                  <a:lnTo>
                    <a:pt x="36720" y="11835"/>
                  </a:lnTo>
                  <a:lnTo>
                    <a:pt x="44696" y="11835"/>
                  </a:lnTo>
                  <a:lnTo>
                    <a:pt x="44696" y="10257"/>
                  </a:lnTo>
                  <a:lnTo>
                    <a:pt x="42306" y="10257"/>
                  </a:lnTo>
                  <a:lnTo>
                    <a:pt x="41845" y="10257"/>
                  </a:lnTo>
                  <a:lnTo>
                    <a:pt x="38311" y="10257"/>
                  </a:lnTo>
                  <a:lnTo>
                    <a:pt x="37849" y="10257"/>
                  </a:lnTo>
                  <a:lnTo>
                    <a:pt x="34670" y="693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2" name="フリーフォーム: 図形 51">
              <a:extLst>
                <a:ext uri="{FF2B5EF4-FFF2-40B4-BE49-F238E27FC236}">
                  <a16:creationId xmlns:a16="http://schemas.microsoft.com/office/drawing/2014/main" id="{E65F96C8-9BE4-8AC5-F55A-2D66E25BE484}"/>
                </a:ext>
              </a:extLst>
            </p:cNvPr>
            <p:cNvSpPr/>
            <p:nvPr/>
          </p:nvSpPr>
          <p:spPr>
            <a:xfrm>
              <a:off x="2864191" y="3987824"/>
              <a:ext cx="25505" cy="17535"/>
            </a:xfrm>
            <a:custGeom>
              <a:avLst/>
              <a:gdLst>
                <a:gd name="connsiteX0" fmla="*/ 17590 w 25505"/>
                <a:gd name="connsiteY0" fmla="*/ 697 h 17535"/>
                <a:gd name="connsiteX1" fmla="*/ 25560 w 25505"/>
                <a:gd name="connsiteY1" fmla="*/ 8667 h 17535"/>
                <a:gd name="connsiteX2" fmla="*/ 25560 w 25505"/>
                <a:gd name="connsiteY2" fmla="*/ 10262 h 17535"/>
                <a:gd name="connsiteX3" fmla="*/ 17590 w 25505"/>
                <a:gd name="connsiteY3" fmla="*/ 18232 h 17535"/>
                <a:gd name="connsiteX4" fmla="*/ 8025 w 25505"/>
                <a:gd name="connsiteY4" fmla="*/ 18232 h 17535"/>
                <a:gd name="connsiteX5" fmla="*/ 55 w 25505"/>
                <a:gd name="connsiteY5" fmla="*/ 10262 h 17535"/>
                <a:gd name="connsiteX6" fmla="*/ 55 w 25505"/>
                <a:gd name="connsiteY6" fmla="*/ 8667 h 17535"/>
                <a:gd name="connsiteX7" fmla="*/ 8025 w 25505"/>
                <a:gd name="connsiteY7" fmla="*/ 697 h 17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505" h="17535">
                  <a:moveTo>
                    <a:pt x="17590" y="697"/>
                  </a:moveTo>
                  <a:cubicBezTo>
                    <a:pt x="21992" y="697"/>
                    <a:pt x="25560" y="4265"/>
                    <a:pt x="25560" y="8667"/>
                  </a:cubicBezTo>
                  <a:lnTo>
                    <a:pt x="25560" y="10262"/>
                  </a:lnTo>
                  <a:cubicBezTo>
                    <a:pt x="25560" y="14663"/>
                    <a:pt x="21992" y="18232"/>
                    <a:pt x="17590" y="18232"/>
                  </a:cubicBezTo>
                  <a:lnTo>
                    <a:pt x="8025" y="18232"/>
                  </a:lnTo>
                  <a:cubicBezTo>
                    <a:pt x="3623" y="18232"/>
                    <a:pt x="55" y="14663"/>
                    <a:pt x="55" y="10262"/>
                  </a:cubicBezTo>
                  <a:lnTo>
                    <a:pt x="55" y="8667"/>
                  </a:lnTo>
                  <a:cubicBezTo>
                    <a:pt x="55" y="4265"/>
                    <a:pt x="3623" y="697"/>
                    <a:pt x="8025" y="697"/>
                  </a:cubicBez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3" name="フリーフォーム: 図形 52">
              <a:extLst>
                <a:ext uri="{FF2B5EF4-FFF2-40B4-BE49-F238E27FC236}">
                  <a16:creationId xmlns:a16="http://schemas.microsoft.com/office/drawing/2014/main" id="{5687CA00-824F-FA76-60FA-BF323B86008F}"/>
                </a:ext>
              </a:extLst>
            </p:cNvPr>
            <p:cNvSpPr/>
            <p:nvPr/>
          </p:nvSpPr>
          <p:spPr>
            <a:xfrm>
              <a:off x="2876141" y="4092604"/>
              <a:ext cx="1598" cy="45431"/>
            </a:xfrm>
            <a:custGeom>
              <a:avLst/>
              <a:gdLst>
                <a:gd name="connsiteX0" fmla="*/ 853 w 1598"/>
                <a:gd name="connsiteY0" fmla="*/ 718 h 45431"/>
                <a:gd name="connsiteX1" fmla="*/ 450 w 1598"/>
                <a:gd name="connsiteY1" fmla="*/ 5500 h 45431"/>
                <a:gd name="connsiteX2" fmla="*/ 450 w 1598"/>
                <a:gd name="connsiteY2" fmla="*/ 45353 h 45431"/>
                <a:gd name="connsiteX3" fmla="*/ 55 w 1598"/>
                <a:gd name="connsiteY3" fmla="*/ 45353 h 45431"/>
                <a:gd name="connsiteX4" fmla="*/ 55 w 1598"/>
                <a:gd name="connsiteY4" fmla="*/ 46149 h 45431"/>
                <a:gd name="connsiteX5" fmla="*/ 1654 w 1598"/>
                <a:gd name="connsiteY5" fmla="*/ 46149 h 45431"/>
                <a:gd name="connsiteX6" fmla="*/ 1654 w 1598"/>
                <a:gd name="connsiteY6" fmla="*/ 45353 h 45431"/>
                <a:gd name="connsiteX7" fmla="*/ 1249 w 1598"/>
                <a:gd name="connsiteY7" fmla="*/ 45353 h 45431"/>
                <a:gd name="connsiteX8" fmla="*/ 1249 w 1598"/>
                <a:gd name="connsiteY8" fmla="*/ 5500 h 45431"/>
                <a:gd name="connsiteX9" fmla="*/ 853 w 1598"/>
                <a:gd name="connsiteY9" fmla="*/ 718 h 45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98" h="45431">
                  <a:moveTo>
                    <a:pt x="853" y="718"/>
                  </a:moveTo>
                  <a:cubicBezTo>
                    <a:pt x="455" y="3109"/>
                    <a:pt x="450" y="5500"/>
                    <a:pt x="450" y="5500"/>
                  </a:cubicBezTo>
                  <a:lnTo>
                    <a:pt x="450" y="45353"/>
                  </a:lnTo>
                  <a:lnTo>
                    <a:pt x="55" y="45353"/>
                  </a:lnTo>
                  <a:lnTo>
                    <a:pt x="55" y="46149"/>
                  </a:lnTo>
                  <a:lnTo>
                    <a:pt x="1654" y="46149"/>
                  </a:lnTo>
                  <a:lnTo>
                    <a:pt x="1654" y="45353"/>
                  </a:lnTo>
                  <a:lnTo>
                    <a:pt x="1249" y="45353"/>
                  </a:lnTo>
                  <a:lnTo>
                    <a:pt x="1249" y="5500"/>
                  </a:lnTo>
                  <a:cubicBezTo>
                    <a:pt x="1249" y="5500"/>
                    <a:pt x="1252" y="3109"/>
                    <a:pt x="853" y="718"/>
                  </a:cubicBez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grpSp>
        <p:nvGrpSpPr>
          <p:cNvPr id="54" name="グラフィックス 4">
            <a:extLst>
              <a:ext uri="{FF2B5EF4-FFF2-40B4-BE49-F238E27FC236}">
                <a16:creationId xmlns:a16="http://schemas.microsoft.com/office/drawing/2014/main" id="{384C5154-7D55-06C0-17C3-B500380AF938}"/>
              </a:ext>
            </a:extLst>
          </p:cNvPr>
          <p:cNvGrpSpPr/>
          <p:nvPr/>
        </p:nvGrpSpPr>
        <p:grpSpPr>
          <a:xfrm>
            <a:off x="2667522" y="4096006"/>
            <a:ext cx="54196" cy="84519"/>
            <a:chOff x="2667522" y="4096006"/>
            <a:chExt cx="54196" cy="84519"/>
          </a:xfrm>
        </p:grpSpPr>
        <p:sp>
          <p:nvSpPr>
            <p:cNvPr id="55" name="フリーフォーム: 図形 54">
              <a:extLst>
                <a:ext uri="{FF2B5EF4-FFF2-40B4-BE49-F238E27FC236}">
                  <a16:creationId xmlns:a16="http://schemas.microsoft.com/office/drawing/2014/main" id="{223BC1E4-62FA-573C-F75D-57593517A9B1}"/>
                </a:ext>
              </a:extLst>
            </p:cNvPr>
            <p:cNvSpPr/>
            <p:nvPr/>
          </p:nvSpPr>
          <p:spPr>
            <a:xfrm>
              <a:off x="2693820" y="4096006"/>
              <a:ext cx="1598" cy="45431"/>
            </a:xfrm>
            <a:custGeom>
              <a:avLst/>
              <a:gdLst>
                <a:gd name="connsiteX0" fmla="*/ 822 w 1598"/>
                <a:gd name="connsiteY0" fmla="*/ 814 h 45431"/>
                <a:gd name="connsiteX1" fmla="*/ 418 w 1598"/>
                <a:gd name="connsiteY1" fmla="*/ 5612 h 45431"/>
                <a:gd name="connsiteX2" fmla="*/ 418 w 1598"/>
                <a:gd name="connsiteY2" fmla="*/ 45465 h 45431"/>
                <a:gd name="connsiteX3" fmla="*/ 23 w 1598"/>
                <a:gd name="connsiteY3" fmla="*/ 45465 h 45431"/>
                <a:gd name="connsiteX4" fmla="*/ 23 w 1598"/>
                <a:gd name="connsiteY4" fmla="*/ 46246 h 45431"/>
                <a:gd name="connsiteX5" fmla="*/ 1622 w 1598"/>
                <a:gd name="connsiteY5" fmla="*/ 46246 h 45431"/>
                <a:gd name="connsiteX6" fmla="*/ 1622 w 1598"/>
                <a:gd name="connsiteY6" fmla="*/ 45465 h 45431"/>
                <a:gd name="connsiteX7" fmla="*/ 1219 w 1598"/>
                <a:gd name="connsiteY7" fmla="*/ 45465 h 45431"/>
                <a:gd name="connsiteX8" fmla="*/ 1219 w 1598"/>
                <a:gd name="connsiteY8" fmla="*/ 5612 h 45431"/>
                <a:gd name="connsiteX9" fmla="*/ 822 w 1598"/>
                <a:gd name="connsiteY9" fmla="*/ 814 h 45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98" h="45431">
                  <a:moveTo>
                    <a:pt x="822" y="814"/>
                  </a:moveTo>
                  <a:cubicBezTo>
                    <a:pt x="423" y="3205"/>
                    <a:pt x="418" y="5612"/>
                    <a:pt x="418" y="5612"/>
                  </a:cubicBezTo>
                  <a:lnTo>
                    <a:pt x="418" y="45465"/>
                  </a:lnTo>
                  <a:lnTo>
                    <a:pt x="23" y="45465"/>
                  </a:lnTo>
                  <a:lnTo>
                    <a:pt x="23" y="46246"/>
                  </a:lnTo>
                  <a:lnTo>
                    <a:pt x="1622" y="46246"/>
                  </a:lnTo>
                  <a:lnTo>
                    <a:pt x="1622" y="45465"/>
                  </a:lnTo>
                  <a:lnTo>
                    <a:pt x="1219" y="45465"/>
                  </a:lnTo>
                  <a:lnTo>
                    <a:pt x="1219" y="5612"/>
                  </a:lnTo>
                  <a:cubicBezTo>
                    <a:pt x="1219" y="5612"/>
                    <a:pt x="1220" y="3205"/>
                    <a:pt x="822" y="814"/>
                  </a:cubicBezTo>
                  <a:close/>
                </a:path>
              </a:pathLst>
            </a:custGeom>
            <a:solidFill>
              <a:srgbClr val="000000"/>
            </a:solidFill>
            <a:ln w="797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6" name="フリーフォーム: 図形 55">
              <a:extLst>
                <a:ext uri="{FF2B5EF4-FFF2-40B4-BE49-F238E27FC236}">
                  <a16:creationId xmlns:a16="http://schemas.microsoft.com/office/drawing/2014/main" id="{A223D809-5D76-C9D5-281C-1DEABFF3C23F}"/>
                </a:ext>
              </a:extLst>
            </p:cNvPr>
            <p:cNvSpPr/>
            <p:nvPr/>
          </p:nvSpPr>
          <p:spPr>
            <a:xfrm>
              <a:off x="2672303" y="4111979"/>
              <a:ext cx="44641" cy="11158"/>
            </a:xfrm>
            <a:custGeom>
              <a:avLst/>
              <a:gdLst>
                <a:gd name="connsiteX0" fmla="*/ 10115 w 44641"/>
                <a:gd name="connsiteY0" fmla="*/ 814 h 11158"/>
                <a:gd name="connsiteX1" fmla="*/ 6935 w 44641"/>
                <a:gd name="connsiteY1" fmla="*/ 10378 h 11158"/>
                <a:gd name="connsiteX2" fmla="*/ 6407 w 44641"/>
                <a:gd name="connsiteY2" fmla="*/ 10378 h 11158"/>
                <a:gd name="connsiteX3" fmla="*/ 4678 w 44641"/>
                <a:gd name="connsiteY3" fmla="*/ 10378 h 11158"/>
                <a:gd name="connsiteX4" fmla="*/ 2412 w 44641"/>
                <a:gd name="connsiteY4" fmla="*/ 10378 h 11158"/>
                <a:gd name="connsiteX5" fmla="*/ 23 w 44641"/>
                <a:gd name="connsiteY5" fmla="*/ 10378 h 11158"/>
                <a:gd name="connsiteX6" fmla="*/ 23 w 44641"/>
                <a:gd name="connsiteY6" fmla="*/ 11972 h 11158"/>
                <a:gd name="connsiteX7" fmla="*/ 7998 w 44641"/>
                <a:gd name="connsiteY7" fmla="*/ 11972 h 11158"/>
                <a:gd name="connsiteX8" fmla="*/ 36690 w 44641"/>
                <a:gd name="connsiteY8" fmla="*/ 11972 h 11158"/>
                <a:gd name="connsiteX9" fmla="*/ 44664 w 44641"/>
                <a:gd name="connsiteY9" fmla="*/ 11972 h 11158"/>
                <a:gd name="connsiteX10" fmla="*/ 44664 w 44641"/>
                <a:gd name="connsiteY10" fmla="*/ 10378 h 11158"/>
                <a:gd name="connsiteX11" fmla="*/ 42274 w 44641"/>
                <a:gd name="connsiteY11" fmla="*/ 10378 h 11158"/>
                <a:gd name="connsiteX12" fmla="*/ 41814 w 44641"/>
                <a:gd name="connsiteY12" fmla="*/ 10378 h 11158"/>
                <a:gd name="connsiteX13" fmla="*/ 38280 w 44641"/>
                <a:gd name="connsiteY13" fmla="*/ 10378 h 11158"/>
                <a:gd name="connsiteX14" fmla="*/ 37817 w 44641"/>
                <a:gd name="connsiteY14" fmla="*/ 10378 h 11158"/>
                <a:gd name="connsiteX15" fmla="*/ 34639 w 44641"/>
                <a:gd name="connsiteY15" fmla="*/ 814 h 11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641" h="11158">
                  <a:moveTo>
                    <a:pt x="10115" y="814"/>
                  </a:moveTo>
                  <a:lnTo>
                    <a:pt x="6935" y="10378"/>
                  </a:lnTo>
                  <a:lnTo>
                    <a:pt x="6407" y="10378"/>
                  </a:lnTo>
                  <a:lnTo>
                    <a:pt x="4678" y="10378"/>
                  </a:lnTo>
                  <a:lnTo>
                    <a:pt x="2412" y="10378"/>
                  </a:lnTo>
                  <a:lnTo>
                    <a:pt x="23" y="10378"/>
                  </a:lnTo>
                  <a:lnTo>
                    <a:pt x="23" y="11972"/>
                  </a:lnTo>
                  <a:lnTo>
                    <a:pt x="7998" y="11972"/>
                  </a:lnTo>
                  <a:lnTo>
                    <a:pt x="36690" y="11972"/>
                  </a:lnTo>
                  <a:lnTo>
                    <a:pt x="44664" y="11972"/>
                  </a:lnTo>
                  <a:lnTo>
                    <a:pt x="44664" y="10378"/>
                  </a:lnTo>
                  <a:lnTo>
                    <a:pt x="42274" y="10378"/>
                  </a:lnTo>
                  <a:lnTo>
                    <a:pt x="41814" y="10378"/>
                  </a:lnTo>
                  <a:lnTo>
                    <a:pt x="38280" y="10378"/>
                  </a:lnTo>
                  <a:lnTo>
                    <a:pt x="37817" y="10378"/>
                  </a:lnTo>
                  <a:lnTo>
                    <a:pt x="34639" y="814"/>
                  </a:lnTo>
                  <a:close/>
                </a:path>
              </a:pathLst>
            </a:custGeom>
            <a:solidFill>
              <a:srgbClr val="FFFFFF"/>
            </a:solidFill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7" name="フリーフォーム: 図形 56">
              <a:extLst>
                <a:ext uri="{FF2B5EF4-FFF2-40B4-BE49-F238E27FC236}">
                  <a16:creationId xmlns:a16="http://schemas.microsoft.com/office/drawing/2014/main" id="{E398B1D4-EDDD-034A-E0BC-7F6F239C1A45}"/>
                </a:ext>
              </a:extLst>
            </p:cNvPr>
            <p:cNvSpPr/>
            <p:nvPr/>
          </p:nvSpPr>
          <p:spPr>
            <a:xfrm>
              <a:off x="2667522" y="4135890"/>
              <a:ext cx="54196" cy="44634"/>
            </a:xfrm>
            <a:custGeom>
              <a:avLst/>
              <a:gdLst>
                <a:gd name="connsiteX0" fmla="*/ 822 w 54196"/>
                <a:gd name="connsiteY0" fmla="*/ 821 h 44634"/>
                <a:gd name="connsiteX1" fmla="*/ 23 w 54196"/>
                <a:gd name="connsiteY1" fmla="*/ 7197 h 44634"/>
                <a:gd name="connsiteX2" fmla="*/ 23 w 54196"/>
                <a:gd name="connsiteY2" fmla="*/ 45456 h 44634"/>
                <a:gd name="connsiteX3" fmla="*/ 54219 w 54196"/>
                <a:gd name="connsiteY3" fmla="*/ 45456 h 44634"/>
                <a:gd name="connsiteX4" fmla="*/ 54219 w 54196"/>
                <a:gd name="connsiteY4" fmla="*/ 7197 h 44634"/>
                <a:gd name="connsiteX5" fmla="*/ 53420 w 54196"/>
                <a:gd name="connsiteY5" fmla="*/ 821 h 44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96" h="44634">
                  <a:moveTo>
                    <a:pt x="822" y="821"/>
                  </a:moveTo>
                  <a:cubicBezTo>
                    <a:pt x="822" y="821"/>
                    <a:pt x="20" y="821"/>
                    <a:pt x="23" y="7197"/>
                  </a:cubicBezTo>
                  <a:lnTo>
                    <a:pt x="23" y="45456"/>
                  </a:lnTo>
                  <a:lnTo>
                    <a:pt x="54219" y="45456"/>
                  </a:lnTo>
                  <a:lnTo>
                    <a:pt x="54219" y="7197"/>
                  </a:lnTo>
                  <a:cubicBezTo>
                    <a:pt x="54216" y="821"/>
                    <a:pt x="53420" y="821"/>
                    <a:pt x="53420" y="821"/>
                  </a:cubicBezTo>
                  <a:close/>
                </a:path>
              </a:pathLst>
            </a:custGeom>
            <a:solidFill>
              <a:srgbClr val="FFFFFF"/>
            </a:solidFill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8" name="フリーフォーム: 図形 57">
              <a:extLst>
                <a:ext uri="{FF2B5EF4-FFF2-40B4-BE49-F238E27FC236}">
                  <a16:creationId xmlns:a16="http://schemas.microsoft.com/office/drawing/2014/main" id="{A26B3ADB-BED2-C4C4-6888-FA398C9E8FE0}"/>
                </a:ext>
              </a:extLst>
            </p:cNvPr>
            <p:cNvSpPr/>
            <p:nvPr/>
          </p:nvSpPr>
          <p:spPr>
            <a:xfrm>
              <a:off x="2668316" y="4123122"/>
              <a:ext cx="52606" cy="12752"/>
            </a:xfrm>
            <a:custGeom>
              <a:avLst/>
              <a:gdLst>
                <a:gd name="connsiteX0" fmla="*/ 4010 w 52606"/>
                <a:gd name="connsiteY0" fmla="*/ 816 h 12752"/>
                <a:gd name="connsiteX1" fmla="*/ 4010 w 52606"/>
                <a:gd name="connsiteY1" fmla="*/ 4004 h 12752"/>
                <a:gd name="connsiteX2" fmla="*/ 2814 w 52606"/>
                <a:gd name="connsiteY2" fmla="*/ 4004 h 12752"/>
                <a:gd name="connsiteX3" fmla="*/ 2411 w 52606"/>
                <a:gd name="connsiteY3" fmla="*/ 5614 h 12752"/>
                <a:gd name="connsiteX4" fmla="*/ 3211 w 52606"/>
                <a:gd name="connsiteY4" fmla="*/ 7192 h 12752"/>
                <a:gd name="connsiteX5" fmla="*/ 3211 w 52606"/>
                <a:gd name="connsiteY5" fmla="*/ 10381 h 12752"/>
                <a:gd name="connsiteX6" fmla="*/ 23 w 52606"/>
                <a:gd name="connsiteY6" fmla="*/ 10381 h 12752"/>
                <a:gd name="connsiteX7" fmla="*/ 23 w 52606"/>
                <a:gd name="connsiteY7" fmla="*/ 12772 h 12752"/>
                <a:gd name="connsiteX8" fmla="*/ 822 w 52606"/>
                <a:gd name="connsiteY8" fmla="*/ 13569 h 12752"/>
                <a:gd name="connsiteX9" fmla="*/ 51829 w 52606"/>
                <a:gd name="connsiteY9" fmla="*/ 13569 h 12752"/>
                <a:gd name="connsiteX10" fmla="*/ 52628 w 52606"/>
                <a:gd name="connsiteY10" fmla="*/ 12772 h 12752"/>
                <a:gd name="connsiteX11" fmla="*/ 52628 w 52606"/>
                <a:gd name="connsiteY11" fmla="*/ 12692 h 12752"/>
                <a:gd name="connsiteX12" fmla="*/ 52628 w 52606"/>
                <a:gd name="connsiteY12" fmla="*/ 10381 h 12752"/>
                <a:gd name="connsiteX13" fmla="*/ 49440 w 52606"/>
                <a:gd name="connsiteY13" fmla="*/ 10381 h 12752"/>
                <a:gd name="connsiteX14" fmla="*/ 49440 w 52606"/>
                <a:gd name="connsiteY14" fmla="*/ 7192 h 12752"/>
                <a:gd name="connsiteX15" fmla="*/ 50240 w 52606"/>
                <a:gd name="connsiteY15" fmla="*/ 5614 h 12752"/>
                <a:gd name="connsiteX16" fmla="*/ 49835 w 52606"/>
                <a:gd name="connsiteY16" fmla="*/ 4004 h 12752"/>
                <a:gd name="connsiteX17" fmla="*/ 48641 w 52606"/>
                <a:gd name="connsiteY17" fmla="*/ 4004 h 12752"/>
                <a:gd name="connsiteX18" fmla="*/ 48641 w 52606"/>
                <a:gd name="connsiteY18" fmla="*/ 816 h 12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2606" h="12752">
                  <a:moveTo>
                    <a:pt x="4010" y="816"/>
                  </a:moveTo>
                  <a:lnTo>
                    <a:pt x="4010" y="4004"/>
                  </a:lnTo>
                  <a:lnTo>
                    <a:pt x="2814" y="4004"/>
                  </a:lnTo>
                  <a:lnTo>
                    <a:pt x="2411" y="5614"/>
                  </a:lnTo>
                  <a:lnTo>
                    <a:pt x="3211" y="7192"/>
                  </a:lnTo>
                  <a:lnTo>
                    <a:pt x="3211" y="10381"/>
                  </a:lnTo>
                  <a:lnTo>
                    <a:pt x="23" y="10381"/>
                  </a:lnTo>
                  <a:lnTo>
                    <a:pt x="23" y="12772"/>
                  </a:lnTo>
                  <a:cubicBezTo>
                    <a:pt x="23" y="13218"/>
                    <a:pt x="380" y="13569"/>
                    <a:pt x="822" y="13569"/>
                  </a:cubicBezTo>
                  <a:lnTo>
                    <a:pt x="51829" y="13569"/>
                  </a:lnTo>
                  <a:cubicBezTo>
                    <a:pt x="52271" y="13569"/>
                    <a:pt x="52628" y="13218"/>
                    <a:pt x="52628" y="12772"/>
                  </a:cubicBezTo>
                  <a:cubicBezTo>
                    <a:pt x="52628" y="12740"/>
                    <a:pt x="52631" y="12724"/>
                    <a:pt x="52628" y="12692"/>
                  </a:cubicBezTo>
                  <a:lnTo>
                    <a:pt x="52628" y="10381"/>
                  </a:lnTo>
                  <a:lnTo>
                    <a:pt x="49440" y="10381"/>
                  </a:lnTo>
                  <a:lnTo>
                    <a:pt x="49440" y="7192"/>
                  </a:lnTo>
                  <a:lnTo>
                    <a:pt x="50240" y="5614"/>
                  </a:lnTo>
                  <a:lnTo>
                    <a:pt x="49835" y="4004"/>
                  </a:lnTo>
                  <a:lnTo>
                    <a:pt x="48641" y="4004"/>
                  </a:lnTo>
                  <a:lnTo>
                    <a:pt x="48641" y="816"/>
                  </a:lnTo>
                  <a:close/>
                </a:path>
              </a:pathLst>
            </a:custGeom>
            <a:solidFill>
              <a:srgbClr val="FFFFFF"/>
            </a:solidFill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grpSp>
        <p:nvGrpSpPr>
          <p:cNvPr id="59" name="グラフィックス 4">
            <a:extLst>
              <a:ext uri="{FF2B5EF4-FFF2-40B4-BE49-F238E27FC236}">
                <a16:creationId xmlns:a16="http://schemas.microsoft.com/office/drawing/2014/main" id="{5171F618-F361-6CD2-7A97-5166DE639DF6}"/>
              </a:ext>
            </a:extLst>
          </p:cNvPr>
          <p:cNvGrpSpPr/>
          <p:nvPr/>
        </p:nvGrpSpPr>
        <p:grpSpPr>
          <a:xfrm>
            <a:off x="2596264" y="4097250"/>
            <a:ext cx="54196" cy="84519"/>
            <a:chOff x="2596264" y="4097250"/>
            <a:chExt cx="54196" cy="84519"/>
          </a:xfrm>
        </p:grpSpPr>
        <p:sp>
          <p:nvSpPr>
            <p:cNvPr id="60" name="フリーフォーム: 図形 59">
              <a:extLst>
                <a:ext uri="{FF2B5EF4-FFF2-40B4-BE49-F238E27FC236}">
                  <a16:creationId xmlns:a16="http://schemas.microsoft.com/office/drawing/2014/main" id="{C0AFE848-3C68-DC67-4EC6-238C1A46E4BC}"/>
                </a:ext>
              </a:extLst>
            </p:cNvPr>
            <p:cNvSpPr/>
            <p:nvPr/>
          </p:nvSpPr>
          <p:spPr>
            <a:xfrm>
              <a:off x="2622562" y="4097250"/>
              <a:ext cx="1597" cy="45431"/>
            </a:xfrm>
            <a:custGeom>
              <a:avLst/>
              <a:gdLst>
                <a:gd name="connsiteX0" fmla="*/ 809 w 1597"/>
                <a:gd name="connsiteY0" fmla="*/ 814 h 45431"/>
                <a:gd name="connsiteX1" fmla="*/ 406 w 1597"/>
                <a:gd name="connsiteY1" fmla="*/ 5612 h 45431"/>
                <a:gd name="connsiteX2" fmla="*/ 406 w 1597"/>
                <a:gd name="connsiteY2" fmla="*/ 45465 h 45431"/>
                <a:gd name="connsiteX3" fmla="*/ 11 w 1597"/>
                <a:gd name="connsiteY3" fmla="*/ 45465 h 45431"/>
                <a:gd name="connsiteX4" fmla="*/ 11 w 1597"/>
                <a:gd name="connsiteY4" fmla="*/ 46246 h 45431"/>
                <a:gd name="connsiteX5" fmla="*/ 1608 w 1597"/>
                <a:gd name="connsiteY5" fmla="*/ 46246 h 45431"/>
                <a:gd name="connsiteX6" fmla="*/ 1608 w 1597"/>
                <a:gd name="connsiteY6" fmla="*/ 45465 h 45431"/>
                <a:gd name="connsiteX7" fmla="*/ 1204 w 1597"/>
                <a:gd name="connsiteY7" fmla="*/ 45465 h 45431"/>
                <a:gd name="connsiteX8" fmla="*/ 1204 w 1597"/>
                <a:gd name="connsiteY8" fmla="*/ 5612 h 45431"/>
                <a:gd name="connsiteX9" fmla="*/ 809 w 1597"/>
                <a:gd name="connsiteY9" fmla="*/ 814 h 45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97" h="45431">
                  <a:moveTo>
                    <a:pt x="809" y="814"/>
                  </a:moveTo>
                  <a:cubicBezTo>
                    <a:pt x="411" y="3205"/>
                    <a:pt x="406" y="5612"/>
                    <a:pt x="406" y="5612"/>
                  </a:cubicBezTo>
                  <a:lnTo>
                    <a:pt x="406" y="45465"/>
                  </a:lnTo>
                  <a:lnTo>
                    <a:pt x="11" y="45465"/>
                  </a:lnTo>
                  <a:lnTo>
                    <a:pt x="11" y="46246"/>
                  </a:lnTo>
                  <a:lnTo>
                    <a:pt x="1608" y="46246"/>
                  </a:lnTo>
                  <a:lnTo>
                    <a:pt x="1608" y="45465"/>
                  </a:lnTo>
                  <a:lnTo>
                    <a:pt x="1204" y="45465"/>
                  </a:lnTo>
                  <a:lnTo>
                    <a:pt x="1204" y="5612"/>
                  </a:lnTo>
                  <a:cubicBezTo>
                    <a:pt x="1204" y="5612"/>
                    <a:pt x="1208" y="3205"/>
                    <a:pt x="809" y="814"/>
                  </a:cubicBezTo>
                  <a:close/>
                </a:path>
              </a:pathLst>
            </a:custGeom>
            <a:solidFill>
              <a:srgbClr val="000000"/>
            </a:solidFill>
            <a:ln w="797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1" name="フリーフォーム: 図形 60">
              <a:extLst>
                <a:ext uri="{FF2B5EF4-FFF2-40B4-BE49-F238E27FC236}">
                  <a16:creationId xmlns:a16="http://schemas.microsoft.com/office/drawing/2014/main" id="{CE2DAC67-0689-A139-7457-4CE5CE298610}"/>
                </a:ext>
              </a:extLst>
            </p:cNvPr>
            <p:cNvSpPr/>
            <p:nvPr/>
          </p:nvSpPr>
          <p:spPr>
            <a:xfrm>
              <a:off x="2597059" y="4113222"/>
              <a:ext cx="52607" cy="23895"/>
            </a:xfrm>
            <a:custGeom>
              <a:avLst/>
              <a:gdLst>
                <a:gd name="connsiteX0" fmla="*/ 14089 w 52607"/>
                <a:gd name="connsiteY0" fmla="*/ 815 h 23895"/>
                <a:gd name="connsiteX1" fmla="*/ 10908 w 52607"/>
                <a:gd name="connsiteY1" fmla="*/ 10380 h 23895"/>
                <a:gd name="connsiteX2" fmla="*/ 10382 w 52607"/>
                <a:gd name="connsiteY2" fmla="*/ 10380 h 23895"/>
                <a:gd name="connsiteX3" fmla="*/ 8651 w 52607"/>
                <a:gd name="connsiteY3" fmla="*/ 10380 h 23895"/>
                <a:gd name="connsiteX4" fmla="*/ 6386 w 52607"/>
                <a:gd name="connsiteY4" fmla="*/ 10380 h 23895"/>
                <a:gd name="connsiteX5" fmla="*/ 3998 w 52607"/>
                <a:gd name="connsiteY5" fmla="*/ 10380 h 23895"/>
                <a:gd name="connsiteX6" fmla="*/ 3998 w 52607"/>
                <a:gd name="connsiteY6" fmla="*/ 11958 h 23895"/>
                <a:gd name="connsiteX7" fmla="*/ 3998 w 52607"/>
                <a:gd name="connsiteY7" fmla="*/ 15146 h 23895"/>
                <a:gd name="connsiteX8" fmla="*/ 2802 w 52607"/>
                <a:gd name="connsiteY8" fmla="*/ 15146 h 23895"/>
                <a:gd name="connsiteX9" fmla="*/ 2399 w 52607"/>
                <a:gd name="connsiteY9" fmla="*/ 16756 h 23895"/>
                <a:gd name="connsiteX10" fmla="*/ 3198 w 52607"/>
                <a:gd name="connsiteY10" fmla="*/ 18334 h 23895"/>
                <a:gd name="connsiteX11" fmla="*/ 3198 w 52607"/>
                <a:gd name="connsiteY11" fmla="*/ 21522 h 23895"/>
                <a:gd name="connsiteX12" fmla="*/ 11 w 52607"/>
                <a:gd name="connsiteY12" fmla="*/ 21522 h 23895"/>
                <a:gd name="connsiteX13" fmla="*/ 11 w 52607"/>
                <a:gd name="connsiteY13" fmla="*/ 23914 h 23895"/>
                <a:gd name="connsiteX14" fmla="*/ 810 w 52607"/>
                <a:gd name="connsiteY14" fmla="*/ 24711 h 23895"/>
                <a:gd name="connsiteX15" fmla="*/ 51818 w 52607"/>
                <a:gd name="connsiteY15" fmla="*/ 24711 h 23895"/>
                <a:gd name="connsiteX16" fmla="*/ 52616 w 52607"/>
                <a:gd name="connsiteY16" fmla="*/ 23914 h 23895"/>
                <a:gd name="connsiteX17" fmla="*/ 52616 w 52607"/>
                <a:gd name="connsiteY17" fmla="*/ 23834 h 23895"/>
                <a:gd name="connsiteX18" fmla="*/ 52616 w 52607"/>
                <a:gd name="connsiteY18" fmla="*/ 21522 h 23895"/>
                <a:gd name="connsiteX19" fmla="*/ 49428 w 52607"/>
                <a:gd name="connsiteY19" fmla="*/ 21522 h 23895"/>
                <a:gd name="connsiteX20" fmla="*/ 49428 w 52607"/>
                <a:gd name="connsiteY20" fmla="*/ 18334 h 23895"/>
                <a:gd name="connsiteX21" fmla="*/ 50228 w 52607"/>
                <a:gd name="connsiteY21" fmla="*/ 16756 h 23895"/>
                <a:gd name="connsiteX22" fmla="*/ 49823 w 52607"/>
                <a:gd name="connsiteY22" fmla="*/ 15146 h 23895"/>
                <a:gd name="connsiteX23" fmla="*/ 48630 w 52607"/>
                <a:gd name="connsiteY23" fmla="*/ 15146 h 23895"/>
                <a:gd name="connsiteX24" fmla="*/ 48630 w 52607"/>
                <a:gd name="connsiteY24" fmla="*/ 11958 h 23895"/>
                <a:gd name="connsiteX25" fmla="*/ 48637 w 52607"/>
                <a:gd name="connsiteY25" fmla="*/ 11958 h 23895"/>
                <a:gd name="connsiteX26" fmla="*/ 48637 w 52607"/>
                <a:gd name="connsiteY26" fmla="*/ 10380 h 23895"/>
                <a:gd name="connsiteX27" fmla="*/ 46250 w 52607"/>
                <a:gd name="connsiteY27" fmla="*/ 10380 h 23895"/>
                <a:gd name="connsiteX28" fmla="*/ 45787 w 52607"/>
                <a:gd name="connsiteY28" fmla="*/ 10380 h 23895"/>
                <a:gd name="connsiteX29" fmla="*/ 42253 w 52607"/>
                <a:gd name="connsiteY29" fmla="*/ 10380 h 23895"/>
                <a:gd name="connsiteX30" fmla="*/ 41792 w 52607"/>
                <a:gd name="connsiteY30" fmla="*/ 10380 h 23895"/>
                <a:gd name="connsiteX31" fmla="*/ 38612 w 52607"/>
                <a:gd name="connsiteY31" fmla="*/ 815 h 23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52607" h="23895">
                  <a:moveTo>
                    <a:pt x="14089" y="815"/>
                  </a:moveTo>
                  <a:lnTo>
                    <a:pt x="10908" y="10380"/>
                  </a:lnTo>
                  <a:lnTo>
                    <a:pt x="10382" y="10380"/>
                  </a:lnTo>
                  <a:lnTo>
                    <a:pt x="8651" y="10380"/>
                  </a:lnTo>
                  <a:lnTo>
                    <a:pt x="6386" y="10380"/>
                  </a:lnTo>
                  <a:lnTo>
                    <a:pt x="3998" y="10380"/>
                  </a:lnTo>
                  <a:lnTo>
                    <a:pt x="3998" y="11958"/>
                  </a:lnTo>
                  <a:lnTo>
                    <a:pt x="3998" y="15146"/>
                  </a:lnTo>
                  <a:lnTo>
                    <a:pt x="2802" y="15146"/>
                  </a:lnTo>
                  <a:lnTo>
                    <a:pt x="2399" y="16756"/>
                  </a:lnTo>
                  <a:lnTo>
                    <a:pt x="3198" y="18334"/>
                  </a:lnTo>
                  <a:lnTo>
                    <a:pt x="3198" y="21522"/>
                  </a:lnTo>
                  <a:lnTo>
                    <a:pt x="11" y="21522"/>
                  </a:lnTo>
                  <a:lnTo>
                    <a:pt x="11" y="23914"/>
                  </a:lnTo>
                  <a:cubicBezTo>
                    <a:pt x="11" y="24360"/>
                    <a:pt x="368" y="24711"/>
                    <a:pt x="810" y="24711"/>
                  </a:cubicBezTo>
                  <a:lnTo>
                    <a:pt x="51818" y="24711"/>
                  </a:lnTo>
                  <a:cubicBezTo>
                    <a:pt x="52259" y="24711"/>
                    <a:pt x="52616" y="24360"/>
                    <a:pt x="52616" y="23914"/>
                  </a:cubicBezTo>
                  <a:cubicBezTo>
                    <a:pt x="52616" y="23882"/>
                    <a:pt x="52620" y="23866"/>
                    <a:pt x="52616" y="23834"/>
                  </a:cubicBezTo>
                  <a:lnTo>
                    <a:pt x="52616" y="21522"/>
                  </a:lnTo>
                  <a:lnTo>
                    <a:pt x="49428" y="21522"/>
                  </a:lnTo>
                  <a:lnTo>
                    <a:pt x="49428" y="18334"/>
                  </a:lnTo>
                  <a:lnTo>
                    <a:pt x="50228" y="16756"/>
                  </a:lnTo>
                  <a:lnTo>
                    <a:pt x="49823" y="15146"/>
                  </a:lnTo>
                  <a:lnTo>
                    <a:pt x="48630" y="15146"/>
                  </a:lnTo>
                  <a:lnTo>
                    <a:pt x="48630" y="11958"/>
                  </a:lnTo>
                  <a:lnTo>
                    <a:pt x="48637" y="11958"/>
                  </a:lnTo>
                  <a:lnTo>
                    <a:pt x="48637" y="10380"/>
                  </a:lnTo>
                  <a:lnTo>
                    <a:pt x="46250" y="10380"/>
                  </a:lnTo>
                  <a:lnTo>
                    <a:pt x="45787" y="10380"/>
                  </a:lnTo>
                  <a:lnTo>
                    <a:pt x="42253" y="10380"/>
                  </a:lnTo>
                  <a:lnTo>
                    <a:pt x="41792" y="10380"/>
                  </a:lnTo>
                  <a:lnTo>
                    <a:pt x="38612" y="815"/>
                  </a:lnTo>
                  <a:close/>
                </a:path>
              </a:pathLst>
            </a:custGeom>
            <a:solidFill>
              <a:srgbClr val="FFFFFF"/>
            </a:solidFill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2" name="フリーフォーム: 図形 61">
              <a:extLst>
                <a:ext uri="{FF2B5EF4-FFF2-40B4-BE49-F238E27FC236}">
                  <a16:creationId xmlns:a16="http://schemas.microsoft.com/office/drawing/2014/main" id="{4B8CCC5A-64AE-941D-8AF4-E78B67A9A4DA}"/>
                </a:ext>
              </a:extLst>
            </p:cNvPr>
            <p:cNvSpPr/>
            <p:nvPr/>
          </p:nvSpPr>
          <p:spPr>
            <a:xfrm>
              <a:off x="2596264" y="4137118"/>
              <a:ext cx="54196" cy="44650"/>
            </a:xfrm>
            <a:custGeom>
              <a:avLst/>
              <a:gdLst>
                <a:gd name="connsiteX0" fmla="*/ 809 w 54196"/>
                <a:gd name="connsiteY0" fmla="*/ 821 h 44650"/>
                <a:gd name="connsiteX1" fmla="*/ 11 w 54196"/>
                <a:gd name="connsiteY1" fmla="*/ 7197 h 44650"/>
                <a:gd name="connsiteX2" fmla="*/ 11 w 54196"/>
                <a:gd name="connsiteY2" fmla="*/ 45472 h 44650"/>
                <a:gd name="connsiteX3" fmla="*/ 54207 w 54196"/>
                <a:gd name="connsiteY3" fmla="*/ 45472 h 44650"/>
                <a:gd name="connsiteX4" fmla="*/ 54207 w 54196"/>
                <a:gd name="connsiteY4" fmla="*/ 7197 h 44650"/>
                <a:gd name="connsiteX5" fmla="*/ 53407 w 54196"/>
                <a:gd name="connsiteY5" fmla="*/ 821 h 44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96" h="44650">
                  <a:moveTo>
                    <a:pt x="809" y="821"/>
                  </a:moveTo>
                  <a:cubicBezTo>
                    <a:pt x="809" y="821"/>
                    <a:pt x="7" y="821"/>
                    <a:pt x="11" y="7197"/>
                  </a:cubicBezTo>
                  <a:lnTo>
                    <a:pt x="11" y="45472"/>
                  </a:lnTo>
                  <a:lnTo>
                    <a:pt x="54207" y="45472"/>
                  </a:lnTo>
                  <a:lnTo>
                    <a:pt x="54207" y="7197"/>
                  </a:lnTo>
                  <a:cubicBezTo>
                    <a:pt x="54202" y="821"/>
                    <a:pt x="53407" y="821"/>
                    <a:pt x="53407" y="821"/>
                  </a:cubicBezTo>
                  <a:close/>
                </a:path>
              </a:pathLst>
            </a:custGeom>
            <a:solidFill>
              <a:srgbClr val="FFFFFF"/>
            </a:solidFill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grpSp>
        <p:nvGrpSpPr>
          <p:cNvPr id="63" name="グラフィックス 4">
            <a:extLst>
              <a:ext uri="{FF2B5EF4-FFF2-40B4-BE49-F238E27FC236}">
                <a16:creationId xmlns:a16="http://schemas.microsoft.com/office/drawing/2014/main" id="{644C2466-EE5A-9E80-2A90-0B7CA5A2153B}"/>
              </a:ext>
            </a:extLst>
          </p:cNvPr>
          <p:cNvGrpSpPr/>
          <p:nvPr/>
        </p:nvGrpSpPr>
        <p:grpSpPr>
          <a:xfrm>
            <a:off x="2530721" y="4098748"/>
            <a:ext cx="54195" cy="84503"/>
            <a:chOff x="2530721" y="4098748"/>
            <a:chExt cx="54195" cy="84503"/>
          </a:xfrm>
        </p:grpSpPr>
        <p:sp>
          <p:nvSpPr>
            <p:cNvPr id="64" name="フリーフォーム: 図形 63">
              <a:extLst>
                <a:ext uri="{FF2B5EF4-FFF2-40B4-BE49-F238E27FC236}">
                  <a16:creationId xmlns:a16="http://schemas.microsoft.com/office/drawing/2014/main" id="{BE3646BD-0923-43D8-16C9-A0D570805258}"/>
                </a:ext>
              </a:extLst>
            </p:cNvPr>
            <p:cNvSpPr/>
            <p:nvPr/>
          </p:nvSpPr>
          <p:spPr>
            <a:xfrm>
              <a:off x="2557015" y="4098748"/>
              <a:ext cx="1598" cy="45431"/>
            </a:xfrm>
            <a:custGeom>
              <a:avLst/>
              <a:gdLst>
                <a:gd name="connsiteX0" fmla="*/ 798 w 1598"/>
                <a:gd name="connsiteY0" fmla="*/ 814 h 45431"/>
                <a:gd name="connsiteX1" fmla="*/ 394 w 1598"/>
                <a:gd name="connsiteY1" fmla="*/ 5597 h 45431"/>
                <a:gd name="connsiteX2" fmla="*/ 394 w 1598"/>
                <a:gd name="connsiteY2" fmla="*/ 45449 h 45431"/>
                <a:gd name="connsiteX3" fmla="*/ -1 w 1598"/>
                <a:gd name="connsiteY3" fmla="*/ 45449 h 45431"/>
                <a:gd name="connsiteX4" fmla="*/ -1 w 1598"/>
                <a:gd name="connsiteY4" fmla="*/ 46246 h 45431"/>
                <a:gd name="connsiteX5" fmla="*/ 1597 w 1598"/>
                <a:gd name="connsiteY5" fmla="*/ 46246 h 45431"/>
                <a:gd name="connsiteX6" fmla="*/ 1597 w 1598"/>
                <a:gd name="connsiteY6" fmla="*/ 45449 h 45431"/>
                <a:gd name="connsiteX7" fmla="*/ 1194 w 1598"/>
                <a:gd name="connsiteY7" fmla="*/ 45449 h 45431"/>
                <a:gd name="connsiteX8" fmla="*/ 1194 w 1598"/>
                <a:gd name="connsiteY8" fmla="*/ 5597 h 45431"/>
                <a:gd name="connsiteX9" fmla="*/ 798 w 1598"/>
                <a:gd name="connsiteY9" fmla="*/ 814 h 45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98" h="45431">
                  <a:moveTo>
                    <a:pt x="798" y="814"/>
                  </a:moveTo>
                  <a:cubicBezTo>
                    <a:pt x="400" y="3206"/>
                    <a:pt x="394" y="5597"/>
                    <a:pt x="394" y="5597"/>
                  </a:cubicBezTo>
                  <a:lnTo>
                    <a:pt x="394" y="45449"/>
                  </a:lnTo>
                  <a:lnTo>
                    <a:pt x="-1" y="45449"/>
                  </a:lnTo>
                  <a:lnTo>
                    <a:pt x="-1" y="46246"/>
                  </a:lnTo>
                  <a:lnTo>
                    <a:pt x="1597" y="46246"/>
                  </a:lnTo>
                  <a:lnTo>
                    <a:pt x="1597" y="45449"/>
                  </a:lnTo>
                  <a:lnTo>
                    <a:pt x="1194" y="45449"/>
                  </a:lnTo>
                  <a:lnTo>
                    <a:pt x="1194" y="5597"/>
                  </a:lnTo>
                  <a:cubicBezTo>
                    <a:pt x="1194" y="5597"/>
                    <a:pt x="1197" y="3206"/>
                    <a:pt x="798" y="814"/>
                  </a:cubicBezTo>
                  <a:close/>
                </a:path>
              </a:pathLst>
            </a:custGeom>
            <a:solidFill>
              <a:srgbClr val="000000"/>
            </a:solidFill>
            <a:ln w="797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5" name="フリーフォーム: 図形 64">
              <a:extLst>
                <a:ext uri="{FF2B5EF4-FFF2-40B4-BE49-F238E27FC236}">
                  <a16:creationId xmlns:a16="http://schemas.microsoft.com/office/drawing/2014/main" id="{01EB8F25-F644-442A-1835-584D71DE79F7}"/>
                </a:ext>
              </a:extLst>
            </p:cNvPr>
            <p:cNvSpPr/>
            <p:nvPr/>
          </p:nvSpPr>
          <p:spPr>
            <a:xfrm>
              <a:off x="2530721" y="4114705"/>
              <a:ext cx="54195" cy="68546"/>
            </a:xfrm>
            <a:custGeom>
              <a:avLst/>
              <a:gdLst>
                <a:gd name="connsiteX0" fmla="*/ 14868 w 54195"/>
                <a:gd name="connsiteY0" fmla="*/ 819 h 68546"/>
                <a:gd name="connsiteX1" fmla="*/ 11688 w 54195"/>
                <a:gd name="connsiteY1" fmla="*/ 10384 h 68546"/>
                <a:gd name="connsiteX2" fmla="*/ 11161 w 54195"/>
                <a:gd name="connsiteY2" fmla="*/ 10384 h 68546"/>
                <a:gd name="connsiteX3" fmla="*/ 9431 w 54195"/>
                <a:gd name="connsiteY3" fmla="*/ 10384 h 68546"/>
                <a:gd name="connsiteX4" fmla="*/ 7166 w 54195"/>
                <a:gd name="connsiteY4" fmla="*/ 10384 h 68546"/>
                <a:gd name="connsiteX5" fmla="*/ 4777 w 54195"/>
                <a:gd name="connsiteY5" fmla="*/ 10384 h 68546"/>
                <a:gd name="connsiteX6" fmla="*/ 4777 w 54195"/>
                <a:gd name="connsiteY6" fmla="*/ 11978 h 68546"/>
                <a:gd name="connsiteX7" fmla="*/ 4777 w 54195"/>
                <a:gd name="connsiteY7" fmla="*/ 15166 h 68546"/>
                <a:gd name="connsiteX8" fmla="*/ 3582 w 54195"/>
                <a:gd name="connsiteY8" fmla="*/ 15166 h 68546"/>
                <a:gd name="connsiteX9" fmla="*/ 3179 w 54195"/>
                <a:gd name="connsiteY9" fmla="*/ 16760 h 68546"/>
                <a:gd name="connsiteX10" fmla="*/ 3978 w 54195"/>
                <a:gd name="connsiteY10" fmla="*/ 18354 h 68546"/>
                <a:gd name="connsiteX11" fmla="*/ 3978 w 54195"/>
                <a:gd name="connsiteY11" fmla="*/ 21543 h 68546"/>
                <a:gd name="connsiteX12" fmla="*/ 790 w 54195"/>
                <a:gd name="connsiteY12" fmla="*/ 21543 h 68546"/>
                <a:gd name="connsiteX13" fmla="*/ 790 w 54195"/>
                <a:gd name="connsiteY13" fmla="*/ 23934 h 68546"/>
                <a:gd name="connsiteX14" fmla="*/ 1507 w 54195"/>
                <a:gd name="connsiteY14" fmla="*/ 24731 h 68546"/>
                <a:gd name="connsiteX15" fmla="*/ 798 w 54195"/>
                <a:gd name="connsiteY15" fmla="*/ 24731 h 68546"/>
                <a:gd name="connsiteX16" fmla="*/ -1 w 54195"/>
                <a:gd name="connsiteY16" fmla="*/ 31107 h 68546"/>
                <a:gd name="connsiteX17" fmla="*/ -1 w 54195"/>
                <a:gd name="connsiteY17" fmla="*/ 69365 h 68546"/>
                <a:gd name="connsiteX18" fmla="*/ 54195 w 54195"/>
                <a:gd name="connsiteY18" fmla="*/ 69365 h 68546"/>
                <a:gd name="connsiteX19" fmla="*/ 54195 w 54195"/>
                <a:gd name="connsiteY19" fmla="*/ 31107 h 68546"/>
                <a:gd name="connsiteX20" fmla="*/ 53396 w 54195"/>
                <a:gd name="connsiteY20" fmla="*/ 24731 h 68546"/>
                <a:gd name="connsiteX21" fmla="*/ 52679 w 54195"/>
                <a:gd name="connsiteY21" fmla="*/ 24731 h 68546"/>
                <a:gd name="connsiteX22" fmla="*/ 53396 w 54195"/>
                <a:gd name="connsiteY22" fmla="*/ 23934 h 68546"/>
                <a:gd name="connsiteX23" fmla="*/ 53396 w 54195"/>
                <a:gd name="connsiteY23" fmla="*/ 23854 h 68546"/>
                <a:gd name="connsiteX24" fmla="*/ 53396 w 54195"/>
                <a:gd name="connsiteY24" fmla="*/ 21543 h 68546"/>
                <a:gd name="connsiteX25" fmla="*/ 50208 w 54195"/>
                <a:gd name="connsiteY25" fmla="*/ 21543 h 68546"/>
                <a:gd name="connsiteX26" fmla="*/ 50208 w 54195"/>
                <a:gd name="connsiteY26" fmla="*/ 18354 h 68546"/>
                <a:gd name="connsiteX27" fmla="*/ 51007 w 54195"/>
                <a:gd name="connsiteY27" fmla="*/ 16760 h 68546"/>
                <a:gd name="connsiteX28" fmla="*/ 50604 w 54195"/>
                <a:gd name="connsiteY28" fmla="*/ 15166 h 68546"/>
                <a:gd name="connsiteX29" fmla="*/ 49409 w 54195"/>
                <a:gd name="connsiteY29" fmla="*/ 15166 h 68546"/>
                <a:gd name="connsiteX30" fmla="*/ 49409 w 54195"/>
                <a:gd name="connsiteY30" fmla="*/ 11978 h 68546"/>
                <a:gd name="connsiteX31" fmla="*/ 49417 w 54195"/>
                <a:gd name="connsiteY31" fmla="*/ 11978 h 68546"/>
                <a:gd name="connsiteX32" fmla="*/ 49417 w 54195"/>
                <a:gd name="connsiteY32" fmla="*/ 10384 h 68546"/>
                <a:gd name="connsiteX33" fmla="*/ 47028 w 54195"/>
                <a:gd name="connsiteY33" fmla="*/ 10384 h 68546"/>
                <a:gd name="connsiteX34" fmla="*/ 46567 w 54195"/>
                <a:gd name="connsiteY34" fmla="*/ 10384 h 68546"/>
                <a:gd name="connsiteX35" fmla="*/ 43033 w 54195"/>
                <a:gd name="connsiteY35" fmla="*/ 10384 h 68546"/>
                <a:gd name="connsiteX36" fmla="*/ 42572 w 54195"/>
                <a:gd name="connsiteY36" fmla="*/ 10384 h 68546"/>
                <a:gd name="connsiteX37" fmla="*/ 39392 w 54195"/>
                <a:gd name="connsiteY37" fmla="*/ 819 h 6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54195" h="68546">
                  <a:moveTo>
                    <a:pt x="14868" y="819"/>
                  </a:moveTo>
                  <a:lnTo>
                    <a:pt x="11688" y="10384"/>
                  </a:lnTo>
                  <a:lnTo>
                    <a:pt x="11161" y="10384"/>
                  </a:lnTo>
                  <a:lnTo>
                    <a:pt x="9431" y="10384"/>
                  </a:lnTo>
                  <a:lnTo>
                    <a:pt x="7166" y="10384"/>
                  </a:lnTo>
                  <a:lnTo>
                    <a:pt x="4777" y="10384"/>
                  </a:lnTo>
                  <a:lnTo>
                    <a:pt x="4777" y="11978"/>
                  </a:lnTo>
                  <a:lnTo>
                    <a:pt x="4777" y="15166"/>
                  </a:lnTo>
                  <a:lnTo>
                    <a:pt x="3582" y="15166"/>
                  </a:lnTo>
                  <a:lnTo>
                    <a:pt x="3179" y="16760"/>
                  </a:lnTo>
                  <a:lnTo>
                    <a:pt x="3978" y="18354"/>
                  </a:lnTo>
                  <a:lnTo>
                    <a:pt x="3978" y="21543"/>
                  </a:lnTo>
                  <a:lnTo>
                    <a:pt x="790" y="21543"/>
                  </a:lnTo>
                  <a:lnTo>
                    <a:pt x="790" y="23934"/>
                  </a:lnTo>
                  <a:cubicBezTo>
                    <a:pt x="790" y="24348"/>
                    <a:pt x="1103" y="24683"/>
                    <a:pt x="1507" y="24731"/>
                  </a:cubicBezTo>
                  <a:lnTo>
                    <a:pt x="798" y="24731"/>
                  </a:lnTo>
                  <a:cubicBezTo>
                    <a:pt x="798" y="24731"/>
                    <a:pt x="-5" y="24731"/>
                    <a:pt x="-1" y="31107"/>
                  </a:cubicBezTo>
                  <a:lnTo>
                    <a:pt x="-1" y="69365"/>
                  </a:lnTo>
                  <a:lnTo>
                    <a:pt x="54195" y="69365"/>
                  </a:lnTo>
                  <a:lnTo>
                    <a:pt x="54195" y="31107"/>
                  </a:lnTo>
                  <a:cubicBezTo>
                    <a:pt x="54191" y="24731"/>
                    <a:pt x="53396" y="24731"/>
                    <a:pt x="53396" y="24731"/>
                  </a:cubicBezTo>
                  <a:lnTo>
                    <a:pt x="52679" y="24731"/>
                  </a:lnTo>
                  <a:cubicBezTo>
                    <a:pt x="53083" y="24683"/>
                    <a:pt x="53396" y="24348"/>
                    <a:pt x="53396" y="23934"/>
                  </a:cubicBezTo>
                  <a:cubicBezTo>
                    <a:pt x="53396" y="23902"/>
                    <a:pt x="53399" y="23870"/>
                    <a:pt x="53396" y="23854"/>
                  </a:cubicBezTo>
                  <a:lnTo>
                    <a:pt x="53396" y="21543"/>
                  </a:lnTo>
                  <a:lnTo>
                    <a:pt x="50208" y="21543"/>
                  </a:lnTo>
                  <a:lnTo>
                    <a:pt x="50208" y="18354"/>
                  </a:lnTo>
                  <a:lnTo>
                    <a:pt x="51007" y="16760"/>
                  </a:lnTo>
                  <a:lnTo>
                    <a:pt x="50604" y="15166"/>
                  </a:lnTo>
                  <a:lnTo>
                    <a:pt x="49409" y="15166"/>
                  </a:lnTo>
                  <a:lnTo>
                    <a:pt x="49409" y="11978"/>
                  </a:lnTo>
                  <a:lnTo>
                    <a:pt x="49417" y="11978"/>
                  </a:lnTo>
                  <a:lnTo>
                    <a:pt x="49417" y="10384"/>
                  </a:lnTo>
                  <a:lnTo>
                    <a:pt x="47028" y="10384"/>
                  </a:lnTo>
                  <a:lnTo>
                    <a:pt x="46567" y="10384"/>
                  </a:lnTo>
                  <a:lnTo>
                    <a:pt x="43033" y="10384"/>
                  </a:lnTo>
                  <a:lnTo>
                    <a:pt x="42572" y="10384"/>
                  </a:lnTo>
                  <a:lnTo>
                    <a:pt x="39392" y="819"/>
                  </a:lnTo>
                  <a:close/>
                </a:path>
              </a:pathLst>
            </a:custGeom>
            <a:solidFill>
              <a:srgbClr val="FFFFFF"/>
            </a:solidFill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grpSp>
        <p:nvGrpSpPr>
          <p:cNvPr id="66" name="グラフィックス 4">
            <a:extLst>
              <a:ext uri="{FF2B5EF4-FFF2-40B4-BE49-F238E27FC236}">
                <a16:creationId xmlns:a16="http://schemas.microsoft.com/office/drawing/2014/main" id="{310E7F6A-0797-FF83-B412-6D147CCA364C}"/>
              </a:ext>
            </a:extLst>
          </p:cNvPr>
          <p:cNvGrpSpPr/>
          <p:nvPr/>
        </p:nvGrpSpPr>
        <p:grpSpPr>
          <a:xfrm>
            <a:off x="2737984" y="4096006"/>
            <a:ext cx="54196" cy="84519"/>
            <a:chOff x="2737984" y="4096006"/>
            <a:chExt cx="54196" cy="84519"/>
          </a:xfrm>
          <a:solidFill>
            <a:srgbClr val="000000"/>
          </a:solidFill>
        </p:grpSpPr>
        <p:sp>
          <p:nvSpPr>
            <p:cNvPr id="67" name="フリーフォーム: 図形 66">
              <a:extLst>
                <a:ext uri="{FF2B5EF4-FFF2-40B4-BE49-F238E27FC236}">
                  <a16:creationId xmlns:a16="http://schemas.microsoft.com/office/drawing/2014/main" id="{BB581DF9-5FCD-87FA-125E-8F4DFC69FBA1}"/>
                </a:ext>
              </a:extLst>
            </p:cNvPr>
            <p:cNvSpPr/>
            <p:nvPr/>
          </p:nvSpPr>
          <p:spPr>
            <a:xfrm>
              <a:off x="2764279" y="4096006"/>
              <a:ext cx="1597" cy="45431"/>
            </a:xfrm>
            <a:custGeom>
              <a:avLst/>
              <a:gdLst>
                <a:gd name="connsiteX0" fmla="*/ 834 w 1597"/>
                <a:gd name="connsiteY0" fmla="*/ 814 h 45431"/>
                <a:gd name="connsiteX1" fmla="*/ 431 w 1597"/>
                <a:gd name="connsiteY1" fmla="*/ 5612 h 45431"/>
                <a:gd name="connsiteX2" fmla="*/ 431 w 1597"/>
                <a:gd name="connsiteY2" fmla="*/ 45465 h 45431"/>
                <a:gd name="connsiteX3" fmla="*/ 35 w 1597"/>
                <a:gd name="connsiteY3" fmla="*/ 45465 h 45431"/>
                <a:gd name="connsiteX4" fmla="*/ 35 w 1597"/>
                <a:gd name="connsiteY4" fmla="*/ 46246 h 45431"/>
                <a:gd name="connsiteX5" fmla="*/ 1633 w 1597"/>
                <a:gd name="connsiteY5" fmla="*/ 46246 h 45431"/>
                <a:gd name="connsiteX6" fmla="*/ 1633 w 1597"/>
                <a:gd name="connsiteY6" fmla="*/ 45465 h 45431"/>
                <a:gd name="connsiteX7" fmla="*/ 1229 w 1597"/>
                <a:gd name="connsiteY7" fmla="*/ 45465 h 45431"/>
                <a:gd name="connsiteX8" fmla="*/ 1229 w 1597"/>
                <a:gd name="connsiteY8" fmla="*/ 5612 h 45431"/>
                <a:gd name="connsiteX9" fmla="*/ 834 w 1597"/>
                <a:gd name="connsiteY9" fmla="*/ 814 h 45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97" h="45431">
                  <a:moveTo>
                    <a:pt x="834" y="814"/>
                  </a:moveTo>
                  <a:cubicBezTo>
                    <a:pt x="435" y="3205"/>
                    <a:pt x="431" y="5612"/>
                    <a:pt x="431" y="5612"/>
                  </a:cubicBezTo>
                  <a:lnTo>
                    <a:pt x="431" y="45465"/>
                  </a:lnTo>
                  <a:lnTo>
                    <a:pt x="35" y="45465"/>
                  </a:lnTo>
                  <a:lnTo>
                    <a:pt x="35" y="46246"/>
                  </a:lnTo>
                  <a:lnTo>
                    <a:pt x="1633" y="46246"/>
                  </a:lnTo>
                  <a:lnTo>
                    <a:pt x="1633" y="45465"/>
                  </a:lnTo>
                  <a:lnTo>
                    <a:pt x="1229" y="45465"/>
                  </a:lnTo>
                  <a:lnTo>
                    <a:pt x="1229" y="5612"/>
                  </a:lnTo>
                  <a:cubicBezTo>
                    <a:pt x="1229" y="5612"/>
                    <a:pt x="1232" y="3205"/>
                    <a:pt x="834" y="814"/>
                  </a:cubicBezTo>
                  <a:close/>
                </a:path>
              </a:pathLst>
            </a:custGeom>
            <a:solidFill>
              <a:srgbClr val="000000"/>
            </a:solidFill>
            <a:ln w="797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8" name="フリーフォーム: 図形 67">
              <a:extLst>
                <a:ext uri="{FF2B5EF4-FFF2-40B4-BE49-F238E27FC236}">
                  <a16:creationId xmlns:a16="http://schemas.microsoft.com/office/drawing/2014/main" id="{DF2ECC8E-4FBD-ED1D-BB33-6EFFDE3619DA}"/>
                </a:ext>
              </a:extLst>
            </p:cNvPr>
            <p:cNvSpPr/>
            <p:nvPr/>
          </p:nvSpPr>
          <p:spPr>
            <a:xfrm>
              <a:off x="2737984" y="4135890"/>
              <a:ext cx="54196" cy="44634"/>
            </a:xfrm>
            <a:custGeom>
              <a:avLst/>
              <a:gdLst>
                <a:gd name="connsiteX0" fmla="*/ 834 w 54196"/>
                <a:gd name="connsiteY0" fmla="*/ 821 h 44634"/>
                <a:gd name="connsiteX1" fmla="*/ 35 w 54196"/>
                <a:gd name="connsiteY1" fmla="*/ 7197 h 44634"/>
                <a:gd name="connsiteX2" fmla="*/ 35 w 54196"/>
                <a:gd name="connsiteY2" fmla="*/ 45456 h 44634"/>
                <a:gd name="connsiteX3" fmla="*/ 1625 w 54196"/>
                <a:gd name="connsiteY3" fmla="*/ 45456 h 44634"/>
                <a:gd name="connsiteX4" fmla="*/ 1625 w 54196"/>
                <a:gd name="connsiteY4" fmla="*/ 8552 h 44634"/>
                <a:gd name="connsiteX5" fmla="*/ 2383 w 54196"/>
                <a:gd name="connsiteY5" fmla="*/ 2415 h 44634"/>
                <a:gd name="connsiteX6" fmla="*/ 22622 w 54196"/>
                <a:gd name="connsiteY6" fmla="*/ 2415 h 44634"/>
                <a:gd name="connsiteX7" fmla="*/ 27129 w 54196"/>
                <a:gd name="connsiteY7" fmla="*/ 5603 h 44634"/>
                <a:gd name="connsiteX8" fmla="*/ 31643 w 54196"/>
                <a:gd name="connsiteY8" fmla="*/ 2415 h 44634"/>
                <a:gd name="connsiteX9" fmla="*/ 51891 w 54196"/>
                <a:gd name="connsiteY9" fmla="*/ 2415 h 44634"/>
                <a:gd name="connsiteX10" fmla="*/ 52640 w 54196"/>
                <a:gd name="connsiteY10" fmla="*/ 8552 h 44634"/>
                <a:gd name="connsiteX11" fmla="*/ 52640 w 54196"/>
                <a:gd name="connsiteY11" fmla="*/ 45456 h 44634"/>
                <a:gd name="connsiteX12" fmla="*/ 54231 w 54196"/>
                <a:gd name="connsiteY12" fmla="*/ 45456 h 44634"/>
                <a:gd name="connsiteX13" fmla="*/ 54231 w 54196"/>
                <a:gd name="connsiteY13" fmla="*/ 7197 h 44634"/>
                <a:gd name="connsiteX14" fmla="*/ 53431 w 54196"/>
                <a:gd name="connsiteY14" fmla="*/ 821 h 44634"/>
                <a:gd name="connsiteX15" fmla="*/ 31916 w 54196"/>
                <a:gd name="connsiteY15" fmla="*/ 821 h 44634"/>
                <a:gd name="connsiteX16" fmla="*/ 30325 w 54196"/>
                <a:gd name="connsiteY16" fmla="*/ 821 h 44634"/>
                <a:gd name="connsiteX17" fmla="*/ 30325 w 54196"/>
                <a:gd name="connsiteY17" fmla="*/ 932 h 44634"/>
                <a:gd name="connsiteX18" fmla="*/ 30317 w 54196"/>
                <a:gd name="connsiteY18" fmla="*/ 980 h 44634"/>
                <a:gd name="connsiteX19" fmla="*/ 30317 w 54196"/>
                <a:gd name="connsiteY19" fmla="*/ 1060 h 44634"/>
                <a:gd name="connsiteX20" fmla="*/ 30317 w 54196"/>
                <a:gd name="connsiteY20" fmla="*/ 1076 h 44634"/>
                <a:gd name="connsiteX21" fmla="*/ 30283 w 54196"/>
                <a:gd name="connsiteY21" fmla="*/ 1315 h 44634"/>
                <a:gd name="connsiteX22" fmla="*/ 30283 w 54196"/>
                <a:gd name="connsiteY22" fmla="*/ 1347 h 44634"/>
                <a:gd name="connsiteX23" fmla="*/ 30251 w 54196"/>
                <a:gd name="connsiteY23" fmla="*/ 1490 h 44634"/>
                <a:gd name="connsiteX24" fmla="*/ 30226 w 54196"/>
                <a:gd name="connsiteY24" fmla="*/ 1602 h 44634"/>
                <a:gd name="connsiteX25" fmla="*/ 30194 w 54196"/>
                <a:gd name="connsiteY25" fmla="*/ 1730 h 44634"/>
                <a:gd name="connsiteX26" fmla="*/ 30176 w 54196"/>
                <a:gd name="connsiteY26" fmla="*/ 1761 h 44634"/>
                <a:gd name="connsiteX27" fmla="*/ 30168 w 54196"/>
                <a:gd name="connsiteY27" fmla="*/ 1793 h 44634"/>
                <a:gd name="connsiteX28" fmla="*/ 30153 w 54196"/>
                <a:gd name="connsiteY28" fmla="*/ 1857 h 44634"/>
                <a:gd name="connsiteX29" fmla="*/ 30111 w 54196"/>
                <a:gd name="connsiteY29" fmla="*/ 1969 h 44634"/>
                <a:gd name="connsiteX30" fmla="*/ 30062 w 54196"/>
                <a:gd name="connsiteY30" fmla="*/ 2080 h 44634"/>
                <a:gd name="connsiteX31" fmla="*/ 30054 w 54196"/>
                <a:gd name="connsiteY31" fmla="*/ 2096 h 44634"/>
                <a:gd name="connsiteX32" fmla="*/ 30012 w 54196"/>
                <a:gd name="connsiteY32" fmla="*/ 2192 h 44634"/>
                <a:gd name="connsiteX33" fmla="*/ 29955 w 54196"/>
                <a:gd name="connsiteY33" fmla="*/ 2303 h 44634"/>
                <a:gd name="connsiteX34" fmla="*/ 29937 w 54196"/>
                <a:gd name="connsiteY34" fmla="*/ 2335 h 44634"/>
                <a:gd name="connsiteX35" fmla="*/ 29896 w 54196"/>
                <a:gd name="connsiteY35" fmla="*/ 2415 h 44634"/>
                <a:gd name="connsiteX36" fmla="*/ 27129 w 54196"/>
                <a:gd name="connsiteY36" fmla="*/ 4009 h 44634"/>
                <a:gd name="connsiteX37" fmla="*/ 24369 w 54196"/>
                <a:gd name="connsiteY37" fmla="*/ 2415 h 44634"/>
                <a:gd name="connsiteX38" fmla="*/ 24336 w 54196"/>
                <a:gd name="connsiteY38" fmla="*/ 2351 h 44634"/>
                <a:gd name="connsiteX39" fmla="*/ 24187 w 54196"/>
                <a:gd name="connsiteY39" fmla="*/ 2032 h 44634"/>
                <a:gd name="connsiteX40" fmla="*/ 24122 w 54196"/>
                <a:gd name="connsiteY40" fmla="*/ 1857 h 44634"/>
                <a:gd name="connsiteX41" fmla="*/ 24114 w 54196"/>
                <a:gd name="connsiteY41" fmla="*/ 1857 h 44634"/>
                <a:gd name="connsiteX42" fmla="*/ 23990 w 54196"/>
                <a:gd name="connsiteY42" fmla="*/ 1363 h 44634"/>
                <a:gd name="connsiteX43" fmla="*/ 23940 w 54196"/>
                <a:gd name="connsiteY43" fmla="*/ 821 h 44634"/>
                <a:gd name="connsiteX44" fmla="*/ 22351 w 54196"/>
                <a:gd name="connsiteY44" fmla="*/ 821 h 44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54196" h="44634">
                  <a:moveTo>
                    <a:pt x="834" y="821"/>
                  </a:moveTo>
                  <a:cubicBezTo>
                    <a:pt x="834" y="821"/>
                    <a:pt x="30" y="821"/>
                    <a:pt x="35" y="7197"/>
                  </a:cubicBezTo>
                  <a:lnTo>
                    <a:pt x="35" y="45456"/>
                  </a:lnTo>
                  <a:lnTo>
                    <a:pt x="1625" y="45456"/>
                  </a:lnTo>
                  <a:lnTo>
                    <a:pt x="1625" y="8552"/>
                  </a:lnTo>
                  <a:cubicBezTo>
                    <a:pt x="1621" y="2415"/>
                    <a:pt x="2383" y="2415"/>
                    <a:pt x="2383" y="2415"/>
                  </a:cubicBezTo>
                  <a:lnTo>
                    <a:pt x="22622" y="2415"/>
                  </a:lnTo>
                  <a:cubicBezTo>
                    <a:pt x="23298" y="4328"/>
                    <a:pt x="25102" y="5603"/>
                    <a:pt x="27129" y="5603"/>
                  </a:cubicBezTo>
                  <a:cubicBezTo>
                    <a:pt x="29158" y="5603"/>
                    <a:pt x="30967" y="4328"/>
                    <a:pt x="31643" y="2415"/>
                  </a:cubicBezTo>
                  <a:lnTo>
                    <a:pt x="51891" y="2415"/>
                  </a:lnTo>
                  <a:cubicBezTo>
                    <a:pt x="51891" y="2415"/>
                    <a:pt x="52637" y="2415"/>
                    <a:pt x="52640" y="8552"/>
                  </a:cubicBezTo>
                  <a:lnTo>
                    <a:pt x="52640" y="45456"/>
                  </a:lnTo>
                  <a:lnTo>
                    <a:pt x="54231" y="45456"/>
                  </a:lnTo>
                  <a:lnTo>
                    <a:pt x="54231" y="7197"/>
                  </a:lnTo>
                  <a:cubicBezTo>
                    <a:pt x="54227" y="821"/>
                    <a:pt x="53431" y="821"/>
                    <a:pt x="53431" y="821"/>
                  </a:cubicBezTo>
                  <a:lnTo>
                    <a:pt x="31916" y="821"/>
                  </a:lnTo>
                  <a:lnTo>
                    <a:pt x="30325" y="821"/>
                  </a:lnTo>
                  <a:cubicBezTo>
                    <a:pt x="30326" y="853"/>
                    <a:pt x="30326" y="901"/>
                    <a:pt x="30325" y="932"/>
                  </a:cubicBezTo>
                  <a:cubicBezTo>
                    <a:pt x="30323" y="949"/>
                    <a:pt x="30320" y="964"/>
                    <a:pt x="30317" y="980"/>
                  </a:cubicBezTo>
                  <a:cubicBezTo>
                    <a:pt x="30317" y="1012"/>
                    <a:pt x="30317" y="1028"/>
                    <a:pt x="30317" y="1060"/>
                  </a:cubicBezTo>
                  <a:cubicBezTo>
                    <a:pt x="30317" y="1060"/>
                    <a:pt x="30317" y="1076"/>
                    <a:pt x="30317" y="1076"/>
                  </a:cubicBezTo>
                  <a:cubicBezTo>
                    <a:pt x="30309" y="1156"/>
                    <a:pt x="30298" y="1235"/>
                    <a:pt x="30283" y="1315"/>
                  </a:cubicBezTo>
                  <a:cubicBezTo>
                    <a:pt x="30283" y="1315"/>
                    <a:pt x="30283" y="1331"/>
                    <a:pt x="30283" y="1347"/>
                  </a:cubicBezTo>
                  <a:cubicBezTo>
                    <a:pt x="30274" y="1395"/>
                    <a:pt x="30263" y="1443"/>
                    <a:pt x="30251" y="1490"/>
                  </a:cubicBezTo>
                  <a:cubicBezTo>
                    <a:pt x="30243" y="1522"/>
                    <a:pt x="30235" y="1554"/>
                    <a:pt x="30226" y="1602"/>
                  </a:cubicBezTo>
                  <a:cubicBezTo>
                    <a:pt x="30216" y="1634"/>
                    <a:pt x="30205" y="1682"/>
                    <a:pt x="30194" y="1730"/>
                  </a:cubicBezTo>
                  <a:cubicBezTo>
                    <a:pt x="30188" y="1745"/>
                    <a:pt x="30183" y="1761"/>
                    <a:pt x="30176" y="1761"/>
                  </a:cubicBezTo>
                  <a:cubicBezTo>
                    <a:pt x="30173" y="1777"/>
                    <a:pt x="30172" y="1777"/>
                    <a:pt x="30168" y="1793"/>
                  </a:cubicBezTo>
                  <a:cubicBezTo>
                    <a:pt x="30164" y="1809"/>
                    <a:pt x="30157" y="1825"/>
                    <a:pt x="30153" y="1857"/>
                  </a:cubicBezTo>
                  <a:cubicBezTo>
                    <a:pt x="30140" y="1889"/>
                    <a:pt x="30125" y="1921"/>
                    <a:pt x="30111" y="1969"/>
                  </a:cubicBezTo>
                  <a:cubicBezTo>
                    <a:pt x="30095" y="2001"/>
                    <a:pt x="30079" y="2048"/>
                    <a:pt x="30062" y="2080"/>
                  </a:cubicBezTo>
                  <a:cubicBezTo>
                    <a:pt x="30058" y="2080"/>
                    <a:pt x="30055" y="2096"/>
                    <a:pt x="30054" y="2096"/>
                  </a:cubicBezTo>
                  <a:cubicBezTo>
                    <a:pt x="30039" y="2128"/>
                    <a:pt x="30027" y="2160"/>
                    <a:pt x="30012" y="2192"/>
                  </a:cubicBezTo>
                  <a:cubicBezTo>
                    <a:pt x="29993" y="2224"/>
                    <a:pt x="29974" y="2272"/>
                    <a:pt x="29955" y="2303"/>
                  </a:cubicBezTo>
                  <a:cubicBezTo>
                    <a:pt x="29948" y="2319"/>
                    <a:pt x="29944" y="2319"/>
                    <a:pt x="29937" y="2335"/>
                  </a:cubicBezTo>
                  <a:cubicBezTo>
                    <a:pt x="29925" y="2351"/>
                    <a:pt x="29910" y="2383"/>
                    <a:pt x="29896" y="2415"/>
                  </a:cubicBezTo>
                  <a:cubicBezTo>
                    <a:pt x="29325" y="3403"/>
                    <a:pt x="28270" y="4009"/>
                    <a:pt x="27129" y="4009"/>
                  </a:cubicBezTo>
                  <a:cubicBezTo>
                    <a:pt x="25990" y="4009"/>
                    <a:pt x="24940" y="3403"/>
                    <a:pt x="24369" y="2415"/>
                  </a:cubicBezTo>
                  <a:cubicBezTo>
                    <a:pt x="24358" y="2399"/>
                    <a:pt x="24347" y="2367"/>
                    <a:pt x="24336" y="2351"/>
                  </a:cubicBezTo>
                  <a:cubicBezTo>
                    <a:pt x="24281" y="2256"/>
                    <a:pt x="24232" y="2144"/>
                    <a:pt x="24187" y="2032"/>
                  </a:cubicBezTo>
                  <a:cubicBezTo>
                    <a:pt x="24164" y="1969"/>
                    <a:pt x="24143" y="1921"/>
                    <a:pt x="24122" y="1857"/>
                  </a:cubicBezTo>
                  <a:cubicBezTo>
                    <a:pt x="24119" y="1857"/>
                    <a:pt x="24116" y="1857"/>
                    <a:pt x="24114" y="1857"/>
                  </a:cubicBezTo>
                  <a:cubicBezTo>
                    <a:pt x="24060" y="1698"/>
                    <a:pt x="24018" y="1538"/>
                    <a:pt x="23990" y="1363"/>
                  </a:cubicBezTo>
                  <a:cubicBezTo>
                    <a:pt x="23958" y="1188"/>
                    <a:pt x="23940" y="996"/>
                    <a:pt x="23940" y="821"/>
                  </a:cubicBezTo>
                  <a:lnTo>
                    <a:pt x="22351" y="821"/>
                  </a:lnTo>
                  <a:close/>
                </a:path>
              </a:pathLst>
            </a:custGeom>
            <a:solidFill>
              <a:srgbClr val="000000"/>
            </a:solidFill>
            <a:ln w="797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9" name="フリーフォーム: 図形 68">
              <a:extLst>
                <a:ext uri="{FF2B5EF4-FFF2-40B4-BE49-F238E27FC236}">
                  <a16:creationId xmlns:a16="http://schemas.microsoft.com/office/drawing/2014/main" id="{8D56C3D6-1E26-0F5E-09DA-CDFB47A7940A}"/>
                </a:ext>
              </a:extLst>
            </p:cNvPr>
            <p:cNvSpPr/>
            <p:nvPr/>
          </p:nvSpPr>
          <p:spPr>
            <a:xfrm>
              <a:off x="2738775" y="4123138"/>
              <a:ext cx="52606" cy="12752"/>
            </a:xfrm>
            <a:custGeom>
              <a:avLst/>
              <a:gdLst>
                <a:gd name="connsiteX0" fmla="*/ 4022 w 52606"/>
                <a:gd name="connsiteY0" fmla="*/ 816 h 12752"/>
                <a:gd name="connsiteX1" fmla="*/ 4022 w 52606"/>
                <a:gd name="connsiteY1" fmla="*/ 4004 h 12752"/>
                <a:gd name="connsiteX2" fmla="*/ 2828 w 52606"/>
                <a:gd name="connsiteY2" fmla="*/ 4004 h 12752"/>
                <a:gd name="connsiteX3" fmla="*/ 2433 w 52606"/>
                <a:gd name="connsiteY3" fmla="*/ 5582 h 12752"/>
                <a:gd name="connsiteX4" fmla="*/ 3231 w 52606"/>
                <a:gd name="connsiteY4" fmla="*/ 7192 h 12752"/>
                <a:gd name="connsiteX5" fmla="*/ 3231 w 52606"/>
                <a:gd name="connsiteY5" fmla="*/ 10381 h 12752"/>
                <a:gd name="connsiteX6" fmla="*/ 35 w 52606"/>
                <a:gd name="connsiteY6" fmla="*/ 10381 h 12752"/>
                <a:gd name="connsiteX7" fmla="*/ 35 w 52606"/>
                <a:gd name="connsiteY7" fmla="*/ 12756 h 12752"/>
                <a:gd name="connsiteX8" fmla="*/ 834 w 52606"/>
                <a:gd name="connsiteY8" fmla="*/ 13569 h 12752"/>
                <a:gd name="connsiteX9" fmla="*/ 4829 w 52606"/>
                <a:gd name="connsiteY9" fmla="*/ 13569 h 12752"/>
                <a:gd name="connsiteX10" fmla="*/ 6412 w 52606"/>
                <a:gd name="connsiteY10" fmla="*/ 2394 h 12752"/>
                <a:gd name="connsiteX11" fmla="*/ 6938 w 52606"/>
                <a:gd name="connsiteY11" fmla="*/ 2394 h 12752"/>
                <a:gd name="connsiteX12" fmla="*/ 10406 w 52606"/>
                <a:gd name="connsiteY12" fmla="*/ 2394 h 12752"/>
                <a:gd name="connsiteX13" fmla="*/ 10934 w 52606"/>
                <a:gd name="connsiteY13" fmla="*/ 2394 h 12752"/>
                <a:gd name="connsiteX14" fmla="*/ 14113 w 52606"/>
                <a:gd name="connsiteY14" fmla="*/ 11959 h 12752"/>
                <a:gd name="connsiteX15" fmla="*/ 38636 w 52606"/>
                <a:gd name="connsiteY15" fmla="*/ 11959 h 12752"/>
                <a:gd name="connsiteX16" fmla="*/ 41817 w 52606"/>
                <a:gd name="connsiteY16" fmla="*/ 2394 h 12752"/>
                <a:gd name="connsiteX17" fmla="*/ 42279 w 52606"/>
                <a:gd name="connsiteY17" fmla="*/ 2394 h 12752"/>
                <a:gd name="connsiteX18" fmla="*/ 45811 w 52606"/>
                <a:gd name="connsiteY18" fmla="*/ 2394 h 12752"/>
                <a:gd name="connsiteX19" fmla="*/ 46274 w 52606"/>
                <a:gd name="connsiteY19" fmla="*/ 2394 h 12752"/>
                <a:gd name="connsiteX20" fmla="*/ 47855 w 52606"/>
                <a:gd name="connsiteY20" fmla="*/ 13569 h 12752"/>
                <a:gd name="connsiteX21" fmla="*/ 51842 w 52606"/>
                <a:gd name="connsiteY21" fmla="*/ 13569 h 12752"/>
                <a:gd name="connsiteX22" fmla="*/ 52640 w 52606"/>
                <a:gd name="connsiteY22" fmla="*/ 12756 h 12752"/>
                <a:gd name="connsiteX23" fmla="*/ 52640 w 52606"/>
                <a:gd name="connsiteY23" fmla="*/ 12676 h 12752"/>
                <a:gd name="connsiteX24" fmla="*/ 52640 w 52606"/>
                <a:gd name="connsiteY24" fmla="*/ 10381 h 12752"/>
                <a:gd name="connsiteX25" fmla="*/ 49454 w 52606"/>
                <a:gd name="connsiteY25" fmla="*/ 10381 h 12752"/>
                <a:gd name="connsiteX26" fmla="*/ 49454 w 52606"/>
                <a:gd name="connsiteY26" fmla="*/ 7192 h 12752"/>
                <a:gd name="connsiteX27" fmla="*/ 50252 w 52606"/>
                <a:gd name="connsiteY27" fmla="*/ 5582 h 12752"/>
                <a:gd name="connsiteX28" fmla="*/ 49857 w 52606"/>
                <a:gd name="connsiteY28" fmla="*/ 4004 h 12752"/>
                <a:gd name="connsiteX29" fmla="*/ 48662 w 52606"/>
                <a:gd name="connsiteY29" fmla="*/ 4004 h 12752"/>
                <a:gd name="connsiteX30" fmla="*/ 48662 w 52606"/>
                <a:gd name="connsiteY30" fmla="*/ 816 h 12752"/>
                <a:gd name="connsiteX31" fmla="*/ 40688 w 52606"/>
                <a:gd name="connsiteY31" fmla="*/ 816 h 12752"/>
                <a:gd name="connsiteX32" fmla="*/ 37500 w 52606"/>
                <a:gd name="connsiteY32" fmla="*/ 10381 h 12752"/>
                <a:gd name="connsiteX33" fmla="*/ 15184 w 52606"/>
                <a:gd name="connsiteY33" fmla="*/ 10381 h 12752"/>
                <a:gd name="connsiteX34" fmla="*/ 11996 w 52606"/>
                <a:gd name="connsiteY34" fmla="*/ 816 h 12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2606" h="12752">
                  <a:moveTo>
                    <a:pt x="4022" y="816"/>
                  </a:moveTo>
                  <a:lnTo>
                    <a:pt x="4022" y="4004"/>
                  </a:lnTo>
                  <a:lnTo>
                    <a:pt x="2828" y="4004"/>
                  </a:lnTo>
                  <a:lnTo>
                    <a:pt x="2433" y="5582"/>
                  </a:lnTo>
                  <a:lnTo>
                    <a:pt x="3231" y="7192"/>
                  </a:lnTo>
                  <a:lnTo>
                    <a:pt x="3231" y="10381"/>
                  </a:lnTo>
                  <a:lnTo>
                    <a:pt x="35" y="10381"/>
                  </a:lnTo>
                  <a:lnTo>
                    <a:pt x="35" y="12756"/>
                  </a:lnTo>
                  <a:cubicBezTo>
                    <a:pt x="35" y="13202"/>
                    <a:pt x="392" y="13569"/>
                    <a:pt x="834" y="13569"/>
                  </a:cubicBezTo>
                  <a:lnTo>
                    <a:pt x="4829" y="13569"/>
                  </a:lnTo>
                  <a:lnTo>
                    <a:pt x="6412" y="2394"/>
                  </a:lnTo>
                  <a:lnTo>
                    <a:pt x="6938" y="2394"/>
                  </a:lnTo>
                  <a:lnTo>
                    <a:pt x="10406" y="2394"/>
                  </a:lnTo>
                  <a:lnTo>
                    <a:pt x="10934" y="2394"/>
                  </a:lnTo>
                  <a:lnTo>
                    <a:pt x="14113" y="11959"/>
                  </a:lnTo>
                  <a:lnTo>
                    <a:pt x="38636" y="11959"/>
                  </a:lnTo>
                  <a:lnTo>
                    <a:pt x="41817" y="2394"/>
                  </a:lnTo>
                  <a:lnTo>
                    <a:pt x="42279" y="2394"/>
                  </a:lnTo>
                  <a:lnTo>
                    <a:pt x="45811" y="2394"/>
                  </a:lnTo>
                  <a:lnTo>
                    <a:pt x="46274" y="2394"/>
                  </a:lnTo>
                  <a:lnTo>
                    <a:pt x="47855" y="13569"/>
                  </a:lnTo>
                  <a:lnTo>
                    <a:pt x="51842" y="13569"/>
                  </a:lnTo>
                  <a:cubicBezTo>
                    <a:pt x="52283" y="13569"/>
                    <a:pt x="52640" y="13202"/>
                    <a:pt x="52640" y="12756"/>
                  </a:cubicBezTo>
                  <a:cubicBezTo>
                    <a:pt x="52640" y="12740"/>
                    <a:pt x="52644" y="12708"/>
                    <a:pt x="52640" y="12676"/>
                  </a:cubicBezTo>
                  <a:lnTo>
                    <a:pt x="52640" y="10381"/>
                  </a:lnTo>
                  <a:lnTo>
                    <a:pt x="49454" y="10381"/>
                  </a:lnTo>
                  <a:lnTo>
                    <a:pt x="49454" y="7192"/>
                  </a:lnTo>
                  <a:lnTo>
                    <a:pt x="50252" y="5582"/>
                  </a:lnTo>
                  <a:lnTo>
                    <a:pt x="49857" y="4004"/>
                  </a:lnTo>
                  <a:lnTo>
                    <a:pt x="48662" y="4004"/>
                  </a:lnTo>
                  <a:lnTo>
                    <a:pt x="48662" y="816"/>
                  </a:lnTo>
                  <a:lnTo>
                    <a:pt x="40688" y="816"/>
                  </a:lnTo>
                  <a:lnTo>
                    <a:pt x="37500" y="10381"/>
                  </a:lnTo>
                  <a:lnTo>
                    <a:pt x="15184" y="10381"/>
                  </a:lnTo>
                  <a:lnTo>
                    <a:pt x="11996" y="816"/>
                  </a:lnTo>
                  <a:close/>
                </a:path>
              </a:pathLst>
            </a:custGeom>
            <a:solidFill>
              <a:srgbClr val="000000"/>
            </a:solidFill>
            <a:ln w="797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0" name="フリーフォーム: 図形 69">
              <a:extLst>
                <a:ext uri="{FF2B5EF4-FFF2-40B4-BE49-F238E27FC236}">
                  <a16:creationId xmlns:a16="http://schemas.microsoft.com/office/drawing/2014/main" id="{1F0CD7AA-A529-2439-1BD7-0F27DB866F92}"/>
                </a:ext>
              </a:extLst>
            </p:cNvPr>
            <p:cNvSpPr/>
            <p:nvPr/>
          </p:nvSpPr>
          <p:spPr>
            <a:xfrm>
              <a:off x="2742762" y="4111979"/>
              <a:ext cx="44639" cy="11158"/>
            </a:xfrm>
            <a:custGeom>
              <a:avLst/>
              <a:gdLst>
                <a:gd name="connsiteX0" fmla="*/ 10126 w 44639"/>
                <a:gd name="connsiteY0" fmla="*/ 814 h 11158"/>
                <a:gd name="connsiteX1" fmla="*/ 6947 w 44639"/>
                <a:gd name="connsiteY1" fmla="*/ 10378 h 11158"/>
                <a:gd name="connsiteX2" fmla="*/ 6420 w 44639"/>
                <a:gd name="connsiteY2" fmla="*/ 10378 h 11158"/>
                <a:gd name="connsiteX3" fmla="*/ 4690 w 44639"/>
                <a:gd name="connsiteY3" fmla="*/ 10378 h 11158"/>
                <a:gd name="connsiteX4" fmla="*/ 2425 w 44639"/>
                <a:gd name="connsiteY4" fmla="*/ 10378 h 11158"/>
                <a:gd name="connsiteX5" fmla="*/ 35 w 44639"/>
                <a:gd name="connsiteY5" fmla="*/ 10378 h 11158"/>
                <a:gd name="connsiteX6" fmla="*/ 35 w 44639"/>
                <a:gd name="connsiteY6" fmla="*/ 11972 h 11158"/>
                <a:gd name="connsiteX7" fmla="*/ 8009 w 44639"/>
                <a:gd name="connsiteY7" fmla="*/ 11972 h 11158"/>
                <a:gd name="connsiteX8" fmla="*/ 11197 w 44639"/>
                <a:gd name="connsiteY8" fmla="*/ 2408 h 11158"/>
                <a:gd name="connsiteX9" fmla="*/ 33513 w 44639"/>
                <a:gd name="connsiteY9" fmla="*/ 2408 h 11158"/>
                <a:gd name="connsiteX10" fmla="*/ 36701 w 44639"/>
                <a:gd name="connsiteY10" fmla="*/ 11972 h 11158"/>
                <a:gd name="connsiteX11" fmla="*/ 44675 w 44639"/>
                <a:gd name="connsiteY11" fmla="*/ 11972 h 11158"/>
                <a:gd name="connsiteX12" fmla="*/ 44675 w 44639"/>
                <a:gd name="connsiteY12" fmla="*/ 10378 h 11158"/>
                <a:gd name="connsiteX13" fmla="*/ 42287 w 44639"/>
                <a:gd name="connsiteY13" fmla="*/ 10378 h 11158"/>
                <a:gd name="connsiteX14" fmla="*/ 41824 w 44639"/>
                <a:gd name="connsiteY14" fmla="*/ 10378 h 11158"/>
                <a:gd name="connsiteX15" fmla="*/ 38292 w 44639"/>
                <a:gd name="connsiteY15" fmla="*/ 10378 h 11158"/>
                <a:gd name="connsiteX16" fmla="*/ 37830 w 44639"/>
                <a:gd name="connsiteY16" fmla="*/ 10378 h 11158"/>
                <a:gd name="connsiteX17" fmla="*/ 34649 w 44639"/>
                <a:gd name="connsiteY17" fmla="*/ 814 h 11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639" h="11158">
                  <a:moveTo>
                    <a:pt x="10126" y="814"/>
                  </a:moveTo>
                  <a:lnTo>
                    <a:pt x="6947" y="10378"/>
                  </a:lnTo>
                  <a:lnTo>
                    <a:pt x="6420" y="10378"/>
                  </a:lnTo>
                  <a:lnTo>
                    <a:pt x="4690" y="10378"/>
                  </a:lnTo>
                  <a:lnTo>
                    <a:pt x="2425" y="10378"/>
                  </a:lnTo>
                  <a:lnTo>
                    <a:pt x="35" y="10378"/>
                  </a:lnTo>
                  <a:lnTo>
                    <a:pt x="35" y="11972"/>
                  </a:lnTo>
                  <a:lnTo>
                    <a:pt x="8009" y="11972"/>
                  </a:lnTo>
                  <a:lnTo>
                    <a:pt x="11197" y="2408"/>
                  </a:lnTo>
                  <a:lnTo>
                    <a:pt x="33513" y="2408"/>
                  </a:lnTo>
                  <a:lnTo>
                    <a:pt x="36701" y="11972"/>
                  </a:lnTo>
                  <a:lnTo>
                    <a:pt x="44675" y="11972"/>
                  </a:lnTo>
                  <a:lnTo>
                    <a:pt x="44675" y="10378"/>
                  </a:lnTo>
                  <a:lnTo>
                    <a:pt x="42287" y="10378"/>
                  </a:lnTo>
                  <a:lnTo>
                    <a:pt x="41824" y="10378"/>
                  </a:lnTo>
                  <a:lnTo>
                    <a:pt x="38292" y="10378"/>
                  </a:lnTo>
                  <a:lnTo>
                    <a:pt x="37830" y="10378"/>
                  </a:lnTo>
                  <a:lnTo>
                    <a:pt x="34649" y="814"/>
                  </a:lnTo>
                  <a:close/>
                </a:path>
              </a:pathLst>
            </a:custGeom>
            <a:solidFill>
              <a:srgbClr val="000000"/>
            </a:solidFill>
            <a:ln w="797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1" name="フリーフォーム: 図形 70">
              <a:extLst>
                <a:ext uri="{FF2B5EF4-FFF2-40B4-BE49-F238E27FC236}">
                  <a16:creationId xmlns:a16="http://schemas.microsoft.com/office/drawing/2014/main" id="{D30DEE52-F7F0-F6AC-98E9-3B4E98F2EAAB}"/>
                </a:ext>
              </a:extLst>
            </p:cNvPr>
            <p:cNvSpPr/>
            <p:nvPr/>
          </p:nvSpPr>
          <p:spPr>
            <a:xfrm>
              <a:off x="2752330" y="4114370"/>
              <a:ext cx="25505" cy="17535"/>
            </a:xfrm>
            <a:custGeom>
              <a:avLst/>
              <a:gdLst>
                <a:gd name="connsiteX0" fmla="*/ 17570 w 25505"/>
                <a:gd name="connsiteY0" fmla="*/ 815 h 17535"/>
                <a:gd name="connsiteX1" fmla="*/ 25541 w 25505"/>
                <a:gd name="connsiteY1" fmla="*/ 8785 h 17535"/>
                <a:gd name="connsiteX2" fmla="*/ 25541 w 25505"/>
                <a:gd name="connsiteY2" fmla="*/ 10379 h 17535"/>
                <a:gd name="connsiteX3" fmla="*/ 17570 w 25505"/>
                <a:gd name="connsiteY3" fmla="*/ 18350 h 17535"/>
                <a:gd name="connsiteX4" fmla="*/ 8006 w 25505"/>
                <a:gd name="connsiteY4" fmla="*/ 18350 h 17535"/>
                <a:gd name="connsiteX5" fmla="*/ 35 w 25505"/>
                <a:gd name="connsiteY5" fmla="*/ 10379 h 17535"/>
                <a:gd name="connsiteX6" fmla="*/ 35 w 25505"/>
                <a:gd name="connsiteY6" fmla="*/ 8785 h 17535"/>
                <a:gd name="connsiteX7" fmla="*/ 8006 w 25505"/>
                <a:gd name="connsiteY7" fmla="*/ 815 h 17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505" h="17535">
                  <a:moveTo>
                    <a:pt x="17570" y="815"/>
                  </a:moveTo>
                  <a:cubicBezTo>
                    <a:pt x="21972" y="815"/>
                    <a:pt x="25541" y="4383"/>
                    <a:pt x="25541" y="8785"/>
                  </a:cubicBezTo>
                  <a:lnTo>
                    <a:pt x="25541" y="10379"/>
                  </a:lnTo>
                  <a:cubicBezTo>
                    <a:pt x="25541" y="14781"/>
                    <a:pt x="21972" y="18350"/>
                    <a:pt x="17570" y="18350"/>
                  </a:cubicBezTo>
                  <a:lnTo>
                    <a:pt x="8006" y="18350"/>
                  </a:lnTo>
                  <a:cubicBezTo>
                    <a:pt x="3604" y="18350"/>
                    <a:pt x="35" y="14781"/>
                    <a:pt x="35" y="10379"/>
                  </a:cubicBezTo>
                  <a:lnTo>
                    <a:pt x="35" y="8785"/>
                  </a:lnTo>
                  <a:cubicBezTo>
                    <a:pt x="35" y="4383"/>
                    <a:pt x="3604" y="815"/>
                    <a:pt x="8006" y="815"/>
                  </a:cubicBezTo>
                  <a:close/>
                </a:path>
              </a:pathLst>
            </a:custGeom>
            <a:solidFill>
              <a:srgbClr val="000000"/>
            </a:solidFill>
            <a:ln w="797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grpSp>
        <p:nvGrpSpPr>
          <p:cNvPr id="72" name="グラフィックス 4">
            <a:extLst>
              <a:ext uri="{FF2B5EF4-FFF2-40B4-BE49-F238E27FC236}">
                <a16:creationId xmlns:a16="http://schemas.microsoft.com/office/drawing/2014/main" id="{1EF9EABC-A4A2-30C1-FE45-72CEBB43D591}"/>
              </a:ext>
            </a:extLst>
          </p:cNvPr>
          <p:cNvGrpSpPr/>
          <p:nvPr/>
        </p:nvGrpSpPr>
        <p:grpSpPr>
          <a:xfrm>
            <a:off x="2670063" y="4200611"/>
            <a:ext cx="54196" cy="84506"/>
            <a:chOff x="2670063" y="4200611"/>
            <a:chExt cx="54196" cy="84506"/>
          </a:xfrm>
        </p:grpSpPr>
        <p:sp>
          <p:nvSpPr>
            <p:cNvPr id="73" name="フリーフォーム: 図形 72">
              <a:extLst>
                <a:ext uri="{FF2B5EF4-FFF2-40B4-BE49-F238E27FC236}">
                  <a16:creationId xmlns:a16="http://schemas.microsoft.com/office/drawing/2014/main" id="{8462BDC2-C19B-33BA-416F-3A14816018B7}"/>
                </a:ext>
              </a:extLst>
            </p:cNvPr>
            <p:cNvSpPr/>
            <p:nvPr/>
          </p:nvSpPr>
          <p:spPr>
            <a:xfrm>
              <a:off x="2696362" y="4200611"/>
              <a:ext cx="1597" cy="45416"/>
            </a:xfrm>
            <a:custGeom>
              <a:avLst/>
              <a:gdLst>
                <a:gd name="connsiteX0" fmla="*/ 822 w 1597"/>
                <a:gd name="connsiteY0" fmla="*/ 832 h 45416"/>
                <a:gd name="connsiteX1" fmla="*/ 419 w 1597"/>
                <a:gd name="connsiteY1" fmla="*/ 5615 h 45416"/>
                <a:gd name="connsiteX2" fmla="*/ 419 w 1597"/>
                <a:gd name="connsiteY2" fmla="*/ 45467 h 45416"/>
                <a:gd name="connsiteX3" fmla="*/ 23 w 1597"/>
                <a:gd name="connsiteY3" fmla="*/ 45467 h 45416"/>
                <a:gd name="connsiteX4" fmla="*/ 23 w 1597"/>
                <a:gd name="connsiteY4" fmla="*/ 46248 h 45416"/>
                <a:gd name="connsiteX5" fmla="*/ 1621 w 1597"/>
                <a:gd name="connsiteY5" fmla="*/ 46248 h 45416"/>
                <a:gd name="connsiteX6" fmla="*/ 1621 w 1597"/>
                <a:gd name="connsiteY6" fmla="*/ 45467 h 45416"/>
                <a:gd name="connsiteX7" fmla="*/ 1217 w 1597"/>
                <a:gd name="connsiteY7" fmla="*/ 45467 h 45416"/>
                <a:gd name="connsiteX8" fmla="*/ 1217 w 1597"/>
                <a:gd name="connsiteY8" fmla="*/ 5615 h 45416"/>
                <a:gd name="connsiteX9" fmla="*/ 822 w 1597"/>
                <a:gd name="connsiteY9" fmla="*/ 832 h 45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97" h="45416">
                  <a:moveTo>
                    <a:pt x="822" y="832"/>
                  </a:moveTo>
                  <a:cubicBezTo>
                    <a:pt x="424" y="3223"/>
                    <a:pt x="419" y="5615"/>
                    <a:pt x="419" y="5615"/>
                  </a:cubicBezTo>
                  <a:lnTo>
                    <a:pt x="419" y="45467"/>
                  </a:lnTo>
                  <a:lnTo>
                    <a:pt x="23" y="45467"/>
                  </a:lnTo>
                  <a:lnTo>
                    <a:pt x="23" y="46248"/>
                  </a:lnTo>
                  <a:lnTo>
                    <a:pt x="1621" y="46248"/>
                  </a:lnTo>
                  <a:lnTo>
                    <a:pt x="1621" y="45467"/>
                  </a:lnTo>
                  <a:lnTo>
                    <a:pt x="1217" y="45467"/>
                  </a:lnTo>
                  <a:lnTo>
                    <a:pt x="1217" y="5615"/>
                  </a:lnTo>
                  <a:cubicBezTo>
                    <a:pt x="1217" y="5615"/>
                    <a:pt x="1221" y="3223"/>
                    <a:pt x="822" y="832"/>
                  </a:cubicBezTo>
                  <a:close/>
                </a:path>
              </a:pathLst>
            </a:custGeom>
            <a:solidFill>
              <a:srgbClr val="000000"/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4" name="フリーフォーム: 図形 73">
              <a:extLst>
                <a:ext uri="{FF2B5EF4-FFF2-40B4-BE49-F238E27FC236}">
                  <a16:creationId xmlns:a16="http://schemas.microsoft.com/office/drawing/2014/main" id="{1600CF11-464D-DE34-F5C1-A22E7D8A6FB1}"/>
                </a:ext>
              </a:extLst>
            </p:cNvPr>
            <p:cNvSpPr/>
            <p:nvPr/>
          </p:nvSpPr>
          <p:spPr>
            <a:xfrm>
              <a:off x="2674845" y="4216568"/>
              <a:ext cx="44639" cy="11158"/>
            </a:xfrm>
            <a:custGeom>
              <a:avLst/>
              <a:gdLst>
                <a:gd name="connsiteX0" fmla="*/ 10114 w 44639"/>
                <a:gd name="connsiteY0" fmla="*/ 832 h 11158"/>
                <a:gd name="connsiteX1" fmla="*/ 6934 w 44639"/>
                <a:gd name="connsiteY1" fmla="*/ 10397 h 11158"/>
                <a:gd name="connsiteX2" fmla="*/ 6408 w 44639"/>
                <a:gd name="connsiteY2" fmla="*/ 10397 h 11158"/>
                <a:gd name="connsiteX3" fmla="*/ 4677 w 44639"/>
                <a:gd name="connsiteY3" fmla="*/ 10397 h 11158"/>
                <a:gd name="connsiteX4" fmla="*/ 2411 w 44639"/>
                <a:gd name="connsiteY4" fmla="*/ 10397 h 11158"/>
                <a:gd name="connsiteX5" fmla="*/ 23 w 44639"/>
                <a:gd name="connsiteY5" fmla="*/ 10397 h 11158"/>
                <a:gd name="connsiteX6" fmla="*/ 23 w 44639"/>
                <a:gd name="connsiteY6" fmla="*/ 11991 h 11158"/>
                <a:gd name="connsiteX7" fmla="*/ 7997 w 44639"/>
                <a:gd name="connsiteY7" fmla="*/ 11991 h 11158"/>
                <a:gd name="connsiteX8" fmla="*/ 36689 w 44639"/>
                <a:gd name="connsiteY8" fmla="*/ 11991 h 11158"/>
                <a:gd name="connsiteX9" fmla="*/ 44663 w 44639"/>
                <a:gd name="connsiteY9" fmla="*/ 11991 h 11158"/>
                <a:gd name="connsiteX10" fmla="*/ 44663 w 44639"/>
                <a:gd name="connsiteY10" fmla="*/ 10397 h 11158"/>
                <a:gd name="connsiteX11" fmla="*/ 42275 w 44639"/>
                <a:gd name="connsiteY11" fmla="*/ 10397 h 11158"/>
                <a:gd name="connsiteX12" fmla="*/ 41813 w 44639"/>
                <a:gd name="connsiteY12" fmla="*/ 10397 h 11158"/>
                <a:gd name="connsiteX13" fmla="*/ 38279 w 44639"/>
                <a:gd name="connsiteY13" fmla="*/ 10397 h 11158"/>
                <a:gd name="connsiteX14" fmla="*/ 37818 w 44639"/>
                <a:gd name="connsiteY14" fmla="*/ 10397 h 11158"/>
                <a:gd name="connsiteX15" fmla="*/ 34638 w 44639"/>
                <a:gd name="connsiteY15" fmla="*/ 832 h 11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639" h="11158">
                  <a:moveTo>
                    <a:pt x="10114" y="832"/>
                  </a:moveTo>
                  <a:lnTo>
                    <a:pt x="6934" y="10397"/>
                  </a:lnTo>
                  <a:lnTo>
                    <a:pt x="6408" y="10397"/>
                  </a:lnTo>
                  <a:lnTo>
                    <a:pt x="4677" y="10397"/>
                  </a:lnTo>
                  <a:lnTo>
                    <a:pt x="2411" y="10397"/>
                  </a:lnTo>
                  <a:lnTo>
                    <a:pt x="23" y="10397"/>
                  </a:lnTo>
                  <a:lnTo>
                    <a:pt x="23" y="11991"/>
                  </a:lnTo>
                  <a:lnTo>
                    <a:pt x="7997" y="11991"/>
                  </a:lnTo>
                  <a:lnTo>
                    <a:pt x="36689" y="11991"/>
                  </a:lnTo>
                  <a:lnTo>
                    <a:pt x="44663" y="11991"/>
                  </a:lnTo>
                  <a:lnTo>
                    <a:pt x="44663" y="10397"/>
                  </a:lnTo>
                  <a:lnTo>
                    <a:pt x="42275" y="10397"/>
                  </a:lnTo>
                  <a:lnTo>
                    <a:pt x="41813" y="10397"/>
                  </a:lnTo>
                  <a:lnTo>
                    <a:pt x="38279" y="10397"/>
                  </a:lnTo>
                  <a:lnTo>
                    <a:pt x="37818" y="10397"/>
                  </a:lnTo>
                  <a:lnTo>
                    <a:pt x="34638" y="832"/>
                  </a:lnTo>
                  <a:close/>
                </a:path>
              </a:pathLst>
            </a:custGeom>
            <a:solidFill>
              <a:srgbClr val="FFFFFF"/>
            </a:solidFill>
            <a:ln w="397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5" name="フリーフォーム: 図形 74">
              <a:extLst>
                <a:ext uri="{FF2B5EF4-FFF2-40B4-BE49-F238E27FC236}">
                  <a16:creationId xmlns:a16="http://schemas.microsoft.com/office/drawing/2014/main" id="{26FF8610-6360-DDB0-D387-D8B47E383000}"/>
                </a:ext>
              </a:extLst>
            </p:cNvPr>
            <p:cNvSpPr/>
            <p:nvPr/>
          </p:nvSpPr>
          <p:spPr>
            <a:xfrm>
              <a:off x="2674047" y="4234103"/>
              <a:ext cx="46228" cy="3188"/>
            </a:xfrm>
            <a:custGeom>
              <a:avLst/>
              <a:gdLst>
                <a:gd name="connsiteX0" fmla="*/ 23 w 46228"/>
                <a:gd name="connsiteY0" fmla="*/ 834 h 3188"/>
                <a:gd name="connsiteX1" fmla="*/ 46252 w 46228"/>
                <a:gd name="connsiteY1" fmla="*/ 834 h 3188"/>
                <a:gd name="connsiteX2" fmla="*/ 46252 w 46228"/>
                <a:gd name="connsiteY2" fmla="*/ 4023 h 3188"/>
                <a:gd name="connsiteX3" fmla="*/ 23 w 46228"/>
                <a:gd name="connsiteY3" fmla="*/ 4023 h 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228" h="3188">
                  <a:moveTo>
                    <a:pt x="23" y="834"/>
                  </a:moveTo>
                  <a:lnTo>
                    <a:pt x="46252" y="834"/>
                  </a:lnTo>
                  <a:lnTo>
                    <a:pt x="46252" y="4023"/>
                  </a:lnTo>
                  <a:lnTo>
                    <a:pt x="23" y="4023"/>
                  </a:lnTo>
                  <a:close/>
                </a:path>
              </a:pathLst>
            </a:custGeom>
            <a:solidFill>
              <a:srgbClr val="FFFFFF"/>
            </a:solidFill>
            <a:ln w="397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6" name="フリーフォーム: 図形 75">
              <a:extLst>
                <a:ext uri="{FF2B5EF4-FFF2-40B4-BE49-F238E27FC236}">
                  <a16:creationId xmlns:a16="http://schemas.microsoft.com/office/drawing/2014/main" id="{782588E1-B65A-5724-0A10-4F09B6055A53}"/>
                </a:ext>
              </a:extLst>
            </p:cNvPr>
            <p:cNvSpPr/>
            <p:nvPr/>
          </p:nvSpPr>
          <p:spPr>
            <a:xfrm>
              <a:off x="2673250" y="4232509"/>
              <a:ext cx="47822" cy="1594"/>
            </a:xfrm>
            <a:custGeom>
              <a:avLst/>
              <a:gdLst>
                <a:gd name="connsiteX0" fmla="*/ 23 w 47822"/>
                <a:gd name="connsiteY0" fmla="*/ 834 h 1594"/>
                <a:gd name="connsiteX1" fmla="*/ 47846 w 47822"/>
                <a:gd name="connsiteY1" fmla="*/ 834 h 1594"/>
                <a:gd name="connsiteX2" fmla="*/ 47049 w 47822"/>
                <a:gd name="connsiteY2" fmla="*/ 2428 h 1594"/>
                <a:gd name="connsiteX3" fmla="*/ 820 w 47822"/>
                <a:gd name="connsiteY3" fmla="*/ 2428 h 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822" h="1594">
                  <a:moveTo>
                    <a:pt x="23" y="834"/>
                  </a:moveTo>
                  <a:lnTo>
                    <a:pt x="47846" y="834"/>
                  </a:lnTo>
                  <a:lnTo>
                    <a:pt x="47049" y="2428"/>
                  </a:lnTo>
                  <a:lnTo>
                    <a:pt x="820" y="2428"/>
                  </a:lnTo>
                  <a:close/>
                </a:path>
              </a:pathLst>
            </a:custGeom>
            <a:solidFill>
              <a:srgbClr val="FFFFFF"/>
            </a:solidFill>
            <a:ln w="397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7" name="フリーフォーム: 図形 76">
              <a:extLst>
                <a:ext uri="{FF2B5EF4-FFF2-40B4-BE49-F238E27FC236}">
                  <a16:creationId xmlns:a16="http://schemas.microsoft.com/office/drawing/2014/main" id="{2522C780-2D48-1FFF-491B-9A44E332ACBE}"/>
                </a:ext>
              </a:extLst>
            </p:cNvPr>
            <p:cNvSpPr/>
            <p:nvPr/>
          </p:nvSpPr>
          <p:spPr>
            <a:xfrm>
              <a:off x="2673250" y="4230914"/>
              <a:ext cx="47822" cy="1594"/>
            </a:xfrm>
            <a:custGeom>
              <a:avLst/>
              <a:gdLst>
                <a:gd name="connsiteX0" fmla="*/ 422 w 47822"/>
                <a:gd name="connsiteY0" fmla="*/ 834 h 1594"/>
                <a:gd name="connsiteX1" fmla="*/ 47448 w 47822"/>
                <a:gd name="connsiteY1" fmla="*/ 834 h 1594"/>
                <a:gd name="connsiteX2" fmla="*/ 47846 w 47822"/>
                <a:gd name="connsiteY2" fmla="*/ 2428 h 1594"/>
                <a:gd name="connsiteX3" fmla="*/ 23 w 47822"/>
                <a:gd name="connsiteY3" fmla="*/ 2428 h 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822" h="1594">
                  <a:moveTo>
                    <a:pt x="422" y="834"/>
                  </a:moveTo>
                  <a:lnTo>
                    <a:pt x="47448" y="834"/>
                  </a:lnTo>
                  <a:lnTo>
                    <a:pt x="47846" y="2428"/>
                  </a:lnTo>
                  <a:lnTo>
                    <a:pt x="23" y="2428"/>
                  </a:lnTo>
                  <a:close/>
                </a:path>
              </a:pathLst>
            </a:custGeom>
            <a:solidFill>
              <a:srgbClr val="FFFFFF"/>
            </a:solidFill>
            <a:ln w="397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8" name="フリーフォーム: 図形 77">
              <a:extLst>
                <a:ext uri="{FF2B5EF4-FFF2-40B4-BE49-F238E27FC236}">
                  <a16:creationId xmlns:a16="http://schemas.microsoft.com/office/drawing/2014/main" id="{4CB03C58-7FB5-2B4B-8109-09B995D01CCF}"/>
                </a:ext>
              </a:extLst>
            </p:cNvPr>
            <p:cNvSpPr/>
            <p:nvPr/>
          </p:nvSpPr>
          <p:spPr>
            <a:xfrm>
              <a:off x="2674844" y="4227726"/>
              <a:ext cx="44634" cy="3188"/>
            </a:xfrm>
            <a:custGeom>
              <a:avLst/>
              <a:gdLst>
                <a:gd name="connsiteX0" fmla="*/ 23 w 44634"/>
                <a:gd name="connsiteY0" fmla="*/ 833 h 3188"/>
                <a:gd name="connsiteX1" fmla="*/ 44658 w 44634"/>
                <a:gd name="connsiteY1" fmla="*/ 833 h 3188"/>
                <a:gd name="connsiteX2" fmla="*/ 44658 w 44634"/>
                <a:gd name="connsiteY2" fmla="*/ 4021 h 3188"/>
                <a:gd name="connsiteX3" fmla="*/ 23 w 44634"/>
                <a:gd name="connsiteY3" fmla="*/ 4021 h 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634" h="3188">
                  <a:moveTo>
                    <a:pt x="23" y="833"/>
                  </a:moveTo>
                  <a:lnTo>
                    <a:pt x="44658" y="833"/>
                  </a:lnTo>
                  <a:lnTo>
                    <a:pt x="44658" y="4021"/>
                  </a:lnTo>
                  <a:lnTo>
                    <a:pt x="23" y="4021"/>
                  </a:lnTo>
                  <a:close/>
                </a:path>
              </a:pathLst>
            </a:custGeom>
            <a:solidFill>
              <a:srgbClr val="FFFFFF"/>
            </a:solidFill>
            <a:ln w="397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9" name="フリーフォーム: 図形 78">
              <a:extLst>
                <a:ext uri="{FF2B5EF4-FFF2-40B4-BE49-F238E27FC236}">
                  <a16:creationId xmlns:a16="http://schemas.microsoft.com/office/drawing/2014/main" id="{29D369D8-3BC1-F17C-F40B-FD7AA5585094}"/>
                </a:ext>
              </a:extLst>
            </p:cNvPr>
            <p:cNvSpPr/>
            <p:nvPr/>
          </p:nvSpPr>
          <p:spPr>
            <a:xfrm>
              <a:off x="2670063" y="4240479"/>
              <a:ext cx="54196" cy="44634"/>
            </a:xfrm>
            <a:custGeom>
              <a:avLst/>
              <a:gdLst>
                <a:gd name="connsiteX0" fmla="*/ 25574 w 54196"/>
                <a:gd name="connsiteY0" fmla="*/ 839 h 44634"/>
                <a:gd name="connsiteX1" fmla="*/ 25527 w 54196"/>
                <a:gd name="connsiteY1" fmla="*/ 7215 h 44634"/>
                <a:gd name="connsiteX2" fmla="*/ 25527 w 54196"/>
                <a:gd name="connsiteY2" fmla="*/ 45474 h 44634"/>
                <a:gd name="connsiteX3" fmla="*/ 28716 w 54196"/>
                <a:gd name="connsiteY3" fmla="*/ 45474 h 44634"/>
                <a:gd name="connsiteX4" fmla="*/ 28716 w 54196"/>
                <a:gd name="connsiteY4" fmla="*/ 7215 h 44634"/>
                <a:gd name="connsiteX5" fmla="*/ 28668 w 54196"/>
                <a:gd name="connsiteY5" fmla="*/ 839 h 44634"/>
                <a:gd name="connsiteX6" fmla="*/ 22479 w 54196"/>
                <a:gd name="connsiteY6" fmla="*/ 839 h 44634"/>
                <a:gd name="connsiteX7" fmla="*/ 22339 w 54196"/>
                <a:gd name="connsiteY7" fmla="*/ 7215 h 44634"/>
                <a:gd name="connsiteX8" fmla="*/ 22339 w 54196"/>
                <a:gd name="connsiteY8" fmla="*/ 45474 h 44634"/>
                <a:gd name="connsiteX9" fmla="*/ 31904 w 54196"/>
                <a:gd name="connsiteY9" fmla="*/ 45474 h 44634"/>
                <a:gd name="connsiteX10" fmla="*/ 31904 w 54196"/>
                <a:gd name="connsiteY10" fmla="*/ 7215 h 44634"/>
                <a:gd name="connsiteX11" fmla="*/ 31762 w 54196"/>
                <a:gd name="connsiteY11" fmla="*/ 839 h 44634"/>
                <a:gd name="connsiteX12" fmla="*/ 20160 w 54196"/>
                <a:gd name="connsiteY12" fmla="*/ 839 h 44634"/>
                <a:gd name="connsiteX13" fmla="*/ 19948 w 54196"/>
                <a:gd name="connsiteY13" fmla="*/ 7215 h 44634"/>
                <a:gd name="connsiteX14" fmla="*/ 19948 w 54196"/>
                <a:gd name="connsiteY14" fmla="*/ 45474 h 44634"/>
                <a:gd name="connsiteX15" fmla="*/ 34295 w 54196"/>
                <a:gd name="connsiteY15" fmla="*/ 45474 h 44634"/>
                <a:gd name="connsiteX16" fmla="*/ 34295 w 54196"/>
                <a:gd name="connsiteY16" fmla="*/ 7215 h 44634"/>
                <a:gd name="connsiteX17" fmla="*/ 34083 w 54196"/>
                <a:gd name="connsiteY17" fmla="*/ 839 h 44634"/>
                <a:gd name="connsiteX18" fmla="*/ 20160 w 54196"/>
                <a:gd name="connsiteY18" fmla="*/ 839 h 44634"/>
                <a:gd name="connsiteX19" fmla="*/ 19948 w 54196"/>
                <a:gd name="connsiteY19" fmla="*/ 7215 h 44634"/>
                <a:gd name="connsiteX20" fmla="*/ 19948 w 54196"/>
                <a:gd name="connsiteY20" fmla="*/ 45474 h 44634"/>
                <a:gd name="connsiteX21" fmla="*/ 34295 w 54196"/>
                <a:gd name="connsiteY21" fmla="*/ 45474 h 44634"/>
                <a:gd name="connsiteX22" fmla="*/ 34295 w 54196"/>
                <a:gd name="connsiteY22" fmla="*/ 7215 h 44634"/>
                <a:gd name="connsiteX23" fmla="*/ 34083 w 54196"/>
                <a:gd name="connsiteY23" fmla="*/ 839 h 44634"/>
                <a:gd name="connsiteX24" fmla="*/ 20160 w 54196"/>
                <a:gd name="connsiteY24" fmla="*/ 839 h 44634"/>
                <a:gd name="connsiteX25" fmla="*/ 19948 w 54196"/>
                <a:gd name="connsiteY25" fmla="*/ 7215 h 44634"/>
                <a:gd name="connsiteX26" fmla="*/ 19948 w 54196"/>
                <a:gd name="connsiteY26" fmla="*/ 45474 h 44634"/>
                <a:gd name="connsiteX27" fmla="*/ 34295 w 54196"/>
                <a:gd name="connsiteY27" fmla="*/ 45474 h 44634"/>
                <a:gd name="connsiteX28" fmla="*/ 34295 w 54196"/>
                <a:gd name="connsiteY28" fmla="*/ 7215 h 44634"/>
                <a:gd name="connsiteX29" fmla="*/ 34083 w 54196"/>
                <a:gd name="connsiteY29" fmla="*/ 839 h 44634"/>
                <a:gd name="connsiteX30" fmla="*/ 17839 w 54196"/>
                <a:gd name="connsiteY30" fmla="*/ 839 h 44634"/>
                <a:gd name="connsiteX31" fmla="*/ 17557 w 54196"/>
                <a:gd name="connsiteY31" fmla="*/ 7215 h 44634"/>
                <a:gd name="connsiteX32" fmla="*/ 17557 w 54196"/>
                <a:gd name="connsiteY32" fmla="*/ 45474 h 44634"/>
                <a:gd name="connsiteX33" fmla="*/ 36686 w 54196"/>
                <a:gd name="connsiteY33" fmla="*/ 45474 h 44634"/>
                <a:gd name="connsiteX34" fmla="*/ 36686 w 54196"/>
                <a:gd name="connsiteY34" fmla="*/ 7215 h 44634"/>
                <a:gd name="connsiteX35" fmla="*/ 36404 w 54196"/>
                <a:gd name="connsiteY35" fmla="*/ 839 h 44634"/>
                <a:gd name="connsiteX36" fmla="*/ 15518 w 54196"/>
                <a:gd name="connsiteY36" fmla="*/ 839 h 44634"/>
                <a:gd name="connsiteX37" fmla="*/ 15166 w 54196"/>
                <a:gd name="connsiteY37" fmla="*/ 7215 h 44634"/>
                <a:gd name="connsiteX38" fmla="*/ 15166 w 54196"/>
                <a:gd name="connsiteY38" fmla="*/ 45474 h 44634"/>
                <a:gd name="connsiteX39" fmla="*/ 39077 w 54196"/>
                <a:gd name="connsiteY39" fmla="*/ 45474 h 44634"/>
                <a:gd name="connsiteX40" fmla="*/ 39077 w 54196"/>
                <a:gd name="connsiteY40" fmla="*/ 7215 h 44634"/>
                <a:gd name="connsiteX41" fmla="*/ 38725 w 54196"/>
                <a:gd name="connsiteY41" fmla="*/ 839 h 44634"/>
                <a:gd name="connsiteX42" fmla="*/ 13197 w 54196"/>
                <a:gd name="connsiteY42" fmla="*/ 839 h 44634"/>
                <a:gd name="connsiteX43" fmla="*/ 12775 w 54196"/>
                <a:gd name="connsiteY43" fmla="*/ 7215 h 44634"/>
                <a:gd name="connsiteX44" fmla="*/ 12775 w 54196"/>
                <a:gd name="connsiteY44" fmla="*/ 45474 h 44634"/>
                <a:gd name="connsiteX45" fmla="*/ 41468 w 54196"/>
                <a:gd name="connsiteY45" fmla="*/ 45474 h 44634"/>
                <a:gd name="connsiteX46" fmla="*/ 41468 w 54196"/>
                <a:gd name="connsiteY46" fmla="*/ 7215 h 44634"/>
                <a:gd name="connsiteX47" fmla="*/ 41046 w 54196"/>
                <a:gd name="connsiteY47" fmla="*/ 839 h 44634"/>
                <a:gd name="connsiteX48" fmla="*/ 10878 w 54196"/>
                <a:gd name="connsiteY48" fmla="*/ 839 h 44634"/>
                <a:gd name="connsiteX49" fmla="*/ 10383 w 54196"/>
                <a:gd name="connsiteY49" fmla="*/ 7215 h 44634"/>
                <a:gd name="connsiteX50" fmla="*/ 10383 w 54196"/>
                <a:gd name="connsiteY50" fmla="*/ 45474 h 44634"/>
                <a:gd name="connsiteX51" fmla="*/ 43859 w 54196"/>
                <a:gd name="connsiteY51" fmla="*/ 45474 h 44634"/>
                <a:gd name="connsiteX52" fmla="*/ 43859 w 54196"/>
                <a:gd name="connsiteY52" fmla="*/ 7215 h 44634"/>
                <a:gd name="connsiteX53" fmla="*/ 43365 w 54196"/>
                <a:gd name="connsiteY53" fmla="*/ 839 h 44634"/>
                <a:gd name="connsiteX54" fmla="*/ 9330 w 54196"/>
                <a:gd name="connsiteY54" fmla="*/ 839 h 44634"/>
                <a:gd name="connsiteX55" fmla="*/ 8789 w 54196"/>
                <a:gd name="connsiteY55" fmla="*/ 7215 h 44634"/>
                <a:gd name="connsiteX56" fmla="*/ 8789 w 54196"/>
                <a:gd name="connsiteY56" fmla="*/ 45474 h 44634"/>
                <a:gd name="connsiteX57" fmla="*/ 45454 w 54196"/>
                <a:gd name="connsiteY57" fmla="*/ 45474 h 44634"/>
                <a:gd name="connsiteX58" fmla="*/ 45454 w 54196"/>
                <a:gd name="connsiteY58" fmla="*/ 7215 h 44634"/>
                <a:gd name="connsiteX59" fmla="*/ 44913 w 54196"/>
                <a:gd name="connsiteY59" fmla="*/ 839 h 44634"/>
                <a:gd name="connsiteX60" fmla="*/ 7783 w 54196"/>
                <a:gd name="connsiteY60" fmla="*/ 839 h 44634"/>
                <a:gd name="connsiteX61" fmla="*/ 7195 w 54196"/>
                <a:gd name="connsiteY61" fmla="*/ 7215 h 44634"/>
                <a:gd name="connsiteX62" fmla="*/ 7195 w 54196"/>
                <a:gd name="connsiteY62" fmla="*/ 45474 h 44634"/>
                <a:gd name="connsiteX63" fmla="*/ 47048 w 54196"/>
                <a:gd name="connsiteY63" fmla="*/ 45474 h 44634"/>
                <a:gd name="connsiteX64" fmla="*/ 47048 w 54196"/>
                <a:gd name="connsiteY64" fmla="*/ 7215 h 44634"/>
                <a:gd name="connsiteX65" fmla="*/ 46459 w 54196"/>
                <a:gd name="connsiteY65" fmla="*/ 839 h 44634"/>
                <a:gd name="connsiteX66" fmla="*/ 6236 w 54196"/>
                <a:gd name="connsiteY66" fmla="*/ 839 h 44634"/>
                <a:gd name="connsiteX67" fmla="*/ 5601 w 54196"/>
                <a:gd name="connsiteY67" fmla="*/ 7215 h 44634"/>
                <a:gd name="connsiteX68" fmla="*/ 5601 w 54196"/>
                <a:gd name="connsiteY68" fmla="*/ 45474 h 44634"/>
                <a:gd name="connsiteX69" fmla="*/ 48642 w 54196"/>
                <a:gd name="connsiteY69" fmla="*/ 45474 h 44634"/>
                <a:gd name="connsiteX70" fmla="*/ 48642 w 54196"/>
                <a:gd name="connsiteY70" fmla="*/ 7215 h 44634"/>
                <a:gd name="connsiteX71" fmla="*/ 48007 w 54196"/>
                <a:gd name="connsiteY71" fmla="*/ 839 h 44634"/>
                <a:gd name="connsiteX72" fmla="*/ 4688 w 54196"/>
                <a:gd name="connsiteY72" fmla="*/ 839 h 44634"/>
                <a:gd name="connsiteX73" fmla="*/ 4007 w 54196"/>
                <a:gd name="connsiteY73" fmla="*/ 7215 h 44634"/>
                <a:gd name="connsiteX74" fmla="*/ 4007 w 54196"/>
                <a:gd name="connsiteY74" fmla="*/ 45474 h 44634"/>
                <a:gd name="connsiteX75" fmla="*/ 50236 w 54196"/>
                <a:gd name="connsiteY75" fmla="*/ 45474 h 44634"/>
                <a:gd name="connsiteX76" fmla="*/ 50236 w 54196"/>
                <a:gd name="connsiteY76" fmla="*/ 7215 h 44634"/>
                <a:gd name="connsiteX77" fmla="*/ 49554 w 54196"/>
                <a:gd name="connsiteY77" fmla="*/ 839 h 44634"/>
                <a:gd name="connsiteX78" fmla="*/ 3141 w 54196"/>
                <a:gd name="connsiteY78" fmla="*/ 839 h 44634"/>
                <a:gd name="connsiteX79" fmla="*/ 2413 w 54196"/>
                <a:gd name="connsiteY79" fmla="*/ 7215 h 44634"/>
                <a:gd name="connsiteX80" fmla="*/ 2413 w 54196"/>
                <a:gd name="connsiteY80" fmla="*/ 45474 h 44634"/>
                <a:gd name="connsiteX81" fmla="*/ 51830 w 54196"/>
                <a:gd name="connsiteY81" fmla="*/ 45474 h 44634"/>
                <a:gd name="connsiteX82" fmla="*/ 51830 w 54196"/>
                <a:gd name="connsiteY82" fmla="*/ 7215 h 44634"/>
                <a:gd name="connsiteX83" fmla="*/ 51101 w 54196"/>
                <a:gd name="connsiteY83" fmla="*/ 839 h 44634"/>
                <a:gd name="connsiteX84" fmla="*/ 1594 w 54196"/>
                <a:gd name="connsiteY84" fmla="*/ 839 h 44634"/>
                <a:gd name="connsiteX85" fmla="*/ 819 w 54196"/>
                <a:gd name="connsiteY85" fmla="*/ 7215 h 44634"/>
                <a:gd name="connsiteX86" fmla="*/ 819 w 54196"/>
                <a:gd name="connsiteY86" fmla="*/ 45474 h 44634"/>
                <a:gd name="connsiteX87" fmla="*/ 53424 w 54196"/>
                <a:gd name="connsiteY87" fmla="*/ 45474 h 44634"/>
                <a:gd name="connsiteX88" fmla="*/ 53424 w 54196"/>
                <a:gd name="connsiteY88" fmla="*/ 7215 h 44634"/>
                <a:gd name="connsiteX89" fmla="*/ 52648 w 54196"/>
                <a:gd name="connsiteY89" fmla="*/ 839 h 44634"/>
                <a:gd name="connsiteX90" fmla="*/ 822 w 54196"/>
                <a:gd name="connsiteY90" fmla="*/ 839 h 44634"/>
                <a:gd name="connsiteX91" fmla="*/ 23 w 54196"/>
                <a:gd name="connsiteY91" fmla="*/ 7215 h 44634"/>
                <a:gd name="connsiteX92" fmla="*/ 23 w 54196"/>
                <a:gd name="connsiteY92" fmla="*/ 45474 h 44634"/>
                <a:gd name="connsiteX93" fmla="*/ 54219 w 54196"/>
                <a:gd name="connsiteY93" fmla="*/ 45474 h 44634"/>
                <a:gd name="connsiteX94" fmla="*/ 54219 w 54196"/>
                <a:gd name="connsiteY94" fmla="*/ 7215 h 44634"/>
                <a:gd name="connsiteX95" fmla="*/ 53421 w 54196"/>
                <a:gd name="connsiteY95" fmla="*/ 839 h 44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54196" h="44634">
                  <a:moveTo>
                    <a:pt x="25574" y="839"/>
                  </a:moveTo>
                  <a:cubicBezTo>
                    <a:pt x="25574" y="839"/>
                    <a:pt x="25527" y="839"/>
                    <a:pt x="25527" y="7215"/>
                  </a:cubicBezTo>
                  <a:lnTo>
                    <a:pt x="25527" y="45474"/>
                  </a:lnTo>
                  <a:lnTo>
                    <a:pt x="28716" y="45474"/>
                  </a:lnTo>
                  <a:lnTo>
                    <a:pt x="28716" y="7215"/>
                  </a:lnTo>
                  <a:cubicBezTo>
                    <a:pt x="28716" y="839"/>
                    <a:pt x="28668" y="839"/>
                    <a:pt x="28668" y="839"/>
                  </a:cubicBezTo>
                  <a:close/>
                  <a:moveTo>
                    <a:pt x="22479" y="839"/>
                  </a:moveTo>
                  <a:cubicBezTo>
                    <a:pt x="22479" y="839"/>
                    <a:pt x="22338" y="839"/>
                    <a:pt x="22339" y="7215"/>
                  </a:cubicBezTo>
                  <a:lnTo>
                    <a:pt x="22339" y="45474"/>
                  </a:lnTo>
                  <a:lnTo>
                    <a:pt x="31904" y="45474"/>
                  </a:lnTo>
                  <a:lnTo>
                    <a:pt x="31904" y="7215"/>
                  </a:lnTo>
                  <a:cubicBezTo>
                    <a:pt x="31902" y="839"/>
                    <a:pt x="31762" y="839"/>
                    <a:pt x="31762" y="839"/>
                  </a:cubicBezTo>
                  <a:close/>
                  <a:moveTo>
                    <a:pt x="20160" y="839"/>
                  </a:moveTo>
                  <a:cubicBezTo>
                    <a:pt x="20160" y="839"/>
                    <a:pt x="19946" y="839"/>
                    <a:pt x="19948" y="7215"/>
                  </a:cubicBezTo>
                  <a:lnTo>
                    <a:pt x="19948" y="45474"/>
                  </a:lnTo>
                  <a:lnTo>
                    <a:pt x="34295" y="45474"/>
                  </a:lnTo>
                  <a:lnTo>
                    <a:pt x="34295" y="7215"/>
                  </a:lnTo>
                  <a:cubicBezTo>
                    <a:pt x="34293" y="839"/>
                    <a:pt x="34083" y="839"/>
                    <a:pt x="34083" y="839"/>
                  </a:cubicBezTo>
                  <a:close/>
                  <a:moveTo>
                    <a:pt x="20160" y="839"/>
                  </a:moveTo>
                  <a:cubicBezTo>
                    <a:pt x="20160" y="839"/>
                    <a:pt x="19946" y="839"/>
                    <a:pt x="19948" y="7215"/>
                  </a:cubicBezTo>
                  <a:lnTo>
                    <a:pt x="19948" y="45474"/>
                  </a:lnTo>
                  <a:lnTo>
                    <a:pt x="34295" y="45474"/>
                  </a:lnTo>
                  <a:lnTo>
                    <a:pt x="34295" y="7215"/>
                  </a:lnTo>
                  <a:cubicBezTo>
                    <a:pt x="34293" y="839"/>
                    <a:pt x="34083" y="839"/>
                    <a:pt x="34083" y="839"/>
                  </a:cubicBezTo>
                  <a:close/>
                  <a:moveTo>
                    <a:pt x="20160" y="839"/>
                  </a:moveTo>
                  <a:cubicBezTo>
                    <a:pt x="20160" y="839"/>
                    <a:pt x="19946" y="839"/>
                    <a:pt x="19948" y="7215"/>
                  </a:cubicBezTo>
                  <a:lnTo>
                    <a:pt x="19948" y="45474"/>
                  </a:lnTo>
                  <a:lnTo>
                    <a:pt x="34295" y="45474"/>
                  </a:lnTo>
                  <a:lnTo>
                    <a:pt x="34295" y="7215"/>
                  </a:lnTo>
                  <a:cubicBezTo>
                    <a:pt x="34293" y="839"/>
                    <a:pt x="34083" y="839"/>
                    <a:pt x="34083" y="839"/>
                  </a:cubicBezTo>
                  <a:close/>
                  <a:moveTo>
                    <a:pt x="17839" y="839"/>
                  </a:moveTo>
                  <a:cubicBezTo>
                    <a:pt x="17839" y="839"/>
                    <a:pt x="17555" y="839"/>
                    <a:pt x="17557" y="7215"/>
                  </a:cubicBezTo>
                  <a:lnTo>
                    <a:pt x="17557" y="45474"/>
                  </a:lnTo>
                  <a:lnTo>
                    <a:pt x="36686" y="45474"/>
                  </a:lnTo>
                  <a:lnTo>
                    <a:pt x="36686" y="7215"/>
                  </a:lnTo>
                  <a:cubicBezTo>
                    <a:pt x="36684" y="839"/>
                    <a:pt x="36404" y="839"/>
                    <a:pt x="36404" y="839"/>
                  </a:cubicBezTo>
                  <a:close/>
                  <a:moveTo>
                    <a:pt x="15518" y="839"/>
                  </a:moveTo>
                  <a:cubicBezTo>
                    <a:pt x="15518" y="839"/>
                    <a:pt x="15164" y="839"/>
                    <a:pt x="15166" y="7215"/>
                  </a:cubicBezTo>
                  <a:lnTo>
                    <a:pt x="15166" y="45474"/>
                  </a:lnTo>
                  <a:lnTo>
                    <a:pt x="39077" y="45474"/>
                  </a:lnTo>
                  <a:lnTo>
                    <a:pt x="39077" y="7215"/>
                  </a:lnTo>
                  <a:cubicBezTo>
                    <a:pt x="39076" y="839"/>
                    <a:pt x="38725" y="839"/>
                    <a:pt x="38725" y="839"/>
                  </a:cubicBezTo>
                  <a:close/>
                  <a:moveTo>
                    <a:pt x="13197" y="839"/>
                  </a:moveTo>
                  <a:cubicBezTo>
                    <a:pt x="13197" y="839"/>
                    <a:pt x="12773" y="839"/>
                    <a:pt x="12775" y="7215"/>
                  </a:cubicBezTo>
                  <a:lnTo>
                    <a:pt x="12775" y="45474"/>
                  </a:lnTo>
                  <a:lnTo>
                    <a:pt x="41468" y="45474"/>
                  </a:lnTo>
                  <a:lnTo>
                    <a:pt x="41468" y="7215"/>
                  </a:lnTo>
                  <a:cubicBezTo>
                    <a:pt x="41467" y="839"/>
                    <a:pt x="41046" y="839"/>
                    <a:pt x="41046" y="839"/>
                  </a:cubicBezTo>
                  <a:close/>
                  <a:moveTo>
                    <a:pt x="10878" y="839"/>
                  </a:moveTo>
                  <a:cubicBezTo>
                    <a:pt x="10878" y="839"/>
                    <a:pt x="10380" y="839"/>
                    <a:pt x="10383" y="7215"/>
                  </a:cubicBezTo>
                  <a:lnTo>
                    <a:pt x="10383" y="45474"/>
                  </a:lnTo>
                  <a:lnTo>
                    <a:pt x="43859" y="45474"/>
                  </a:lnTo>
                  <a:lnTo>
                    <a:pt x="43859" y="7215"/>
                  </a:lnTo>
                  <a:cubicBezTo>
                    <a:pt x="43856" y="839"/>
                    <a:pt x="43365" y="839"/>
                    <a:pt x="43365" y="839"/>
                  </a:cubicBezTo>
                  <a:close/>
                  <a:moveTo>
                    <a:pt x="9330" y="839"/>
                  </a:moveTo>
                  <a:cubicBezTo>
                    <a:pt x="9330" y="839"/>
                    <a:pt x="8786" y="839"/>
                    <a:pt x="8789" y="7215"/>
                  </a:cubicBezTo>
                  <a:lnTo>
                    <a:pt x="8789" y="45474"/>
                  </a:lnTo>
                  <a:lnTo>
                    <a:pt x="45454" y="45474"/>
                  </a:lnTo>
                  <a:lnTo>
                    <a:pt x="45454" y="7215"/>
                  </a:lnTo>
                  <a:cubicBezTo>
                    <a:pt x="45450" y="839"/>
                    <a:pt x="44913" y="839"/>
                    <a:pt x="44913" y="839"/>
                  </a:cubicBezTo>
                  <a:close/>
                  <a:moveTo>
                    <a:pt x="7783" y="839"/>
                  </a:moveTo>
                  <a:cubicBezTo>
                    <a:pt x="7783" y="839"/>
                    <a:pt x="7192" y="839"/>
                    <a:pt x="7195" y="7215"/>
                  </a:cubicBezTo>
                  <a:lnTo>
                    <a:pt x="7195" y="45474"/>
                  </a:lnTo>
                  <a:lnTo>
                    <a:pt x="47048" y="45474"/>
                  </a:lnTo>
                  <a:lnTo>
                    <a:pt x="47048" y="7215"/>
                  </a:lnTo>
                  <a:cubicBezTo>
                    <a:pt x="47044" y="839"/>
                    <a:pt x="46459" y="839"/>
                    <a:pt x="46459" y="839"/>
                  </a:cubicBezTo>
                  <a:close/>
                  <a:moveTo>
                    <a:pt x="6236" y="839"/>
                  </a:moveTo>
                  <a:cubicBezTo>
                    <a:pt x="6236" y="839"/>
                    <a:pt x="5598" y="839"/>
                    <a:pt x="5601" y="7215"/>
                  </a:cubicBezTo>
                  <a:lnTo>
                    <a:pt x="5601" y="45474"/>
                  </a:lnTo>
                  <a:lnTo>
                    <a:pt x="48642" y="45474"/>
                  </a:lnTo>
                  <a:lnTo>
                    <a:pt x="48642" y="7215"/>
                  </a:lnTo>
                  <a:cubicBezTo>
                    <a:pt x="48639" y="839"/>
                    <a:pt x="48007" y="839"/>
                    <a:pt x="48007" y="839"/>
                  </a:cubicBezTo>
                  <a:close/>
                  <a:moveTo>
                    <a:pt x="4688" y="839"/>
                  </a:moveTo>
                  <a:cubicBezTo>
                    <a:pt x="4688" y="839"/>
                    <a:pt x="4004" y="839"/>
                    <a:pt x="4007" y="7215"/>
                  </a:cubicBezTo>
                  <a:lnTo>
                    <a:pt x="4007" y="45474"/>
                  </a:lnTo>
                  <a:lnTo>
                    <a:pt x="50236" y="45474"/>
                  </a:lnTo>
                  <a:lnTo>
                    <a:pt x="50236" y="7215"/>
                  </a:lnTo>
                  <a:cubicBezTo>
                    <a:pt x="50233" y="839"/>
                    <a:pt x="49554" y="839"/>
                    <a:pt x="49554" y="839"/>
                  </a:cubicBezTo>
                  <a:close/>
                  <a:moveTo>
                    <a:pt x="3141" y="839"/>
                  </a:moveTo>
                  <a:cubicBezTo>
                    <a:pt x="3141" y="839"/>
                    <a:pt x="2410" y="839"/>
                    <a:pt x="2413" y="7215"/>
                  </a:cubicBezTo>
                  <a:lnTo>
                    <a:pt x="2413" y="45474"/>
                  </a:lnTo>
                  <a:lnTo>
                    <a:pt x="51830" y="45474"/>
                  </a:lnTo>
                  <a:lnTo>
                    <a:pt x="51830" y="7215"/>
                  </a:lnTo>
                  <a:cubicBezTo>
                    <a:pt x="51827" y="839"/>
                    <a:pt x="51101" y="839"/>
                    <a:pt x="51101" y="839"/>
                  </a:cubicBezTo>
                  <a:close/>
                  <a:moveTo>
                    <a:pt x="1594" y="839"/>
                  </a:moveTo>
                  <a:cubicBezTo>
                    <a:pt x="1594" y="839"/>
                    <a:pt x="816" y="839"/>
                    <a:pt x="819" y="7215"/>
                  </a:cubicBezTo>
                  <a:lnTo>
                    <a:pt x="819" y="45474"/>
                  </a:lnTo>
                  <a:lnTo>
                    <a:pt x="53424" y="45474"/>
                  </a:lnTo>
                  <a:lnTo>
                    <a:pt x="53424" y="7215"/>
                  </a:lnTo>
                  <a:cubicBezTo>
                    <a:pt x="53421" y="839"/>
                    <a:pt x="52648" y="839"/>
                    <a:pt x="52648" y="839"/>
                  </a:cubicBezTo>
                  <a:close/>
                  <a:moveTo>
                    <a:pt x="822" y="839"/>
                  </a:moveTo>
                  <a:cubicBezTo>
                    <a:pt x="822" y="839"/>
                    <a:pt x="20" y="839"/>
                    <a:pt x="23" y="7215"/>
                  </a:cubicBezTo>
                  <a:lnTo>
                    <a:pt x="23" y="45474"/>
                  </a:lnTo>
                  <a:lnTo>
                    <a:pt x="54219" y="45474"/>
                  </a:lnTo>
                  <a:lnTo>
                    <a:pt x="54219" y="7215"/>
                  </a:lnTo>
                  <a:cubicBezTo>
                    <a:pt x="54215" y="839"/>
                    <a:pt x="53421" y="839"/>
                    <a:pt x="53421" y="839"/>
                  </a:cubicBezTo>
                  <a:close/>
                </a:path>
              </a:pathLst>
            </a:custGeom>
            <a:solidFill>
              <a:srgbClr val="FFFFFF"/>
            </a:solidFill>
            <a:ln w="397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0" name="フリーフォーム: 図形 79">
              <a:extLst>
                <a:ext uri="{FF2B5EF4-FFF2-40B4-BE49-F238E27FC236}">
                  <a16:creationId xmlns:a16="http://schemas.microsoft.com/office/drawing/2014/main" id="{2B8E2670-F6C0-410F-A8F3-33EEA41CEFE0}"/>
                </a:ext>
              </a:extLst>
            </p:cNvPr>
            <p:cNvSpPr/>
            <p:nvPr/>
          </p:nvSpPr>
          <p:spPr>
            <a:xfrm>
              <a:off x="2670063" y="4283998"/>
              <a:ext cx="54195" cy="1118"/>
            </a:xfrm>
            <a:custGeom>
              <a:avLst/>
              <a:gdLst>
                <a:gd name="connsiteX0" fmla="*/ 23 w 54195"/>
                <a:gd name="connsiteY0" fmla="*/ 843 h 1118"/>
                <a:gd name="connsiteX1" fmla="*/ 54219 w 54195"/>
                <a:gd name="connsiteY1" fmla="*/ 843 h 1118"/>
                <a:gd name="connsiteX2" fmla="*/ 54219 w 54195"/>
                <a:gd name="connsiteY2" fmla="*/ 1961 h 1118"/>
                <a:gd name="connsiteX3" fmla="*/ 23 w 54195"/>
                <a:gd name="connsiteY3" fmla="*/ 1961 h 1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195" h="1118">
                  <a:moveTo>
                    <a:pt x="23" y="843"/>
                  </a:moveTo>
                  <a:lnTo>
                    <a:pt x="54219" y="843"/>
                  </a:lnTo>
                  <a:lnTo>
                    <a:pt x="54219" y="1961"/>
                  </a:lnTo>
                  <a:lnTo>
                    <a:pt x="23" y="1961"/>
                  </a:lnTo>
                  <a:close/>
                </a:path>
              </a:pathLst>
            </a:custGeom>
            <a:solidFill>
              <a:srgbClr val="FFFFFF"/>
            </a:solidFill>
            <a:ln w="397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1" name="フリーフォーム: 図形 80">
              <a:extLst>
                <a:ext uri="{FF2B5EF4-FFF2-40B4-BE49-F238E27FC236}">
                  <a16:creationId xmlns:a16="http://schemas.microsoft.com/office/drawing/2014/main" id="{3802BA16-FA7C-A8FE-6333-058AD2025965}"/>
                </a:ext>
              </a:extLst>
            </p:cNvPr>
            <p:cNvSpPr/>
            <p:nvPr/>
          </p:nvSpPr>
          <p:spPr>
            <a:xfrm>
              <a:off x="2670858" y="4237291"/>
              <a:ext cx="52606" cy="3188"/>
            </a:xfrm>
            <a:custGeom>
              <a:avLst/>
              <a:gdLst>
                <a:gd name="connsiteX0" fmla="*/ 24733 w 52606"/>
                <a:gd name="connsiteY0" fmla="*/ 835 h 3188"/>
                <a:gd name="connsiteX1" fmla="*/ 24733 w 52606"/>
                <a:gd name="connsiteY1" fmla="*/ 3210 h 3188"/>
                <a:gd name="connsiteX2" fmla="*/ 24781 w 52606"/>
                <a:gd name="connsiteY2" fmla="*/ 4023 h 3188"/>
                <a:gd name="connsiteX3" fmla="*/ 27872 w 52606"/>
                <a:gd name="connsiteY3" fmla="*/ 4023 h 3188"/>
                <a:gd name="connsiteX4" fmla="*/ 27922 w 52606"/>
                <a:gd name="connsiteY4" fmla="*/ 3210 h 3188"/>
                <a:gd name="connsiteX5" fmla="*/ 27922 w 52606"/>
                <a:gd name="connsiteY5" fmla="*/ 3130 h 3188"/>
                <a:gd name="connsiteX6" fmla="*/ 27922 w 52606"/>
                <a:gd name="connsiteY6" fmla="*/ 835 h 3188"/>
                <a:gd name="connsiteX7" fmla="*/ 22341 w 52606"/>
                <a:gd name="connsiteY7" fmla="*/ 835 h 3188"/>
                <a:gd name="connsiteX8" fmla="*/ 22341 w 52606"/>
                <a:gd name="connsiteY8" fmla="*/ 3210 h 3188"/>
                <a:gd name="connsiteX9" fmla="*/ 22462 w 52606"/>
                <a:gd name="connsiteY9" fmla="*/ 4023 h 3188"/>
                <a:gd name="connsiteX10" fmla="*/ 30190 w 52606"/>
                <a:gd name="connsiteY10" fmla="*/ 4023 h 3188"/>
                <a:gd name="connsiteX11" fmla="*/ 30311 w 52606"/>
                <a:gd name="connsiteY11" fmla="*/ 3210 h 3188"/>
                <a:gd name="connsiteX12" fmla="*/ 30311 w 52606"/>
                <a:gd name="connsiteY12" fmla="*/ 3130 h 3188"/>
                <a:gd name="connsiteX13" fmla="*/ 30311 w 52606"/>
                <a:gd name="connsiteY13" fmla="*/ 835 h 3188"/>
                <a:gd name="connsiteX14" fmla="*/ 19951 w 52606"/>
                <a:gd name="connsiteY14" fmla="*/ 835 h 3188"/>
                <a:gd name="connsiteX15" fmla="*/ 19951 w 52606"/>
                <a:gd name="connsiteY15" fmla="*/ 3210 h 3188"/>
                <a:gd name="connsiteX16" fmla="*/ 20144 w 52606"/>
                <a:gd name="connsiteY16" fmla="*/ 4023 h 3188"/>
                <a:gd name="connsiteX17" fmla="*/ 32509 w 52606"/>
                <a:gd name="connsiteY17" fmla="*/ 4023 h 3188"/>
                <a:gd name="connsiteX18" fmla="*/ 32704 w 52606"/>
                <a:gd name="connsiteY18" fmla="*/ 3210 h 3188"/>
                <a:gd name="connsiteX19" fmla="*/ 32704 w 52606"/>
                <a:gd name="connsiteY19" fmla="*/ 3130 h 3188"/>
                <a:gd name="connsiteX20" fmla="*/ 32704 w 52606"/>
                <a:gd name="connsiteY20" fmla="*/ 835 h 3188"/>
                <a:gd name="connsiteX21" fmla="*/ 18355 w 52606"/>
                <a:gd name="connsiteY21" fmla="*/ 835 h 3188"/>
                <a:gd name="connsiteX22" fmla="*/ 18355 w 52606"/>
                <a:gd name="connsiteY22" fmla="*/ 3210 h 3188"/>
                <a:gd name="connsiteX23" fmla="*/ 18598 w 52606"/>
                <a:gd name="connsiteY23" fmla="*/ 4023 h 3188"/>
                <a:gd name="connsiteX24" fmla="*/ 34054 w 52606"/>
                <a:gd name="connsiteY24" fmla="*/ 4023 h 3188"/>
                <a:gd name="connsiteX25" fmla="*/ 34296 w 52606"/>
                <a:gd name="connsiteY25" fmla="*/ 3210 h 3188"/>
                <a:gd name="connsiteX26" fmla="*/ 34296 w 52606"/>
                <a:gd name="connsiteY26" fmla="*/ 3130 h 3188"/>
                <a:gd name="connsiteX27" fmla="*/ 34296 w 52606"/>
                <a:gd name="connsiteY27" fmla="*/ 835 h 3188"/>
                <a:gd name="connsiteX28" fmla="*/ 16761 w 52606"/>
                <a:gd name="connsiteY28" fmla="*/ 835 h 3188"/>
                <a:gd name="connsiteX29" fmla="*/ 16761 w 52606"/>
                <a:gd name="connsiteY29" fmla="*/ 3210 h 3188"/>
                <a:gd name="connsiteX30" fmla="*/ 17052 w 52606"/>
                <a:gd name="connsiteY30" fmla="*/ 4023 h 3188"/>
                <a:gd name="connsiteX31" fmla="*/ 35599 w 52606"/>
                <a:gd name="connsiteY31" fmla="*/ 4023 h 3188"/>
                <a:gd name="connsiteX32" fmla="*/ 35891 w 52606"/>
                <a:gd name="connsiteY32" fmla="*/ 3210 h 3188"/>
                <a:gd name="connsiteX33" fmla="*/ 35891 w 52606"/>
                <a:gd name="connsiteY33" fmla="*/ 3130 h 3188"/>
                <a:gd name="connsiteX34" fmla="*/ 35891 w 52606"/>
                <a:gd name="connsiteY34" fmla="*/ 835 h 3188"/>
                <a:gd name="connsiteX35" fmla="*/ 15169 w 52606"/>
                <a:gd name="connsiteY35" fmla="*/ 835 h 3188"/>
                <a:gd name="connsiteX36" fmla="*/ 15169 w 52606"/>
                <a:gd name="connsiteY36" fmla="*/ 3210 h 3188"/>
                <a:gd name="connsiteX37" fmla="*/ 15507 w 52606"/>
                <a:gd name="connsiteY37" fmla="*/ 4023 h 3188"/>
                <a:gd name="connsiteX38" fmla="*/ 37147 w 52606"/>
                <a:gd name="connsiteY38" fmla="*/ 4023 h 3188"/>
                <a:gd name="connsiteX39" fmla="*/ 37485 w 52606"/>
                <a:gd name="connsiteY39" fmla="*/ 3210 h 3188"/>
                <a:gd name="connsiteX40" fmla="*/ 37485 w 52606"/>
                <a:gd name="connsiteY40" fmla="*/ 3130 h 3188"/>
                <a:gd name="connsiteX41" fmla="*/ 37485 w 52606"/>
                <a:gd name="connsiteY41" fmla="*/ 835 h 3188"/>
                <a:gd name="connsiteX42" fmla="*/ 13573 w 52606"/>
                <a:gd name="connsiteY42" fmla="*/ 835 h 3188"/>
                <a:gd name="connsiteX43" fmla="*/ 13573 w 52606"/>
                <a:gd name="connsiteY43" fmla="*/ 3210 h 3188"/>
                <a:gd name="connsiteX44" fmla="*/ 13961 w 52606"/>
                <a:gd name="connsiteY44" fmla="*/ 4023 h 3188"/>
                <a:gd name="connsiteX45" fmla="*/ 38691 w 52606"/>
                <a:gd name="connsiteY45" fmla="*/ 4023 h 3188"/>
                <a:gd name="connsiteX46" fmla="*/ 39079 w 52606"/>
                <a:gd name="connsiteY46" fmla="*/ 3210 h 3188"/>
                <a:gd name="connsiteX47" fmla="*/ 39079 w 52606"/>
                <a:gd name="connsiteY47" fmla="*/ 3130 h 3188"/>
                <a:gd name="connsiteX48" fmla="*/ 39079 w 52606"/>
                <a:gd name="connsiteY48" fmla="*/ 835 h 3188"/>
                <a:gd name="connsiteX49" fmla="*/ 11979 w 52606"/>
                <a:gd name="connsiteY49" fmla="*/ 835 h 3188"/>
                <a:gd name="connsiteX50" fmla="*/ 11979 w 52606"/>
                <a:gd name="connsiteY50" fmla="*/ 3210 h 3188"/>
                <a:gd name="connsiteX51" fmla="*/ 12416 w 52606"/>
                <a:gd name="connsiteY51" fmla="*/ 4023 h 3188"/>
                <a:gd name="connsiteX52" fmla="*/ 40236 w 52606"/>
                <a:gd name="connsiteY52" fmla="*/ 4023 h 3188"/>
                <a:gd name="connsiteX53" fmla="*/ 40673 w 52606"/>
                <a:gd name="connsiteY53" fmla="*/ 3210 h 3188"/>
                <a:gd name="connsiteX54" fmla="*/ 40673 w 52606"/>
                <a:gd name="connsiteY54" fmla="*/ 3130 h 3188"/>
                <a:gd name="connsiteX55" fmla="*/ 40673 w 52606"/>
                <a:gd name="connsiteY55" fmla="*/ 835 h 3188"/>
                <a:gd name="connsiteX56" fmla="*/ 10385 w 52606"/>
                <a:gd name="connsiteY56" fmla="*/ 835 h 3188"/>
                <a:gd name="connsiteX57" fmla="*/ 10385 w 52606"/>
                <a:gd name="connsiteY57" fmla="*/ 3210 h 3188"/>
                <a:gd name="connsiteX58" fmla="*/ 10870 w 52606"/>
                <a:gd name="connsiteY58" fmla="*/ 4023 h 3188"/>
                <a:gd name="connsiteX59" fmla="*/ 41782 w 52606"/>
                <a:gd name="connsiteY59" fmla="*/ 4023 h 3188"/>
                <a:gd name="connsiteX60" fmla="*/ 42267 w 52606"/>
                <a:gd name="connsiteY60" fmla="*/ 3210 h 3188"/>
                <a:gd name="connsiteX61" fmla="*/ 42267 w 52606"/>
                <a:gd name="connsiteY61" fmla="*/ 3130 h 3188"/>
                <a:gd name="connsiteX62" fmla="*/ 42267 w 52606"/>
                <a:gd name="connsiteY62" fmla="*/ 835 h 3188"/>
                <a:gd name="connsiteX63" fmla="*/ 8792 w 52606"/>
                <a:gd name="connsiteY63" fmla="*/ 835 h 3188"/>
                <a:gd name="connsiteX64" fmla="*/ 8792 w 52606"/>
                <a:gd name="connsiteY64" fmla="*/ 3210 h 3188"/>
                <a:gd name="connsiteX65" fmla="*/ 9325 w 52606"/>
                <a:gd name="connsiteY65" fmla="*/ 4023 h 3188"/>
                <a:gd name="connsiteX66" fmla="*/ 43329 w 52606"/>
                <a:gd name="connsiteY66" fmla="*/ 4023 h 3188"/>
                <a:gd name="connsiteX67" fmla="*/ 43861 w 52606"/>
                <a:gd name="connsiteY67" fmla="*/ 3210 h 3188"/>
                <a:gd name="connsiteX68" fmla="*/ 43861 w 52606"/>
                <a:gd name="connsiteY68" fmla="*/ 3130 h 3188"/>
                <a:gd name="connsiteX69" fmla="*/ 43861 w 52606"/>
                <a:gd name="connsiteY69" fmla="*/ 835 h 3188"/>
                <a:gd name="connsiteX70" fmla="*/ 7197 w 52606"/>
                <a:gd name="connsiteY70" fmla="*/ 835 h 3188"/>
                <a:gd name="connsiteX71" fmla="*/ 7197 w 52606"/>
                <a:gd name="connsiteY71" fmla="*/ 3210 h 3188"/>
                <a:gd name="connsiteX72" fmla="*/ 7779 w 52606"/>
                <a:gd name="connsiteY72" fmla="*/ 4023 h 3188"/>
                <a:gd name="connsiteX73" fmla="*/ 44873 w 52606"/>
                <a:gd name="connsiteY73" fmla="*/ 4023 h 3188"/>
                <a:gd name="connsiteX74" fmla="*/ 45455 w 52606"/>
                <a:gd name="connsiteY74" fmla="*/ 3210 h 3188"/>
                <a:gd name="connsiteX75" fmla="*/ 45455 w 52606"/>
                <a:gd name="connsiteY75" fmla="*/ 3130 h 3188"/>
                <a:gd name="connsiteX76" fmla="*/ 45455 w 52606"/>
                <a:gd name="connsiteY76" fmla="*/ 835 h 3188"/>
                <a:gd name="connsiteX77" fmla="*/ 5603 w 52606"/>
                <a:gd name="connsiteY77" fmla="*/ 835 h 3188"/>
                <a:gd name="connsiteX78" fmla="*/ 5603 w 52606"/>
                <a:gd name="connsiteY78" fmla="*/ 3210 h 3188"/>
                <a:gd name="connsiteX79" fmla="*/ 6232 w 52606"/>
                <a:gd name="connsiteY79" fmla="*/ 4023 h 3188"/>
                <a:gd name="connsiteX80" fmla="*/ 46420 w 52606"/>
                <a:gd name="connsiteY80" fmla="*/ 4023 h 3188"/>
                <a:gd name="connsiteX81" fmla="*/ 47049 w 52606"/>
                <a:gd name="connsiteY81" fmla="*/ 3210 h 3188"/>
                <a:gd name="connsiteX82" fmla="*/ 47049 w 52606"/>
                <a:gd name="connsiteY82" fmla="*/ 3130 h 3188"/>
                <a:gd name="connsiteX83" fmla="*/ 47049 w 52606"/>
                <a:gd name="connsiteY83" fmla="*/ 835 h 3188"/>
                <a:gd name="connsiteX84" fmla="*/ 4807 w 52606"/>
                <a:gd name="connsiteY84" fmla="*/ 835 h 3188"/>
                <a:gd name="connsiteX85" fmla="*/ 4807 w 52606"/>
                <a:gd name="connsiteY85" fmla="*/ 3210 h 3188"/>
                <a:gd name="connsiteX86" fmla="*/ 5461 w 52606"/>
                <a:gd name="connsiteY86" fmla="*/ 4023 h 3188"/>
                <a:gd name="connsiteX87" fmla="*/ 47193 w 52606"/>
                <a:gd name="connsiteY87" fmla="*/ 4023 h 3188"/>
                <a:gd name="connsiteX88" fmla="*/ 47846 w 52606"/>
                <a:gd name="connsiteY88" fmla="*/ 3210 h 3188"/>
                <a:gd name="connsiteX89" fmla="*/ 47846 w 52606"/>
                <a:gd name="connsiteY89" fmla="*/ 3130 h 3188"/>
                <a:gd name="connsiteX90" fmla="*/ 47846 w 52606"/>
                <a:gd name="connsiteY90" fmla="*/ 835 h 3188"/>
                <a:gd name="connsiteX91" fmla="*/ 4009 w 52606"/>
                <a:gd name="connsiteY91" fmla="*/ 835 h 3188"/>
                <a:gd name="connsiteX92" fmla="*/ 4009 w 52606"/>
                <a:gd name="connsiteY92" fmla="*/ 3210 h 3188"/>
                <a:gd name="connsiteX93" fmla="*/ 4688 w 52606"/>
                <a:gd name="connsiteY93" fmla="*/ 4023 h 3188"/>
                <a:gd name="connsiteX94" fmla="*/ 47964 w 52606"/>
                <a:gd name="connsiteY94" fmla="*/ 4023 h 3188"/>
                <a:gd name="connsiteX95" fmla="*/ 48643 w 52606"/>
                <a:gd name="connsiteY95" fmla="*/ 3210 h 3188"/>
                <a:gd name="connsiteX96" fmla="*/ 48643 w 52606"/>
                <a:gd name="connsiteY96" fmla="*/ 3130 h 3188"/>
                <a:gd name="connsiteX97" fmla="*/ 48643 w 52606"/>
                <a:gd name="connsiteY97" fmla="*/ 835 h 3188"/>
                <a:gd name="connsiteX98" fmla="*/ 3212 w 52606"/>
                <a:gd name="connsiteY98" fmla="*/ 835 h 3188"/>
                <a:gd name="connsiteX99" fmla="*/ 3212 w 52606"/>
                <a:gd name="connsiteY99" fmla="*/ 3210 h 3188"/>
                <a:gd name="connsiteX100" fmla="*/ 3915 w 52606"/>
                <a:gd name="connsiteY100" fmla="*/ 4023 h 3188"/>
                <a:gd name="connsiteX101" fmla="*/ 48737 w 52606"/>
                <a:gd name="connsiteY101" fmla="*/ 4023 h 3188"/>
                <a:gd name="connsiteX102" fmla="*/ 49440 w 52606"/>
                <a:gd name="connsiteY102" fmla="*/ 3210 h 3188"/>
                <a:gd name="connsiteX103" fmla="*/ 49440 w 52606"/>
                <a:gd name="connsiteY103" fmla="*/ 3130 h 3188"/>
                <a:gd name="connsiteX104" fmla="*/ 49440 w 52606"/>
                <a:gd name="connsiteY104" fmla="*/ 835 h 3188"/>
                <a:gd name="connsiteX105" fmla="*/ 2415 w 52606"/>
                <a:gd name="connsiteY105" fmla="*/ 835 h 3188"/>
                <a:gd name="connsiteX106" fmla="*/ 2415 w 52606"/>
                <a:gd name="connsiteY106" fmla="*/ 3210 h 3188"/>
                <a:gd name="connsiteX107" fmla="*/ 3141 w 52606"/>
                <a:gd name="connsiteY107" fmla="*/ 4023 h 3188"/>
                <a:gd name="connsiteX108" fmla="*/ 49511 w 52606"/>
                <a:gd name="connsiteY108" fmla="*/ 4023 h 3188"/>
                <a:gd name="connsiteX109" fmla="*/ 50237 w 52606"/>
                <a:gd name="connsiteY109" fmla="*/ 3210 h 3188"/>
                <a:gd name="connsiteX110" fmla="*/ 50237 w 52606"/>
                <a:gd name="connsiteY110" fmla="*/ 3130 h 3188"/>
                <a:gd name="connsiteX111" fmla="*/ 50237 w 52606"/>
                <a:gd name="connsiteY111" fmla="*/ 835 h 3188"/>
                <a:gd name="connsiteX112" fmla="*/ 1617 w 52606"/>
                <a:gd name="connsiteY112" fmla="*/ 835 h 3188"/>
                <a:gd name="connsiteX113" fmla="*/ 1617 w 52606"/>
                <a:gd name="connsiteY113" fmla="*/ 3210 h 3188"/>
                <a:gd name="connsiteX114" fmla="*/ 2368 w 52606"/>
                <a:gd name="connsiteY114" fmla="*/ 4023 h 3188"/>
                <a:gd name="connsiteX115" fmla="*/ 50284 w 52606"/>
                <a:gd name="connsiteY115" fmla="*/ 4023 h 3188"/>
                <a:gd name="connsiteX116" fmla="*/ 51033 w 52606"/>
                <a:gd name="connsiteY116" fmla="*/ 3210 h 3188"/>
                <a:gd name="connsiteX117" fmla="*/ 51033 w 52606"/>
                <a:gd name="connsiteY117" fmla="*/ 3130 h 3188"/>
                <a:gd name="connsiteX118" fmla="*/ 51033 w 52606"/>
                <a:gd name="connsiteY118" fmla="*/ 835 h 3188"/>
                <a:gd name="connsiteX119" fmla="*/ 820 w 52606"/>
                <a:gd name="connsiteY119" fmla="*/ 835 h 3188"/>
                <a:gd name="connsiteX120" fmla="*/ 820 w 52606"/>
                <a:gd name="connsiteY120" fmla="*/ 3210 h 3188"/>
                <a:gd name="connsiteX121" fmla="*/ 1595 w 52606"/>
                <a:gd name="connsiteY121" fmla="*/ 4023 h 3188"/>
                <a:gd name="connsiteX122" fmla="*/ 51055 w 52606"/>
                <a:gd name="connsiteY122" fmla="*/ 4023 h 3188"/>
                <a:gd name="connsiteX123" fmla="*/ 51830 w 52606"/>
                <a:gd name="connsiteY123" fmla="*/ 3210 h 3188"/>
                <a:gd name="connsiteX124" fmla="*/ 51830 w 52606"/>
                <a:gd name="connsiteY124" fmla="*/ 3130 h 3188"/>
                <a:gd name="connsiteX125" fmla="*/ 51830 w 52606"/>
                <a:gd name="connsiteY125" fmla="*/ 835 h 3188"/>
                <a:gd name="connsiteX126" fmla="*/ 23 w 52606"/>
                <a:gd name="connsiteY126" fmla="*/ 835 h 3188"/>
                <a:gd name="connsiteX127" fmla="*/ 23 w 52606"/>
                <a:gd name="connsiteY127" fmla="*/ 3210 h 3188"/>
                <a:gd name="connsiteX128" fmla="*/ 822 w 52606"/>
                <a:gd name="connsiteY128" fmla="*/ 4023 h 3188"/>
                <a:gd name="connsiteX129" fmla="*/ 51830 w 52606"/>
                <a:gd name="connsiteY129" fmla="*/ 4023 h 3188"/>
                <a:gd name="connsiteX130" fmla="*/ 52629 w 52606"/>
                <a:gd name="connsiteY130" fmla="*/ 3210 h 3188"/>
                <a:gd name="connsiteX131" fmla="*/ 52629 w 52606"/>
                <a:gd name="connsiteY131" fmla="*/ 3130 h 3188"/>
                <a:gd name="connsiteX132" fmla="*/ 52629 w 52606"/>
                <a:gd name="connsiteY132" fmla="*/ 835 h 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52606" h="3188">
                  <a:moveTo>
                    <a:pt x="24733" y="835"/>
                  </a:moveTo>
                  <a:lnTo>
                    <a:pt x="24733" y="3210"/>
                  </a:lnTo>
                  <a:cubicBezTo>
                    <a:pt x="24733" y="3656"/>
                    <a:pt x="24754" y="4023"/>
                    <a:pt x="24781" y="4023"/>
                  </a:cubicBezTo>
                  <a:lnTo>
                    <a:pt x="27872" y="4023"/>
                  </a:lnTo>
                  <a:cubicBezTo>
                    <a:pt x="27899" y="4023"/>
                    <a:pt x="27922" y="3656"/>
                    <a:pt x="27922" y="3210"/>
                  </a:cubicBezTo>
                  <a:cubicBezTo>
                    <a:pt x="27922" y="3194"/>
                    <a:pt x="27922" y="3162"/>
                    <a:pt x="27922" y="3130"/>
                  </a:cubicBezTo>
                  <a:lnTo>
                    <a:pt x="27922" y="835"/>
                  </a:lnTo>
                  <a:close/>
                  <a:moveTo>
                    <a:pt x="22341" y="835"/>
                  </a:moveTo>
                  <a:lnTo>
                    <a:pt x="22341" y="3210"/>
                  </a:lnTo>
                  <a:cubicBezTo>
                    <a:pt x="22341" y="3656"/>
                    <a:pt x="22395" y="4023"/>
                    <a:pt x="22462" y="4023"/>
                  </a:cubicBezTo>
                  <a:lnTo>
                    <a:pt x="30190" y="4023"/>
                  </a:lnTo>
                  <a:cubicBezTo>
                    <a:pt x="30257" y="4023"/>
                    <a:pt x="30311" y="3656"/>
                    <a:pt x="30311" y="3210"/>
                  </a:cubicBezTo>
                  <a:cubicBezTo>
                    <a:pt x="30311" y="3194"/>
                    <a:pt x="30311" y="3162"/>
                    <a:pt x="30311" y="3130"/>
                  </a:cubicBezTo>
                  <a:lnTo>
                    <a:pt x="30311" y="835"/>
                  </a:lnTo>
                  <a:close/>
                  <a:moveTo>
                    <a:pt x="19951" y="835"/>
                  </a:moveTo>
                  <a:lnTo>
                    <a:pt x="19951" y="3210"/>
                  </a:lnTo>
                  <a:cubicBezTo>
                    <a:pt x="19951" y="3656"/>
                    <a:pt x="20037" y="4023"/>
                    <a:pt x="20144" y="4023"/>
                  </a:cubicBezTo>
                  <a:lnTo>
                    <a:pt x="32509" y="4023"/>
                  </a:lnTo>
                  <a:cubicBezTo>
                    <a:pt x="32616" y="4023"/>
                    <a:pt x="32704" y="3656"/>
                    <a:pt x="32704" y="3210"/>
                  </a:cubicBezTo>
                  <a:cubicBezTo>
                    <a:pt x="32704" y="3194"/>
                    <a:pt x="32704" y="3162"/>
                    <a:pt x="32704" y="3130"/>
                  </a:cubicBezTo>
                  <a:lnTo>
                    <a:pt x="32704" y="835"/>
                  </a:lnTo>
                  <a:close/>
                  <a:moveTo>
                    <a:pt x="18355" y="835"/>
                  </a:moveTo>
                  <a:lnTo>
                    <a:pt x="18355" y="3210"/>
                  </a:lnTo>
                  <a:cubicBezTo>
                    <a:pt x="18355" y="3656"/>
                    <a:pt x="18464" y="4023"/>
                    <a:pt x="18598" y="4023"/>
                  </a:cubicBezTo>
                  <a:lnTo>
                    <a:pt x="34054" y="4023"/>
                  </a:lnTo>
                  <a:cubicBezTo>
                    <a:pt x="34188" y="4023"/>
                    <a:pt x="34296" y="3656"/>
                    <a:pt x="34296" y="3210"/>
                  </a:cubicBezTo>
                  <a:cubicBezTo>
                    <a:pt x="34296" y="3194"/>
                    <a:pt x="34296" y="3162"/>
                    <a:pt x="34296" y="3130"/>
                  </a:cubicBezTo>
                  <a:lnTo>
                    <a:pt x="34296" y="835"/>
                  </a:lnTo>
                  <a:close/>
                  <a:moveTo>
                    <a:pt x="16761" y="835"/>
                  </a:moveTo>
                  <a:lnTo>
                    <a:pt x="16761" y="3210"/>
                  </a:lnTo>
                  <a:cubicBezTo>
                    <a:pt x="16761" y="3656"/>
                    <a:pt x="16892" y="4023"/>
                    <a:pt x="17052" y="4023"/>
                  </a:cubicBezTo>
                  <a:lnTo>
                    <a:pt x="35599" y="4023"/>
                  </a:lnTo>
                  <a:cubicBezTo>
                    <a:pt x="35760" y="4023"/>
                    <a:pt x="35891" y="3656"/>
                    <a:pt x="35891" y="3210"/>
                  </a:cubicBezTo>
                  <a:cubicBezTo>
                    <a:pt x="35891" y="3194"/>
                    <a:pt x="35891" y="3162"/>
                    <a:pt x="35891" y="3130"/>
                  </a:cubicBezTo>
                  <a:lnTo>
                    <a:pt x="35891" y="835"/>
                  </a:lnTo>
                  <a:close/>
                  <a:moveTo>
                    <a:pt x="15169" y="835"/>
                  </a:moveTo>
                  <a:lnTo>
                    <a:pt x="15169" y="3210"/>
                  </a:lnTo>
                  <a:cubicBezTo>
                    <a:pt x="15169" y="3656"/>
                    <a:pt x="15320" y="4023"/>
                    <a:pt x="15507" y="4023"/>
                  </a:cubicBezTo>
                  <a:lnTo>
                    <a:pt x="37147" y="4023"/>
                  </a:lnTo>
                  <a:cubicBezTo>
                    <a:pt x="37333" y="4023"/>
                    <a:pt x="37485" y="3656"/>
                    <a:pt x="37485" y="3210"/>
                  </a:cubicBezTo>
                  <a:cubicBezTo>
                    <a:pt x="37485" y="3194"/>
                    <a:pt x="37486" y="3162"/>
                    <a:pt x="37485" y="3130"/>
                  </a:cubicBezTo>
                  <a:lnTo>
                    <a:pt x="37485" y="835"/>
                  </a:lnTo>
                  <a:close/>
                  <a:moveTo>
                    <a:pt x="13573" y="835"/>
                  </a:moveTo>
                  <a:lnTo>
                    <a:pt x="13573" y="3210"/>
                  </a:lnTo>
                  <a:cubicBezTo>
                    <a:pt x="13573" y="3656"/>
                    <a:pt x="13747" y="4023"/>
                    <a:pt x="13961" y="4023"/>
                  </a:cubicBezTo>
                  <a:lnTo>
                    <a:pt x="38691" y="4023"/>
                  </a:lnTo>
                  <a:cubicBezTo>
                    <a:pt x="38905" y="4023"/>
                    <a:pt x="39079" y="3656"/>
                    <a:pt x="39079" y="3210"/>
                  </a:cubicBezTo>
                  <a:cubicBezTo>
                    <a:pt x="39079" y="3194"/>
                    <a:pt x="39080" y="3162"/>
                    <a:pt x="39079" y="3130"/>
                  </a:cubicBezTo>
                  <a:lnTo>
                    <a:pt x="39079" y="835"/>
                  </a:lnTo>
                  <a:close/>
                  <a:moveTo>
                    <a:pt x="11979" y="835"/>
                  </a:moveTo>
                  <a:lnTo>
                    <a:pt x="11979" y="3210"/>
                  </a:lnTo>
                  <a:cubicBezTo>
                    <a:pt x="11979" y="3656"/>
                    <a:pt x="12174" y="4023"/>
                    <a:pt x="12416" y="4023"/>
                  </a:cubicBezTo>
                  <a:lnTo>
                    <a:pt x="40236" y="4023"/>
                  </a:lnTo>
                  <a:cubicBezTo>
                    <a:pt x="40477" y="4023"/>
                    <a:pt x="40673" y="3656"/>
                    <a:pt x="40673" y="3210"/>
                  </a:cubicBezTo>
                  <a:cubicBezTo>
                    <a:pt x="40673" y="3194"/>
                    <a:pt x="40674" y="3162"/>
                    <a:pt x="40673" y="3130"/>
                  </a:cubicBezTo>
                  <a:lnTo>
                    <a:pt x="40673" y="835"/>
                  </a:lnTo>
                  <a:close/>
                  <a:moveTo>
                    <a:pt x="10385" y="835"/>
                  </a:moveTo>
                  <a:lnTo>
                    <a:pt x="10385" y="3210"/>
                  </a:lnTo>
                  <a:cubicBezTo>
                    <a:pt x="10385" y="3656"/>
                    <a:pt x="10602" y="4023"/>
                    <a:pt x="10870" y="4023"/>
                  </a:cubicBezTo>
                  <a:lnTo>
                    <a:pt x="41782" y="4023"/>
                  </a:lnTo>
                  <a:cubicBezTo>
                    <a:pt x="42050" y="4023"/>
                    <a:pt x="42267" y="3656"/>
                    <a:pt x="42267" y="3210"/>
                  </a:cubicBezTo>
                  <a:cubicBezTo>
                    <a:pt x="42267" y="3194"/>
                    <a:pt x="42269" y="3162"/>
                    <a:pt x="42267" y="3130"/>
                  </a:cubicBezTo>
                  <a:lnTo>
                    <a:pt x="42267" y="835"/>
                  </a:lnTo>
                  <a:close/>
                  <a:moveTo>
                    <a:pt x="8792" y="835"/>
                  </a:moveTo>
                  <a:lnTo>
                    <a:pt x="8792" y="3210"/>
                  </a:lnTo>
                  <a:cubicBezTo>
                    <a:pt x="8792" y="3656"/>
                    <a:pt x="9030" y="4023"/>
                    <a:pt x="9325" y="4023"/>
                  </a:cubicBezTo>
                  <a:lnTo>
                    <a:pt x="43329" y="4023"/>
                  </a:lnTo>
                  <a:cubicBezTo>
                    <a:pt x="43624" y="4023"/>
                    <a:pt x="43861" y="3656"/>
                    <a:pt x="43861" y="3210"/>
                  </a:cubicBezTo>
                  <a:cubicBezTo>
                    <a:pt x="43861" y="3194"/>
                    <a:pt x="43863" y="3162"/>
                    <a:pt x="43861" y="3130"/>
                  </a:cubicBezTo>
                  <a:lnTo>
                    <a:pt x="43861" y="835"/>
                  </a:lnTo>
                  <a:close/>
                  <a:moveTo>
                    <a:pt x="7197" y="835"/>
                  </a:moveTo>
                  <a:lnTo>
                    <a:pt x="7197" y="3210"/>
                  </a:lnTo>
                  <a:cubicBezTo>
                    <a:pt x="7197" y="3656"/>
                    <a:pt x="7458" y="4023"/>
                    <a:pt x="7779" y="4023"/>
                  </a:cubicBezTo>
                  <a:lnTo>
                    <a:pt x="44873" y="4023"/>
                  </a:lnTo>
                  <a:cubicBezTo>
                    <a:pt x="45195" y="4023"/>
                    <a:pt x="45455" y="3656"/>
                    <a:pt x="45455" y="3210"/>
                  </a:cubicBezTo>
                  <a:cubicBezTo>
                    <a:pt x="45455" y="3194"/>
                    <a:pt x="45457" y="3162"/>
                    <a:pt x="45455" y="3130"/>
                  </a:cubicBezTo>
                  <a:lnTo>
                    <a:pt x="45455" y="835"/>
                  </a:lnTo>
                  <a:close/>
                  <a:moveTo>
                    <a:pt x="5603" y="835"/>
                  </a:moveTo>
                  <a:lnTo>
                    <a:pt x="5603" y="3210"/>
                  </a:lnTo>
                  <a:cubicBezTo>
                    <a:pt x="5603" y="3656"/>
                    <a:pt x="5885" y="4023"/>
                    <a:pt x="6232" y="4023"/>
                  </a:cubicBezTo>
                  <a:lnTo>
                    <a:pt x="46420" y="4023"/>
                  </a:lnTo>
                  <a:cubicBezTo>
                    <a:pt x="46767" y="4023"/>
                    <a:pt x="47049" y="3656"/>
                    <a:pt x="47049" y="3210"/>
                  </a:cubicBezTo>
                  <a:cubicBezTo>
                    <a:pt x="47049" y="3194"/>
                    <a:pt x="47051" y="3162"/>
                    <a:pt x="47049" y="3130"/>
                  </a:cubicBezTo>
                  <a:lnTo>
                    <a:pt x="47049" y="835"/>
                  </a:lnTo>
                  <a:close/>
                  <a:moveTo>
                    <a:pt x="4807" y="835"/>
                  </a:moveTo>
                  <a:lnTo>
                    <a:pt x="4807" y="3210"/>
                  </a:lnTo>
                  <a:cubicBezTo>
                    <a:pt x="4807" y="3656"/>
                    <a:pt x="5099" y="4023"/>
                    <a:pt x="5461" y="4023"/>
                  </a:cubicBezTo>
                  <a:lnTo>
                    <a:pt x="47193" y="4023"/>
                  </a:lnTo>
                  <a:cubicBezTo>
                    <a:pt x="47553" y="4023"/>
                    <a:pt x="47846" y="3656"/>
                    <a:pt x="47846" y="3210"/>
                  </a:cubicBezTo>
                  <a:cubicBezTo>
                    <a:pt x="47846" y="3194"/>
                    <a:pt x="47848" y="3162"/>
                    <a:pt x="47846" y="3130"/>
                  </a:cubicBezTo>
                  <a:lnTo>
                    <a:pt x="47846" y="835"/>
                  </a:lnTo>
                  <a:close/>
                  <a:moveTo>
                    <a:pt x="4009" y="835"/>
                  </a:moveTo>
                  <a:lnTo>
                    <a:pt x="4009" y="3210"/>
                  </a:lnTo>
                  <a:cubicBezTo>
                    <a:pt x="4009" y="3656"/>
                    <a:pt x="4313" y="4023"/>
                    <a:pt x="4688" y="4023"/>
                  </a:cubicBezTo>
                  <a:lnTo>
                    <a:pt x="47964" y="4023"/>
                  </a:lnTo>
                  <a:cubicBezTo>
                    <a:pt x="48339" y="4023"/>
                    <a:pt x="48643" y="3656"/>
                    <a:pt x="48643" y="3210"/>
                  </a:cubicBezTo>
                  <a:cubicBezTo>
                    <a:pt x="48643" y="3194"/>
                    <a:pt x="48645" y="3162"/>
                    <a:pt x="48643" y="3130"/>
                  </a:cubicBezTo>
                  <a:lnTo>
                    <a:pt x="48643" y="835"/>
                  </a:lnTo>
                  <a:close/>
                  <a:moveTo>
                    <a:pt x="3212" y="835"/>
                  </a:moveTo>
                  <a:lnTo>
                    <a:pt x="3212" y="3210"/>
                  </a:lnTo>
                  <a:cubicBezTo>
                    <a:pt x="3212" y="3656"/>
                    <a:pt x="3527" y="4023"/>
                    <a:pt x="3915" y="4023"/>
                  </a:cubicBezTo>
                  <a:lnTo>
                    <a:pt x="48737" y="4023"/>
                  </a:lnTo>
                  <a:cubicBezTo>
                    <a:pt x="49125" y="4023"/>
                    <a:pt x="49440" y="3656"/>
                    <a:pt x="49440" y="3210"/>
                  </a:cubicBezTo>
                  <a:cubicBezTo>
                    <a:pt x="49440" y="3194"/>
                    <a:pt x="49442" y="3162"/>
                    <a:pt x="49440" y="3130"/>
                  </a:cubicBezTo>
                  <a:lnTo>
                    <a:pt x="49440" y="835"/>
                  </a:lnTo>
                  <a:close/>
                  <a:moveTo>
                    <a:pt x="2415" y="835"/>
                  </a:moveTo>
                  <a:lnTo>
                    <a:pt x="2415" y="3210"/>
                  </a:lnTo>
                  <a:cubicBezTo>
                    <a:pt x="2415" y="3656"/>
                    <a:pt x="2740" y="4023"/>
                    <a:pt x="3141" y="4023"/>
                  </a:cubicBezTo>
                  <a:lnTo>
                    <a:pt x="49511" y="4023"/>
                  </a:lnTo>
                  <a:cubicBezTo>
                    <a:pt x="49912" y="4023"/>
                    <a:pt x="50237" y="3656"/>
                    <a:pt x="50237" y="3210"/>
                  </a:cubicBezTo>
                  <a:cubicBezTo>
                    <a:pt x="50237" y="3194"/>
                    <a:pt x="50239" y="3162"/>
                    <a:pt x="50237" y="3130"/>
                  </a:cubicBezTo>
                  <a:lnTo>
                    <a:pt x="50237" y="835"/>
                  </a:lnTo>
                  <a:close/>
                  <a:moveTo>
                    <a:pt x="1617" y="835"/>
                  </a:moveTo>
                  <a:lnTo>
                    <a:pt x="1617" y="3210"/>
                  </a:lnTo>
                  <a:cubicBezTo>
                    <a:pt x="1617" y="3656"/>
                    <a:pt x="1954" y="4023"/>
                    <a:pt x="2368" y="4023"/>
                  </a:cubicBezTo>
                  <a:lnTo>
                    <a:pt x="50284" y="4023"/>
                  </a:lnTo>
                  <a:cubicBezTo>
                    <a:pt x="50698" y="4023"/>
                    <a:pt x="51033" y="3656"/>
                    <a:pt x="51033" y="3210"/>
                  </a:cubicBezTo>
                  <a:cubicBezTo>
                    <a:pt x="51033" y="3194"/>
                    <a:pt x="51036" y="3162"/>
                    <a:pt x="51033" y="3130"/>
                  </a:cubicBezTo>
                  <a:lnTo>
                    <a:pt x="51033" y="835"/>
                  </a:lnTo>
                  <a:close/>
                  <a:moveTo>
                    <a:pt x="820" y="835"/>
                  </a:moveTo>
                  <a:lnTo>
                    <a:pt x="820" y="3210"/>
                  </a:lnTo>
                  <a:cubicBezTo>
                    <a:pt x="820" y="3656"/>
                    <a:pt x="1168" y="4023"/>
                    <a:pt x="1595" y="4023"/>
                  </a:cubicBezTo>
                  <a:lnTo>
                    <a:pt x="51055" y="4023"/>
                  </a:lnTo>
                  <a:cubicBezTo>
                    <a:pt x="51484" y="4023"/>
                    <a:pt x="51830" y="3656"/>
                    <a:pt x="51830" y="3210"/>
                  </a:cubicBezTo>
                  <a:cubicBezTo>
                    <a:pt x="51830" y="3194"/>
                    <a:pt x="51833" y="3162"/>
                    <a:pt x="51830" y="3130"/>
                  </a:cubicBezTo>
                  <a:lnTo>
                    <a:pt x="51830" y="835"/>
                  </a:lnTo>
                  <a:close/>
                  <a:moveTo>
                    <a:pt x="23" y="835"/>
                  </a:moveTo>
                  <a:lnTo>
                    <a:pt x="23" y="3210"/>
                  </a:lnTo>
                  <a:cubicBezTo>
                    <a:pt x="23" y="3656"/>
                    <a:pt x="380" y="4023"/>
                    <a:pt x="822" y="4023"/>
                  </a:cubicBezTo>
                  <a:lnTo>
                    <a:pt x="51830" y="4023"/>
                  </a:lnTo>
                  <a:cubicBezTo>
                    <a:pt x="52271" y="4023"/>
                    <a:pt x="52629" y="3656"/>
                    <a:pt x="52629" y="3210"/>
                  </a:cubicBezTo>
                  <a:cubicBezTo>
                    <a:pt x="52629" y="3194"/>
                    <a:pt x="52632" y="3162"/>
                    <a:pt x="52629" y="3130"/>
                  </a:cubicBezTo>
                  <a:lnTo>
                    <a:pt x="52629" y="835"/>
                  </a:lnTo>
                  <a:close/>
                </a:path>
              </a:pathLst>
            </a:custGeom>
            <a:solidFill>
              <a:srgbClr val="FFFFFF"/>
            </a:solidFill>
            <a:ln w="397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2" name="フリーフォーム: 図形 81">
              <a:extLst>
                <a:ext uri="{FF2B5EF4-FFF2-40B4-BE49-F238E27FC236}">
                  <a16:creationId xmlns:a16="http://schemas.microsoft.com/office/drawing/2014/main" id="{7C9675FC-DE80-D9B0-A554-3F231C8AA0E5}"/>
                </a:ext>
              </a:extLst>
            </p:cNvPr>
            <p:cNvSpPr/>
            <p:nvPr/>
          </p:nvSpPr>
          <p:spPr>
            <a:xfrm>
              <a:off x="2674845" y="4226132"/>
              <a:ext cx="44633" cy="1589"/>
            </a:xfrm>
            <a:custGeom>
              <a:avLst/>
              <a:gdLst>
                <a:gd name="connsiteX0" fmla="*/ 23 w 44633"/>
                <a:gd name="connsiteY0" fmla="*/ 833 h 1589"/>
                <a:gd name="connsiteX1" fmla="*/ 44657 w 44633"/>
                <a:gd name="connsiteY1" fmla="*/ 833 h 1589"/>
                <a:gd name="connsiteX2" fmla="*/ 44657 w 44633"/>
                <a:gd name="connsiteY2" fmla="*/ 2422 h 1589"/>
                <a:gd name="connsiteX3" fmla="*/ 23 w 44633"/>
                <a:gd name="connsiteY3" fmla="*/ 2422 h 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633" h="1589">
                  <a:moveTo>
                    <a:pt x="23" y="833"/>
                  </a:moveTo>
                  <a:lnTo>
                    <a:pt x="44657" y="833"/>
                  </a:lnTo>
                  <a:lnTo>
                    <a:pt x="44657" y="2422"/>
                  </a:lnTo>
                  <a:lnTo>
                    <a:pt x="23" y="2422"/>
                  </a:lnTo>
                  <a:close/>
                </a:path>
              </a:pathLst>
            </a:custGeom>
            <a:solidFill>
              <a:srgbClr val="FFFFFF"/>
            </a:solidFill>
            <a:ln w="397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86" name="フリーフォーム: 図形 85">
            <a:extLst>
              <a:ext uri="{FF2B5EF4-FFF2-40B4-BE49-F238E27FC236}">
                <a16:creationId xmlns:a16="http://schemas.microsoft.com/office/drawing/2014/main" id="{A163AC30-4518-FFA4-9916-F6D03A6D319F}"/>
              </a:ext>
            </a:extLst>
          </p:cNvPr>
          <p:cNvSpPr/>
          <p:nvPr/>
        </p:nvSpPr>
        <p:spPr>
          <a:xfrm>
            <a:off x="2919966" y="3787207"/>
            <a:ext cx="79704" cy="79704"/>
          </a:xfrm>
          <a:custGeom>
            <a:avLst/>
            <a:gdLst>
              <a:gd name="connsiteX0" fmla="*/ 69 w 79704"/>
              <a:gd name="connsiteY0" fmla="*/ 667 h 79704"/>
              <a:gd name="connsiteX1" fmla="*/ 79774 w 79704"/>
              <a:gd name="connsiteY1" fmla="*/ 667 h 79704"/>
              <a:gd name="connsiteX2" fmla="*/ 79774 w 79704"/>
              <a:gd name="connsiteY2" fmla="*/ 80372 h 79704"/>
              <a:gd name="connsiteX3" fmla="*/ 69 w 79704"/>
              <a:gd name="connsiteY3" fmla="*/ 80372 h 79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704" h="79704">
                <a:moveTo>
                  <a:pt x="69" y="667"/>
                </a:moveTo>
                <a:lnTo>
                  <a:pt x="79774" y="667"/>
                </a:lnTo>
                <a:lnTo>
                  <a:pt x="79774" y="80372"/>
                </a:lnTo>
                <a:lnTo>
                  <a:pt x="69" y="80372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  <a:ln w="1591" cap="sq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grpSp>
        <p:nvGrpSpPr>
          <p:cNvPr id="340" name="グループ化 339">
            <a:extLst>
              <a:ext uri="{FF2B5EF4-FFF2-40B4-BE49-F238E27FC236}">
                <a16:creationId xmlns:a16="http://schemas.microsoft.com/office/drawing/2014/main" id="{24486681-90C1-5AF9-46BF-655F4ADB704A}"/>
              </a:ext>
            </a:extLst>
          </p:cNvPr>
          <p:cNvGrpSpPr/>
          <p:nvPr/>
        </p:nvGrpSpPr>
        <p:grpSpPr>
          <a:xfrm>
            <a:off x="2571142" y="0"/>
            <a:ext cx="1434687" cy="3411366"/>
            <a:chOff x="2571142" y="0"/>
            <a:chExt cx="1434687" cy="3411366"/>
          </a:xfrm>
        </p:grpSpPr>
        <p:sp>
          <p:nvSpPr>
            <p:cNvPr id="83" name="フリーフォーム: 図形 82">
              <a:extLst>
                <a:ext uri="{FF2B5EF4-FFF2-40B4-BE49-F238E27FC236}">
                  <a16:creationId xmlns:a16="http://schemas.microsoft.com/office/drawing/2014/main" id="{11AD308F-B3D2-D70B-E80D-67B34553A80D}"/>
                </a:ext>
              </a:extLst>
            </p:cNvPr>
            <p:cNvSpPr/>
            <p:nvPr/>
          </p:nvSpPr>
          <p:spPr>
            <a:xfrm>
              <a:off x="2571142" y="0"/>
              <a:ext cx="1434687" cy="2869374"/>
            </a:xfrm>
            <a:custGeom>
              <a:avLst/>
              <a:gdLst>
                <a:gd name="connsiteX0" fmla="*/ 126 w 1434687"/>
                <a:gd name="connsiteY0" fmla="*/ 250 h 2869374"/>
                <a:gd name="connsiteX1" fmla="*/ 1434814 w 1434687"/>
                <a:gd name="connsiteY1" fmla="*/ 250 h 2869374"/>
                <a:gd name="connsiteX2" fmla="*/ 1434814 w 1434687"/>
                <a:gd name="connsiteY2" fmla="*/ 2869625 h 2869374"/>
                <a:gd name="connsiteX3" fmla="*/ 126 w 1434687"/>
                <a:gd name="connsiteY3" fmla="*/ 2869625 h 2869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4687" h="2869374">
                  <a:moveTo>
                    <a:pt x="126" y="250"/>
                  </a:moveTo>
                  <a:lnTo>
                    <a:pt x="1434814" y="250"/>
                  </a:lnTo>
                  <a:lnTo>
                    <a:pt x="1434814" y="2869625"/>
                  </a:lnTo>
                  <a:lnTo>
                    <a:pt x="126" y="2869625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4" name="フリーフォーム: 図形 83">
              <a:extLst>
                <a:ext uri="{FF2B5EF4-FFF2-40B4-BE49-F238E27FC236}">
                  <a16:creationId xmlns:a16="http://schemas.microsoft.com/office/drawing/2014/main" id="{4A7D91F4-363D-62EE-FDA7-0A3306E634DC}"/>
                </a:ext>
              </a:extLst>
            </p:cNvPr>
            <p:cNvSpPr/>
            <p:nvPr/>
          </p:nvSpPr>
          <p:spPr>
            <a:xfrm>
              <a:off x="2571142" y="2311440"/>
              <a:ext cx="79708" cy="1020238"/>
            </a:xfrm>
            <a:custGeom>
              <a:avLst/>
              <a:gdLst>
                <a:gd name="connsiteX0" fmla="*/ 15948 w 79708"/>
                <a:gd name="connsiteY0" fmla="*/ 492 h 1020238"/>
                <a:gd name="connsiteX1" fmla="*/ 8 w 79708"/>
                <a:gd name="connsiteY1" fmla="*/ 16433 h 1020238"/>
                <a:gd name="connsiteX2" fmla="*/ 8 w 79708"/>
                <a:gd name="connsiteY2" fmla="*/ 992435 h 1020238"/>
                <a:gd name="connsiteX3" fmla="*/ 8 w 79708"/>
                <a:gd name="connsiteY3" fmla="*/ 1004789 h 1020238"/>
                <a:gd name="connsiteX4" fmla="*/ 8 w 79708"/>
                <a:gd name="connsiteY4" fmla="*/ 1020730 h 1020238"/>
                <a:gd name="connsiteX5" fmla="*/ 15948 w 79708"/>
                <a:gd name="connsiteY5" fmla="*/ 1020730 h 1020238"/>
                <a:gd name="connsiteX6" fmla="*/ 63768 w 79708"/>
                <a:gd name="connsiteY6" fmla="*/ 1020730 h 1020238"/>
                <a:gd name="connsiteX7" fmla="*/ 79717 w 79708"/>
                <a:gd name="connsiteY7" fmla="*/ 1020730 h 1020238"/>
                <a:gd name="connsiteX8" fmla="*/ 79717 w 79708"/>
                <a:gd name="connsiteY8" fmla="*/ 1004789 h 1020238"/>
                <a:gd name="connsiteX9" fmla="*/ 79717 w 79708"/>
                <a:gd name="connsiteY9" fmla="*/ 992435 h 1020238"/>
                <a:gd name="connsiteX10" fmla="*/ 79717 w 79708"/>
                <a:gd name="connsiteY10" fmla="*/ 16433 h 1020238"/>
                <a:gd name="connsiteX11" fmla="*/ 63768 w 79708"/>
                <a:gd name="connsiteY11" fmla="*/ 492 h 10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9708" h="1020238">
                  <a:moveTo>
                    <a:pt x="15948" y="492"/>
                  </a:moveTo>
                  <a:cubicBezTo>
                    <a:pt x="7117" y="492"/>
                    <a:pt x="8" y="7602"/>
                    <a:pt x="8" y="16433"/>
                  </a:cubicBezTo>
                  <a:lnTo>
                    <a:pt x="8" y="992435"/>
                  </a:lnTo>
                  <a:lnTo>
                    <a:pt x="8" y="1004789"/>
                  </a:lnTo>
                  <a:lnTo>
                    <a:pt x="8" y="1020730"/>
                  </a:lnTo>
                  <a:lnTo>
                    <a:pt x="15948" y="1020730"/>
                  </a:lnTo>
                  <a:lnTo>
                    <a:pt x="63768" y="1020730"/>
                  </a:lnTo>
                  <a:lnTo>
                    <a:pt x="79717" y="1020730"/>
                  </a:lnTo>
                  <a:lnTo>
                    <a:pt x="79717" y="1004789"/>
                  </a:lnTo>
                  <a:lnTo>
                    <a:pt x="79717" y="992435"/>
                  </a:lnTo>
                  <a:lnTo>
                    <a:pt x="79717" y="16433"/>
                  </a:lnTo>
                  <a:cubicBezTo>
                    <a:pt x="79717" y="7602"/>
                    <a:pt x="72599" y="492"/>
                    <a:pt x="63768" y="492"/>
                  </a:cubicBez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5" name="フリーフォーム: 図形 84">
              <a:extLst>
                <a:ext uri="{FF2B5EF4-FFF2-40B4-BE49-F238E27FC236}">
                  <a16:creationId xmlns:a16="http://schemas.microsoft.com/office/drawing/2014/main" id="{40377E83-5259-3937-EBEA-79AB845546D6}"/>
                </a:ext>
              </a:extLst>
            </p:cNvPr>
            <p:cNvSpPr/>
            <p:nvPr/>
          </p:nvSpPr>
          <p:spPr>
            <a:xfrm>
              <a:off x="2571142" y="3331662"/>
              <a:ext cx="79704" cy="7970"/>
            </a:xfrm>
            <a:custGeom>
              <a:avLst/>
              <a:gdLst>
                <a:gd name="connsiteX0" fmla="*/ 8 w 79704"/>
                <a:gd name="connsiteY0" fmla="*/ 582 h 7970"/>
                <a:gd name="connsiteX1" fmla="*/ 79713 w 79704"/>
                <a:gd name="connsiteY1" fmla="*/ 582 h 7970"/>
                <a:gd name="connsiteX2" fmla="*/ 79713 w 79704"/>
                <a:gd name="connsiteY2" fmla="*/ 8552 h 7970"/>
                <a:gd name="connsiteX3" fmla="*/ 8 w 79704"/>
                <a:gd name="connsiteY3" fmla="*/ 8552 h 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704" h="7970">
                  <a:moveTo>
                    <a:pt x="8" y="582"/>
                  </a:moveTo>
                  <a:lnTo>
                    <a:pt x="79713" y="582"/>
                  </a:lnTo>
                  <a:lnTo>
                    <a:pt x="79713" y="8552"/>
                  </a:lnTo>
                  <a:lnTo>
                    <a:pt x="8" y="8552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7" name="フリーフォーム: 図形 86">
              <a:extLst>
                <a:ext uri="{FF2B5EF4-FFF2-40B4-BE49-F238E27FC236}">
                  <a16:creationId xmlns:a16="http://schemas.microsoft.com/office/drawing/2014/main" id="{D9D412FF-DA8E-D050-2200-AD8093E187F7}"/>
                </a:ext>
              </a:extLst>
            </p:cNvPr>
            <p:cNvSpPr/>
            <p:nvPr/>
          </p:nvSpPr>
          <p:spPr>
            <a:xfrm>
              <a:off x="2591068" y="3347603"/>
              <a:ext cx="39852" cy="63763"/>
            </a:xfrm>
            <a:custGeom>
              <a:avLst/>
              <a:gdLst>
                <a:gd name="connsiteX0" fmla="*/ 36672 w 39852"/>
                <a:gd name="connsiteY0" fmla="*/ 589 h 63763"/>
                <a:gd name="connsiteX1" fmla="*/ 39861 w 39852"/>
                <a:gd name="connsiteY1" fmla="*/ 3777 h 63763"/>
                <a:gd name="connsiteX2" fmla="*/ 39861 w 39852"/>
                <a:gd name="connsiteY2" fmla="*/ 61165 h 63763"/>
                <a:gd name="connsiteX3" fmla="*/ 36672 w 39852"/>
                <a:gd name="connsiteY3" fmla="*/ 64353 h 63763"/>
                <a:gd name="connsiteX4" fmla="*/ 3196 w 39852"/>
                <a:gd name="connsiteY4" fmla="*/ 64353 h 63763"/>
                <a:gd name="connsiteX5" fmla="*/ 8 w 39852"/>
                <a:gd name="connsiteY5" fmla="*/ 61165 h 63763"/>
                <a:gd name="connsiteX6" fmla="*/ 8 w 39852"/>
                <a:gd name="connsiteY6" fmla="*/ 3777 h 63763"/>
                <a:gd name="connsiteX7" fmla="*/ 3196 w 39852"/>
                <a:gd name="connsiteY7" fmla="*/ 589 h 63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852" h="63763">
                  <a:moveTo>
                    <a:pt x="36672" y="589"/>
                  </a:moveTo>
                  <a:cubicBezTo>
                    <a:pt x="38433" y="589"/>
                    <a:pt x="39861" y="2017"/>
                    <a:pt x="39861" y="3777"/>
                  </a:cubicBezTo>
                  <a:lnTo>
                    <a:pt x="39861" y="61165"/>
                  </a:lnTo>
                  <a:cubicBezTo>
                    <a:pt x="39861" y="62926"/>
                    <a:pt x="38433" y="64353"/>
                    <a:pt x="36672" y="64353"/>
                  </a:cubicBezTo>
                  <a:lnTo>
                    <a:pt x="3196" y="64353"/>
                  </a:lnTo>
                  <a:cubicBezTo>
                    <a:pt x="1436" y="64353"/>
                    <a:pt x="8" y="62926"/>
                    <a:pt x="8" y="61165"/>
                  </a:cubicBezTo>
                  <a:lnTo>
                    <a:pt x="8" y="3777"/>
                  </a:lnTo>
                  <a:cubicBezTo>
                    <a:pt x="8" y="2017"/>
                    <a:pt x="1436" y="589"/>
                    <a:pt x="3196" y="589"/>
                  </a:cubicBez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8" name="フリーフォーム: 図形 87">
              <a:extLst>
                <a:ext uri="{FF2B5EF4-FFF2-40B4-BE49-F238E27FC236}">
                  <a16:creationId xmlns:a16="http://schemas.microsoft.com/office/drawing/2014/main" id="{06F8757C-96F7-1FFC-A3F3-76BF9D606A2C}"/>
                </a:ext>
              </a:extLst>
            </p:cNvPr>
            <p:cNvSpPr/>
            <p:nvPr/>
          </p:nvSpPr>
          <p:spPr>
            <a:xfrm>
              <a:off x="2583097" y="3339633"/>
              <a:ext cx="55793" cy="39852"/>
            </a:xfrm>
            <a:custGeom>
              <a:avLst/>
              <a:gdLst>
                <a:gd name="connsiteX0" fmla="*/ 8 w 55793"/>
                <a:gd name="connsiteY0" fmla="*/ 586 h 39852"/>
                <a:gd name="connsiteX1" fmla="*/ 55802 w 55793"/>
                <a:gd name="connsiteY1" fmla="*/ 586 h 39852"/>
                <a:gd name="connsiteX2" fmla="*/ 47832 w 55793"/>
                <a:gd name="connsiteY2" fmla="*/ 40438 h 39852"/>
                <a:gd name="connsiteX3" fmla="*/ 7979 w 55793"/>
                <a:gd name="connsiteY3" fmla="*/ 40438 h 39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93" h="39852">
                  <a:moveTo>
                    <a:pt x="8" y="586"/>
                  </a:moveTo>
                  <a:lnTo>
                    <a:pt x="55802" y="586"/>
                  </a:lnTo>
                  <a:lnTo>
                    <a:pt x="47832" y="40438"/>
                  </a:lnTo>
                  <a:lnTo>
                    <a:pt x="7979" y="40438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9" name="フリーフォーム: 図形 88">
              <a:extLst>
                <a:ext uri="{FF2B5EF4-FFF2-40B4-BE49-F238E27FC236}">
                  <a16:creationId xmlns:a16="http://schemas.microsoft.com/office/drawing/2014/main" id="{34C32A14-1518-156B-A61D-BDD111C6F17F}"/>
                </a:ext>
              </a:extLst>
            </p:cNvPr>
            <p:cNvSpPr/>
            <p:nvPr/>
          </p:nvSpPr>
          <p:spPr>
            <a:xfrm>
              <a:off x="3926121" y="2311440"/>
              <a:ext cx="79708" cy="1020238"/>
            </a:xfrm>
            <a:custGeom>
              <a:avLst/>
              <a:gdLst>
                <a:gd name="connsiteX0" fmla="*/ 16184 w 79708"/>
                <a:gd name="connsiteY0" fmla="*/ 492 h 1020238"/>
                <a:gd name="connsiteX1" fmla="*/ 245 w 79708"/>
                <a:gd name="connsiteY1" fmla="*/ 16433 h 1020238"/>
                <a:gd name="connsiteX2" fmla="*/ 245 w 79708"/>
                <a:gd name="connsiteY2" fmla="*/ 992435 h 1020238"/>
                <a:gd name="connsiteX3" fmla="*/ 245 w 79708"/>
                <a:gd name="connsiteY3" fmla="*/ 1004789 h 1020238"/>
                <a:gd name="connsiteX4" fmla="*/ 245 w 79708"/>
                <a:gd name="connsiteY4" fmla="*/ 1020730 h 1020238"/>
                <a:gd name="connsiteX5" fmla="*/ 16184 w 79708"/>
                <a:gd name="connsiteY5" fmla="*/ 1020730 h 1020238"/>
                <a:gd name="connsiteX6" fmla="*/ 64004 w 79708"/>
                <a:gd name="connsiteY6" fmla="*/ 1020730 h 1020238"/>
                <a:gd name="connsiteX7" fmla="*/ 79953 w 79708"/>
                <a:gd name="connsiteY7" fmla="*/ 1020730 h 1020238"/>
                <a:gd name="connsiteX8" fmla="*/ 79953 w 79708"/>
                <a:gd name="connsiteY8" fmla="*/ 1004789 h 1020238"/>
                <a:gd name="connsiteX9" fmla="*/ 79953 w 79708"/>
                <a:gd name="connsiteY9" fmla="*/ 992435 h 1020238"/>
                <a:gd name="connsiteX10" fmla="*/ 79953 w 79708"/>
                <a:gd name="connsiteY10" fmla="*/ 16433 h 1020238"/>
                <a:gd name="connsiteX11" fmla="*/ 64004 w 79708"/>
                <a:gd name="connsiteY11" fmla="*/ 492 h 10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9708" h="1020238">
                  <a:moveTo>
                    <a:pt x="16184" y="492"/>
                  </a:moveTo>
                  <a:cubicBezTo>
                    <a:pt x="7353" y="492"/>
                    <a:pt x="245" y="7602"/>
                    <a:pt x="245" y="16433"/>
                  </a:cubicBezTo>
                  <a:lnTo>
                    <a:pt x="245" y="992435"/>
                  </a:lnTo>
                  <a:lnTo>
                    <a:pt x="245" y="1004789"/>
                  </a:lnTo>
                  <a:lnTo>
                    <a:pt x="245" y="1020730"/>
                  </a:lnTo>
                  <a:lnTo>
                    <a:pt x="16184" y="1020730"/>
                  </a:lnTo>
                  <a:lnTo>
                    <a:pt x="64004" y="1020730"/>
                  </a:lnTo>
                  <a:lnTo>
                    <a:pt x="79953" y="1020730"/>
                  </a:lnTo>
                  <a:lnTo>
                    <a:pt x="79953" y="1004789"/>
                  </a:lnTo>
                  <a:lnTo>
                    <a:pt x="79953" y="992435"/>
                  </a:lnTo>
                  <a:lnTo>
                    <a:pt x="79953" y="16433"/>
                  </a:lnTo>
                  <a:cubicBezTo>
                    <a:pt x="79953" y="7602"/>
                    <a:pt x="72835" y="492"/>
                    <a:pt x="64004" y="492"/>
                  </a:cubicBez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0" name="フリーフォーム: 図形 89">
              <a:extLst>
                <a:ext uri="{FF2B5EF4-FFF2-40B4-BE49-F238E27FC236}">
                  <a16:creationId xmlns:a16="http://schemas.microsoft.com/office/drawing/2014/main" id="{0381A908-AE7A-5AD1-C2A6-2D0947075DC3}"/>
                </a:ext>
              </a:extLst>
            </p:cNvPr>
            <p:cNvSpPr/>
            <p:nvPr/>
          </p:nvSpPr>
          <p:spPr>
            <a:xfrm>
              <a:off x="3926121" y="3331662"/>
              <a:ext cx="79704" cy="7970"/>
            </a:xfrm>
            <a:custGeom>
              <a:avLst/>
              <a:gdLst>
                <a:gd name="connsiteX0" fmla="*/ 245 w 79704"/>
                <a:gd name="connsiteY0" fmla="*/ 582 h 7970"/>
                <a:gd name="connsiteX1" fmla="*/ 79949 w 79704"/>
                <a:gd name="connsiteY1" fmla="*/ 582 h 7970"/>
                <a:gd name="connsiteX2" fmla="*/ 79949 w 79704"/>
                <a:gd name="connsiteY2" fmla="*/ 8552 h 7970"/>
                <a:gd name="connsiteX3" fmla="*/ 245 w 79704"/>
                <a:gd name="connsiteY3" fmla="*/ 8552 h 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704" h="7970">
                  <a:moveTo>
                    <a:pt x="245" y="582"/>
                  </a:moveTo>
                  <a:lnTo>
                    <a:pt x="79949" y="582"/>
                  </a:lnTo>
                  <a:lnTo>
                    <a:pt x="79949" y="8552"/>
                  </a:lnTo>
                  <a:lnTo>
                    <a:pt x="245" y="8552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1" name="フリーフォーム: 図形 90">
              <a:extLst>
                <a:ext uri="{FF2B5EF4-FFF2-40B4-BE49-F238E27FC236}">
                  <a16:creationId xmlns:a16="http://schemas.microsoft.com/office/drawing/2014/main" id="{25D5EBC2-D2D9-786C-240D-EEF3190274C0}"/>
                </a:ext>
              </a:extLst>
            </p:cNvPr>
            <p:cNvSpPr/>
            <p:nvPr/>
          </p:nvSpPr>
          <p:spPr>
            <a:xfrm>
              <a:off x="3946048" y="3347603"/>
              <a:ext cx="39852" cy="63763"/>
            </a:xfrm>
            <a:custGeom>
              <a:avLst/>
              <a:gdLst>
                <a:gd name="connsiteX0" fmla="*/ 36909 w 39852"/>
                <a:gd name="connsiteY0" fmla="*/ 589 h 63763"/>
                <a:gd name="connsiteX1" fmla="*/ 40097 w 39852"/>
                <a:gd name="connsiteY1" fmla="*/ 3777 h 63763"/>
                <a:gd name="connsiteX2" fmla="*/ 40097 w 39852"/>
                <a:gd name="connsiteY2" fmla="*/ 61165 h 63763"/>
                <a:gd name="connsiteX3" fmla="*/ 36909 w 39852"/>
                <a:gd name="connsiteY3" fmla="*/ 64353 h 63763"/>
                <a:gd name="connsiteX4" fmla="*/ 3433 w 39852"/>
                <a:gd name="connsiteY4" fmla="*/ 64353 h 63763"/>
                <a:gd name="connsiteX5" fmla="*/ 245 w 39852"/>
                <a:gd name="connsiteY5" fmla="*/ 61165 h 63763"/>
                <a:gd name="connsiteX6" fmla="*/ 245 w 39852"/>
                <a:gd name="connsiteY6" fmla="*/ 3777 h 63763"/>
                <a:gd name="connsiteX7" fmla="*/ 3433 w 39852"/>
                <a:gd name="connsiteY7" fmla="*/ 589 h 63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852" h="63763">
                  <a:moveTo>
                    <a:pt x="36909" y="589"/>
                  </a:moveTo>
                  <a:cubicBezTo>
                    <a:pt x="38670" y="589"/>
                    <a:pt x="40097" y="2017"/>
                    <a:pt x="40097" y="3777"/>
                  </a:cubicBezTo>
                  <a:lnTo>
                    <a:pt x="40097" y="61165"/>
                  </a:lnTo>
                  <a:cubicBezTo>
                    <a:pt x="40097" y="62926"/>
                    <a:pt x="38669" y="64353"/>
                    <a:pt x="36909" y="64353"/>
                  </a:cubicBezTo>
                  <a:lnTo>
                    <a:pt x="3433" y="64353"/>
                  </a:lnTo>
                  <a:cubicBezTo>
                    <a:pt x="1672" y="64353"/>
                    <a:pt x="245" y="62926"/>
                    <a:pt x="245" y="61165"/>
                  </a:cubicBezTo>
                  <a:lnTo>
                    <a:pt x="245" y="3777"/>
                  </a:lnTo>
                  <a:cubicBezTo>
                    <a:pt x="245" y="2017"/>
                    <a:pt x="1672" y="589"/>
                    <a:pt x="3433" y="589"/>
                  </a:cubicBez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2" name="フリーフォーム: 図形 91">
              <a:extLst>
                <a:ext uri="{FF2B5EF4-FFF2-40B4-BE49-F238E27FC236}">
                  <a16:creationId xmlns:a16="http://schemas.microsoft.com/office/drawing/2014/main" id="{CA6A4ED1-7C4F-1365-C688-966CD9D40647}"/>
                </a:ext>
              </a:extLst>
            </p:cNvPr>
            <p:cNvSpPr/>
            <p:nvPr/>
          </p:nvSpPr>
          <p:spPr>
            <a:xfrm>
              <a:off x="3938077" y="3339633"/>
              <a:ext cx="55793" cy="39852"/>
            </a:xfrm>
            <a:custGeom>
              <a:avLst/>
              <a:gdLst>
                <a:gd name="connsiteX0" fmla="*/ 245 w 55793"/>
                <a:gd name="connsiteY0" fmla="*/ 586 h 39852"/>
                <a:gd name="connsiteX1" fmla="*/ 56038 w 55793"/>
                <a:gd name="connsiteY1" fmla="*/ 586 h 39852"/>
                <a:gd name="connsiteX2" fmla="*/ 48067 w 55793"/>
                <a:gd name="connsiteY2" fmla="*/ 40438 h 39852"/>
                <a:gd name="connsiteX3" fmla="*/ 8215 w 55793"/>
                <a:gd name="connsiteY3" fmla="*/ 40438 h 39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93" h="39852">
                  <a:moveTo>
                    <a:pt x="245" y="586"/>
                  </a:moveTo>
                  <a:lnTo>
                    <a:pt x="56038" y="586"/>
                  </a:lnTo>
                  <a:lnTo>
                    <a:pt x="48067" y="40438"/>
                  </a:lnTo>
                  <a:lnTo>
                    <a:pt x="8215" y="40438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grpSp>
        <p:nvGrpSpPr>
          <p:cNvPr id="339" name="グループ化 338">
            <a:extLst>
              <a:ext uri="{FF2B5EF4-FFF2-40B4-BE49-F238E27FC236}">
                <a16:creationId xmlns:a16="http://schemas.microsoft.com/office/drawing/2014/main" id="{C457A998-1907-C804-FF24-25CA4F7C14F1}"/>
              </a:ext>
            </a:extLst>
          </p:cNvPr>
          <p:cNvGrpSpPr/>
          <p:nvPr/>
        </p:nvGrpSpPr>
        <p:grpSpPr>
          <a:xfrm>
            <a:off x="4233519" y="0"/>
            <a:ext cx="637638" cy="3411366"/>
            <a:chOff x="4233519" y="0"/>
            <a:chExt cx="637638" cy="3411366"/>
          </a:xfrm>
        </p:grpSpPr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D67E6D94-5414-9DC2-8B3C-3DCACB65FE80}"/>
                </a:ext>
              </a:extLst>
            </p:cNvPr>
            <p:cNvSpPr/>
            <p:nvPr/>
          </p:nvSpPr>
          <p:spPr>
            <a:xfrm>
              <a:off x="4572265" y="2311440"/>
              <a:ext cx="7970" cy="1020214"/>
            </a:xfrm>
            <a:custGeom>
              <a:avLst/>
              <a:gdLst>
                <a:gd name="connsiteX0" fmla="*/ 351 w 7970"/>
                <a:gd name="connsiteY0" fmla="*/ 492 h 1020214"/>
                <a:gd name="connsiteX1" fmla="*/ 8321 w 7970"/>
                <a:gd name="connsiteY1" fmla="*/ 492 h 1020214"/>
                <a:gd name="connsiteX2" fmla="*/ 8321 w 7970"/>
                <a:gd name="connsiteY2" fmla="*/ 1020706 h 1020214"/>
                <a:gd name="connsiteX3" fmla="*/ 351 w 7970"/>
                <a:gd name="connsiteY3" fmla="*/ 1020706 h 1020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70" h="1020214">
                  <a:moveTo>
                    <a:pt x="351" y="492"/>
                  </a:moveTo>
                  <a:lnTo>
                    <a:pt x="8321" y="492"/>
                  </a:lnTo>
                  <a:lnTo>
                    <a:pt x="8321" y="1020706"/>
                  </a:lnTo>
                  <a:lnTo>
                    <a:pt x="351" y="1020706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3" name="フリーフォーム: 図形 92">
              <a:extLst>
                <a:ext uri="{FF2B5EF4-FFF2-40B4-BE49-F238E27FC236}">
                  <a16:creationId xmlns:a16="http://schemas.microsoft.com/office/drawing/2014/main" id="{CF47884F-DD14-FC84-6C3B-666666C7C77B}"/>
                </a:ext>
              </a:extLst>
            </p:cNvPr>
            <p:cNvSpPr/>
            <p:nvPr/>
          </p:nvSpPr>
          <p:spPr>
            <a:xfrm>
              <a:off x="4532412" y="0"/>
              <a:ext cx="39852" cy="2869374"/>
            </a:xfrm>
            <a:custGeom>
              <a:avLst/>
              <a:gdLst>
                <a:gd name="connsiteX0" fmla="*/ 347 w 39852"/>
                <a:gd name="connsiteY0" fmla="*/ 250 h 2869374"/>
                <a:gd name="connsiteX1" fmla="*/ 40199 w 39852"/>
                <a:gd name="connsiteY1" fmla="*/ 250 h 2869374"/>
                <a:gd name="connsiteX2" fmla="*/ 40199 w 39852"/>
                <a:gd name="connsiteY2" fmla="*/ 2869625 h 2869374"/>
                <a:gd name="connsiteX3" fmla="*/ 347 w 39852"/>
                <a:gd name="connsiteY3" fmla="*/ 2869625 h 2869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852" h="2869374">
                  <a:moveTo>
                    <a:pt x="347" y="250"/>
                  </a:moveTo>
                  <a:lnTo>
                    <a:pt x="40199" y="250"/>
                  </a:lnTo>
                  <a:lnTo>
                    <a:pt x="40199" y="2869625"/>
                  </a:lnTo>
                  <a:lnTo>
                    <a:pt x="347" y="2869625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4" name="フリーフォーム: 図形 93">
              <a:extLst>
                <a:ext uri="{FF2B5EF4-FFF2-40B4-BE49-F238E27FC236}">
                  <a16:creationId xmlns:a16="http://schemas.microsoft.com/office/drawing/2014/main" id="{67EFE14E-4466-8532-100A-2160B04977F4}"/>
                </a:ext>
              </a:extLst>
            </p:cNvPr>
            <p:cNvSpPr/>
            <p:nvPr/>
          </p:nvSpPr>
          <p:spPr>
            <a:xfrm>
              <a:off x="4233519" y="3331662"/>
              <a:ext cx="637638" cy="7970"/>
            </a:xfrm>
            <a:custGeom>
              <a:avLst/>
              <a:gdLst>
                <a:gd name="connsiteX0" fmla="*/ 347 w 637638"/>
                <a:gd name="connsiteY0" fmla="*/ 582 h 7970"/>
                <a:gd name="connsiteX1" fmla="*/ 637986 w 637638"/>
                <a:gd name="connsiteY1" fmla="*/ 582 h 7970"/>
                <a:gd name="connsiteX2" fmla="*/ 637986 w 637638"/>
                <a:gd name="connsiteY2" fmla="*/ 8552 h 7970"/>
                <a:gd name="connsiteX3" fmla="*/ 347 w 637638"/>
                <a:gd name="connsiteY3" fmla="*/ 8552 h 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7638" h="7970">
                  <a:moveTo>
                    <a:pt x="347" y="582"/>
                  </a:moveTo>
                  <a:lnTo>
                    <a:pt x="637986" y="582"/>
                  </a:lnTo>
                  <a:lnTo>
                    <a:pt x="637986" y="8552"/>
                  </a:lnTo>
                  <a:lnTo>
                    <a:pt x="347" y="8552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5" name="フリーフォーム: 図形 94">
              <a:extLst>
                <a:ext uri="{FF2B5EF4-FFF2-40B4-BE49-F238E27FC236}">
                  <a16:creationId xmlns:a16="http://schemas.microsoft.com/office/drawing/2014/main" id="{C1CFE7AA-E764-BD87-D21E-BBB25A495A11}"/>
                </a:ext>
              </a:extLst>
            </p:cNvPr>
            <p:cNvSpPr/>
            <p:nvPr/>
          </p:nvSpPr>
          <p:spPr>
            <a:xfrm>
              <a:off x="4532412" y="2869374"/>
              <a:ext cx="39852" cy="7970"/>
            </a:xfrm>
            <a:custGeom>
              <a:avLst/>
              <a:gdLst>
                <a:gd name="connsiteX0" fmla="*/ 347 w 39852"/>
                <a:gd name="connsiteY0" fmla="*/ 501 h 7970"/>
                <a:gd name="connsiteX1" fmla="*/ 40199 w 39852"/>
                <a:gd name="connsiteY1" fmla="*/ 501 h 7970"/>
                <a:gd name="connsiteX2" fmla="*/ 40199 w 39852"/>
                <a:gd name="connsiteY2" fmla="*/ 8471 h 7970"/>
                <a:gd name="connsiteX3" fmla="*/ 347 w 39852"/>
                <a:gd name="connsiteY3" fmla="*/ 8471 h 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852" h="7970">
                  <a:moveTo>
                    <a:pt x="347" y="501"/>
                  </a:moveTo>
                  <a:lnTo>
                    <a:pt x="40199" y="501"/>
                  </a:lnTo>
                  <a:lnTo>
                    <a:pt x="40199" y="8471"/>
                  </a:lnTo>
                  <a:lnTo>
                    <a:pt x="347" y="8471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6" name="フリーフォーム: 図形 95">
              <a:extLst>
                <a:ext uri="{FF2B5EF4-FFF2-40B4-BE49-F238E27FC236}">
                  <a16:creationId xmlns:a16="http://schemas.microsoft.com/office/drawing/2014/main" id="{F7710E44-2F12-AB9A-CFBA-3A444FE094E3}"/>
                </a:ext>
              </a:extLst>
            </p:cNvPr>
            <p:cNvSpPr/>
            <p:nvPr/>
          </p:nvSpPr>
          <p:spPr>
            <a:xfrm>
              <a:off x="4524442" y="2311440"/>
              <a:ext cx="7970" cy="1020214"/>
            </a:xfrm>
            <a:custGeom>
              <a:avLst/>
              <a:gdLst>
                <a:gd name="connsiteX0" fmla="*/ 343 w 7970"/>
                <a:gd name="connsiteY0" fmla="*/ 492 h 1020214"/>
                <a:gd name="connsiteX1" fmla="*/ 8313 w 7970"/>
                <a:gd name="connsiteY1" fmla="*/ 492 h 1020214"/>
                <a:gd name="connsiteX2" fmla="*/ 8313 w 7970"/>
                <a:gd name="connsiteY2" fmla="*/ 1020706 h 1020214"/>
                <a:gd name="connsiteX3" fmla="*/ 343 w 7970"/>
                <a:gd name="connsiteY3" fmla="*/ 1020706 h 1020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70" h="1020214">
                  <a:moveTo>
                    <a:pt x="343" y="492"/>
                  </a:moveTo>
                  <a:lnTo>
                    <a:pt x="8313" y="492"/>
                  </a:lnTo>
                  <a:lnTo>
                    <a:pt x="8313" y="1020706"/>
                  </a:lnTo>
                  <a:lnTo>
                    <a:pt x="343" y="1020706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7" name="フリーフォーム: 図形 96">
              <a:extLst>
                <a:ext uri="{FF2B5EF4-FFF2-40B4-BE49-F238E27FC236}">
                  <a16:creationId xmlns:a16="http://schemas.microsoft.com/office/drawing/2014/main" id="{18873689-63F7-CCD8-C5BC-0D2D86FB82AE}"/>
                </a:ext>
              </a:extLst>
            </p:cNvPr>
            <p:cNvSpPr/>
            <p:nvPr/>
          </p:nvSpPr>
          <p:spPr>
            <a:xfrm>
              <a:off x="4249460" y="3339633"/>
              <a:ext cx="39852" cy="39852"/>
            </a:xfrm>
            <a:custGeom>
              <a:avLst/>
              <a:gdLst>
                <a:gd name="connsiteX0" fmla="*/ 297 w 39852"/>
                <a:gd name="connsiteY0" fmla="*/ 586 h 39852"/>
                <a:gd name="connsiteX1" fmla="*/ 40150 w 39852"/>
                <a:gd name="connsiteY1" fmla="*/ 586 h 39852"/>
                <a:gd name="connsiteX2" fmla="*/ 40150 w 39852"/>
                <a:gd name="connsiteY2" fmla="*/ 40438 h 39852"/>
                <a:gd name="connsiteX3" fmla="*/ 40150 w 39852"/>
                <a:gd name="connsiteY3" fmla="*/ 40438 h 39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852" h="39852">
                  <a:moveTo>
                    <a:pt x="297" y="586"/>
                  </a:moveTo>
                  <a:lnTo>
                    <a:pt x="40150" y="586"/>
                  </a:lnTo>
                  <a:lnTo>
                    <a:pt x="40150" y="40438"/>
                  </a:lnTo>
                  <a:lnTo>
                    <a:pt x="40150" y="40438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8" name="フリーフォーム: 図形 97">
              <a:extLst>
                <a:ext uri="{FF2B5EF4-FFF2-40B4-BE49-F238E27FC236}">
                  <a16:creationId xmlns:a16="http://schemas.microsoft.com/office/drawing/2014/main" id="{E52B95C5-312A-2A20-8814-3EAD58760B49}"/>
                </a:ext>
              </a:extLst>
            </p:cNvPr>
            <p:cNvSpPr/>
            <p:nvPr/>
          </p:nvSpPr>
          <p:spPr>
            <a:xfrm>
              <a:off x="4257430" y="3347603"/>
              <a:ext cx="63763" cy="63763"/>
            </a:xfrm>
            <a:custGeom>
              <a:avLst/>
              <a:gdLst>
                <a:gd name="connsiteX0" fmla="*/ 64065 w 63763"/>
                <a:gd name="connsiteY0" fmla="*/ 32471 h 63763"/>
                <a:gd name="connsiteX1" fmla="*/ 32183 w 63763"/>
                <a:gd name="connsiteY1" fmla="*/ 64353 h 63763"/>
                <a:gd name="connsiteX2" fmla="*/ 301 w 63763"/>
                <a:gd name="connsiteY2" fmla="*/ 32471 h 63763"/>
                <a:gd name="connsiteX3" fmla="*/ 32183 w 63763"/>
                <a:gd name="connsiteY3" fmla="*/ 589 h 63763"/>
                <a:gd name="connsiteX4" fmla="*/ 64065 w 63763"/>
                <a:gd name="connsiteY4" fmla="*/ 32471 h 63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63" h="63763">
                  <a:moveTo>
                    <a:pt x="64065" y="32471"/>
                  </a:moveTo>
                  <a:cubicBezTo>
                    <a:pt x="64065" y="50079"/>
                    <a:pt x="49791" y="64353"/>
                    <a:pt x="32183" y="64353"/>
                  </a:cubicBezTo>
                  <a:cubicBezTo>
                    <a:pt x="14575" y="64353"/>
                    <a:pt x="301" y="50079"/>
                    <a:pt x="301" y="32471"/>
                  </a:cubicBezTo>
                  <a:cubicBezTo>
                    <a:pt x="301" y="14863"/>
                    <a:pt x="14575" y="589"/>
                    <a:pt x="32183" y="589"/>
                  </a:cubicBezTo>
                  <a:cubicBezTo>
                    <a:pt x="49791" y="589"/>
                    <a:pt x="64065" y="14863"/>
                    <a:pt x="64065" y="32471"/>
                  </a:cubicBez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9" name="フリーフォーム: 図形 98">
              <a:extLst>
                <a:ext uri="{FF2B5EF4-FFF2-40B4-BE49-F238E27FC236}">
                  <a16:creationId xmlns:a16="http://schemas.microsoft.com/office/drawing/2014/main" id="{F90EA49C-3F53-8676-A9AE-C08BD890609F}"/>
                </a:ext>
              </a:extLst>
            </p:cNvPr>
            <p:cNvSpPr/>
            <p:nvPr/>
          </p:nvSpPr>
          <p:spPr>
            <a:xfrm>
              <a:off x="4775512" y="3339633"/>
              <a:ext cx="39852" cy="39852"/>
            </a:xfrm>
            <a:custGeom>
              <a:avLst/>
              <a:gdLst>
                <a:gd name="connsiteX0" fmla="*/ 389 w 39852"/>
                <a:gd name="connsiteY0" fmla="*/ 586 h 39852"/>
                <a:gd name="connsiteX1" fmla="*/ 40242 w 39852"/>
                <a:gd name="connsiteY1" fmla="*/ 586 h 39852"/>
                <a:gd name="connsiteX2" fmla="*/ 40242 w 39852"/>
                <a:gd name="connsiteY2" fmla="*/ 40438 h 39852"/>
                <a:gd name="connsiteX3" fmla="*/ 40242 w 39852"/>
                <a:gd name="connsiteY3" fmla="*/ 40438 h 39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852" h="39852">
                  <a:moveTo>
                    <a:pt x="389" y="586"/>
                  </a:moveTo>
                  <a:lnTo>
                    <a:pt x="40242" y="586"/>
                  </a:lnTo>
                  <a:lnTo>
                    <a:pt x="40242" y="40438"/>
                  </a:lnTo>
                  <a:lnTo>
                    <a:pt x="40242" y="40438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0" name="フリーフォーム: 図形 99">
              <a:extLst>
                <a:ext uri="{FF2B5EF4-FFF2-40B4-BE49-F238E27FC236}">
                  <a16:creationId xmlns:a16="http://schemas.microsoft.com/office/drawing/2014/main" id="{E8399A9F-B453-A1FE-7D00-E727E4298D54}"/>
                </a:ext>
              </a:extLst>
            </p:cNvPr>
            <p:cNvSpPr/>
            <p:nvPr/>
          </p:nvSpPr>
          <p:spPr>
            <a:xfrm rot="10800000" flipV="1">
              <a:off x="4783482" y="3347603"/>
              <a:ext cx="63763" cy="63763"/>
            </a:xfrm>
            <a:custGeom>
              <a:avLst/>
              <a:gdLst>
                <a:gd name="connsiteX0" fmla="*/ 64455 w 63763"/>
                <a:gd name="connsiteY0" fmla="*/ 32471 h 63763"/>
                <a:gd name="connsiteX1" fmla="*/ 32573 w 63763"/>
                <a:gd name="connsiteY1" fmla="*/ 64353 h 63763"/>
                <a:gd name="connsiteX2" fmla="*/ 691 w 63763"/>
                <a:gd name="connsiteY2" fmla="*/ 32471 h 63763"/>
                <a:gd name="connsiteX3" fmla="*/ 32573 w 63763"/>
                <a:gd name="connsiteY3" fmla="*/ 589 h 63763"/>
                <a:gd name="connsiteX4" fmla="*/ 64455 w 63763"/>
                <a:gd name="connsiteY4" fmla="*/ 32471 h 63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63" h="63763">
                  <a:moveTo>
                    <a:pt x="64455" y="32471"/>
                  </a:moveTo>
                  <a:cubicBezTo>
                    <a:pt x="64455" y="50079"/>
                    <a:pt x="50181" y="64353"/>
                    <a:pt x="32573" y="64353"/>
                  </a:cubicBezTo>
                  <a:cubicBezTo>
                    <a:pt x="14965" y="64353"/>
                    <a:pt x="691" y="50079"/>
                    <a:pt x="691" y="32471"/>
                  </a:cubicBezTo>
                  <a:cubicBezTo>
                    <a:pt x="691" y="14863"/>
                    <a:pt x="14965" y="589"/>
                    <a:pt x="32573" y="589"/>
                  </a:cubicBezTo>
                  <a:cubicBezTo>
                    <a:pt x="50181" y="589"/>
                    <a:pt x="64455" y="14863"/>
                    <a:pt x="64455" y="32471"/>
                  </a:cubicBez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pic>
        <p:nvPicPr>
          <p:cNvPr id="101" name="図 100">
            <a:extLst>
              <a:ext uri="{FF2B5EF4-FFF2-40B4-BE49-F238E27FC236}">
                <a16:creationId xmlns:a16="http://schemas.microsoft.com/office/drawing/2014/main" id="{DC42F9C5-32A5-99EA-48A3-72645837C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9303" y="736656"/>
            <a:ext cx="2063287" cy="1160681"/>
          </a:xfrm>
          <a:custGeom>
            <a:avLst/>
            <a:gdLst>
              <a:gd name="connsiteX0" fmla="*/ 734 w 2063287"/>
              <a:gd name="connsiteY0" fmla="*/ 230 h 1160681"/>
              <a:gd name="connsiteX1" fmla="*/ 2064021 w 2063287"/>
              <a:gd name="connsiteY1" fmla="*/ 230 h 1160681"/>
              <a:gd name="connsiteX2" fmla="*/ 2064021 w 2063287"/>
              <a:gd name="connsiteY2" fmla="*/ 1160911 h 1160681"/>
              <a:gd name="connsiteX3" fmla="*/ 734 w 2063287"/>
              <a:gd name="connsiteY3" fmla="*/ 1160911 h 1160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3287" h="1160681">
                <a:moveTo>
                  <a:pt x="734" y="230"/>
                </a:moveTo>
                <a:lnTo>
                  <a:pt x="2064021" y="230"/>
                </a:lnTo>
                <a:lnTo>
                  <a:pt x="2064021" y="1160911"/>
                </a:lnTo>
                <a:lnTo>
                  <a:pt x="734" y="1160911"/>
                </a:lnTo>
                <a:close/>
              </a:path>
            </a:pathLst>
          </a:custGeom>
        </p:spPr>
      </p:pic>
      <p:grpSp>
        <p:nvGrpSpPr>
          <p:cNvPr id="337" name="グループ化 336">
            <a:extLst>
              <a:ext uri="{FF2B5EF4-FFF2-40B4-BE49-F238E27FC236}">
                <a16:creationId xmlns:a16="http://schemas.microsoft.com/office/drawing/2014/main" id="{50E03430-EBD9-1C60-B7C9-632133081D68}"/>
              </a:ext>
            </a:extLst>
          </p:cNvPr>
          <p:cNvGrpSpPr/>
          <p:nvPr/>
        </p:nvGrpSpPr>
        <p:grpSpPr>
          <a:xfrm>
            <a:off x="8225841" y="1905291"/>
            <a:ext cx="1436592" cy="726450"/>
            <a:chOff x="8225841" y="1905291"/>
            <a:chExt cx="1436592" cy="726450"/>
          </a:xfrm>
        </p:grpSpPr>
        <p:sp>
          <p:nvSpPr>
            <p:cNvPr id="103" name="フリーフォーム: 図形 102">
              <a:extLst>
                <a:ext uri="{FF2B5EF4-FFF2-40B4-BE49-F238E27FC236}">
                  <a16:creationId xmlns:a16="http://schemas.microsoft.com/office/drawing/2014/main" id="{740E71B3-B0AC-1E9D-D2FC-4D6EED909323}"/>
                </a:ext>
              </a:extLst>
            </p:cNvPr>
            <p:cNvSpPr/>
            <p:nvPr/>
          </p:nvSpPr>
          <p:spPr>
            <a:xfrm>
              <a:off x="8742679" y="1905291"/>
              <a:ext cx="919754" cy="726450"/>
            </a:xfrm>
            <a:custGeom>
              <a:avLst/>
              <a:gdLst>
                <a:gd name="connsiteX0" fmla="*/ 55037 w 919754"/>
                <a:gd name="connsiteY0" fmla="*/ 28728 h 726450"/>
                <a:gd name="connsiteX1" fmla="*/ 118546 w 919754"/>
                <a:gd name="connsiteY1" fmla="*/ 1581 h 726450"/>
                <a:gd name="connsiteX2" fmla="*/ 185721 w 919754"/>
                <a:gd name="connsiteY2" fmla="*/ 21363 h 726450"/>
                <a:gd name="connsiteX3" fmla="*/ 206428 w 919754"/>
                <a:gd name="connsiteY3" fmla="*/ 78432 h 726450"/>
                <a:gd name="connsiteX4" fmla="*/ 206890 w 919754"/>
                <a:gd name="connsiteY4" fmla="*/ 112482 h 726450"/>
                <a:gd name="connsiteX5" fmla="*/ 219308 w 919754"/>
                <a:gd name="connsiteY5" fmla="*/ 136872 h 726450"/>
                <a:gd name="connsiteX6" fmla="*/ 221604 w 919754"/>
                <a:gd name="connsiteY6" fmla="*/ 174142 h 726450"/>
                <a:gd name="connsiteX7" fmla="*/ 230818 w 919754"/>
                <a:gd name="connsiteY7" fmla="*/ 194849 h 726450"/>
                <a:gd name="connsiteX8" fmla="*/ 272679 w 919754"/>
                <a:gd name="connsiteY8" fmla="*/ 212320 h 726450"/>
                <a:gd name="connsiteX9" fmla="*/ 366093 w 919754"/>
                <a:gd name="connsiteY9" fmla="*/ 217390 h 726450"/>
                <a:gd name="connsiteX10" fmla="*/ 544169 w 919754"/>
                <a:gd name="connsiteY10" fmla="*/ 198515 h 726450"/>
                <a:gd name="connsiteX11" fmla="*/ 598926 w 919754"/>
                <a:gd name="connsiteY11" fmla="*/ 188855 h 726450"/>
                <a:gd name="connsiteX12" fmla="*/ 605367 w 919754"/>
                <a:gd name="connsiteY12" fmla="*/ 181953 h 726450"/>
                <a:gd name="connsiteX13" fmla="*/ 638955 w 919754"/>
                <a:gd name="connsiteY13" fmla="*/ 157117 h 726450"/>
                <a:gd name="connsiteX14" fmla="*/ 651372 w 919754"/>
                <a:gd name="connsiteY14" fmla="*/ 148827 h 726450"/>
                <a:gd name="connsiteX15" fmla="*/ 687272 w 919754"/>
                <a:gd name="connsiteY15" fmla="*/ 136872 h 726450"/>
                <a:gd name="connsiteX16" fmla="*/ 699690 w 919754"/>
                <a:gd name="connsiteY16" fmla="*/ 142387 h 726450"/>
                <a:gd name="connsiteX17" fmla="*/ 685422 w 919754"/>
                <a:gd name="connsiteY17" fmla="*/ 146070 h 726450"/>
                <a:gd name="connsiteX18" fmla="*/ 674391 w 919754"/>
                <a:gd name="connsiteY18" fmla="*/ 153897 h 726450"/>
                <a:gd name="connsiteX19" fmla="*/ 680831 w 919754"/>
                <a:gd name="connsiteY19" fmla="*/ 154805 h 726450"/>
                <a:gd name="connsiteX20" fmla="*/ 700614 w 919754"/>
                <a:gd name="connsiteY20" fmla="*/ 158025 h 726450"/>
                <a:gd name="connsiteX21" fmla="*/ 699690 w 919754"/>
                <a:gd name="connsiteY21" fmla="*/ 165852 h 726450"/>
                <a:gd name="connsiteX22" fmla="*/ 687272 w 919754"/>
                <a:gd name="connsiteY22" fmla="*/ 167702 h 726450"/>
                <a:gd name="connsiteX23" fmla="*/ 685885 w 919754"/>
                <a:gd name="connsiteY23" fmla="*/ 171368 h 726450"/>
                <a:gd name="connsiteX24" fmla="*/ 700614 w 919754"/>
                <a:gd name="connsiteY24" fmla="*/ 173679 h 726450"/>
                <a:gd name="connsiteX25" fmla="*/ 701077 w 919754"/>
                <a:gd name="connsiteY25" fmla="*/ 183802 h 726450"/>
                <a:gd name="connsiteX26" fmla="*/ 687272 w 919754"/>
                <a:gd name="connsiteY26" fmla="*/ 182877 h 726450"/>
                <a:gd name="connsiteX27" fmla="*/ 693712 w 919754"/>
                <a:gd name="connsiteY27" fmla="*/ 190705 h 726450"/>
                <a:gd name="connsiteX28" fmla="*/ 701539 w 919754"/>
                <a:gd name="connsiteY28" fmla="*/ 197607 h 726450"/>
                <a:gd name="connsiteX29" fmla="*/ 695083 w 919754"/>
                <a:gd name="connsiteY29" fmla="*/ 206342 h 726450"/>
                <a:gd name="connsiteX30" fmla="*/ 681740 w 919754"/>
                <a:gd name="connsiteY30" fmla="*/ 211874 h 726450"/>
                <a:gd name="connsiteX31" fmla="*/ 633885 w 919754"/>
                <a:gd name="connsiteY31" fmla="*/ 239021 h 726450"/>
                <a:gd name="connsiteX32" fmla="*/ 615952 w 919754"/>
                <a:gd name="connsiteY32" fmla="*/ 236710 h 726450"/>
                <a:gd name="connsiteX33" fmla="*/ 568097 w 919754"/>
                <a:gd name="connsiteY33" fmla="*/ 257417 h 726450"/>
                <a:gd name="connsiteX34" fmla="*/ 521103 w 919754"/>
                <a:gd name="connsiteY34" fmla="*/ 270935 h 726450"/>
                <a:gd name="connsiteX35" fmla="*/ 464497 w 919754"/>
                <a:gd name="connsiteY35" fmla="*/ 288518 h 726450"/>
                <a:gd name="connsiteX36" fmla="*/ 510120 w 919754"/>
                <a:gd name="connsiteY36" fmla="*/ 323222 h 726450"/>
                <a:gd name="connsiteX37" fmla="*/ 532867 w 919754"/>
                <a:gd name="connsiteY37" fmla="*/ 336979 h 726450"/>
                <a:gd name="connsiteX38" fmla="*/ 594989 w 919754"/>
                <a:gd name="connsiteY38" fmla="*/ 298545 h 726450"/>
                <a:gd name="connsiteX39" fmla="*/ 575733 w 919754"/>
                <a:gd name="connsiteY39" fmla="*/ 327733 h 726450"/>
                <a:gd name="connsiteX40" fmla="*/ 639592 w 919754"/>
                <a:gd name="connsiteY40" fmla="*/ 315124 h 726450"/>
                <a:gd name="connsiteX41" fmla="*/ 640708 w 919754"/>
                <a:gd name="connsiteY41" fmla="*/ 323158 h 726450"/>
                <a:gd name="connsiteX42" fmla="*/ 598337 w 919754"/>
                <a:gd name="connsiteY42" fmla="*/ 337553 h 726450"/>
                <a:gd name="connsiteX43" fmla="*/ 642366 w 919754"/>
                <a:gd name="connsiteY43" fmla="*/ 339226 h 726450"/>
                <a:gd name="connsiteX44" fmla="*/ 638476 w 919754"/>
                <a:gd name="connsiteY44" fmla="*/ 351469 h 726450"/>
                <a:gd name="connsiteX45" fmla="*/ 627142 w 919754"/>
                <a:gd name="connsiteY45" fmla="*/ 352123 h 726450"/>
                <a:gd name="connsiteX46" fmla="*/ 639162 w 919754"/>
                <a:gd name="connsiteY46" fmla="*/ 355646 h 726450"/>
                <a:gd name="connsiteX47" fmla="*/ 638110 w 919754"/>
                <a:gd name="connsiteY47" fmla="*/ 363776 h 726450"/>
                <a:gd name="connsiteX48" fmla="*/ 647722 w 919754"/>
                <a:gd name="connsiteY48" fmla="*/ 365593 h 726450"/>
                <a:gd name="connsiteX49" fmla="*/ 644534 w 919754"/>
                <a:gd name="connsiteY49" fmla="*/ 375062 h 726450"/>
                <a:gd name="connsiteX50" fmla="*/ 610691 w 919754"/>
                <a:gd name="connsiteY50" fmla="*/ 394095 h 726450"/>
                <a:gd name="connsiteX51" fmla="*/ 597077 w 919754"/>
                <a:gd name="connsiteY51" fmla="*/ 401444 h 726450"/>
                <a:gd name="connsiteX52" fmla="*/ 707054 w 919754"/>
                <a:gd name="connsiteY52" fmla="*/ 513716 h 726450"/>
                <a:gd name="connsiteX53" fmla="*/ 727761 w 919754"/>
                <a:gd name="connsiteY53" fmla="*/ 523839 h 726450"/>
                <a:gd name="connsiteX54" fmla="*/ 776541 w 919754"/>
                <a:gd name="connsiteY54" fmla="*/ 548691 h 726450"/>
                <a:gd name="connsiteX55" fmla="*/ 836351 w 919754"/>
                <a:gd name="connsiteY55" fmla="*/ 585036 h 726450"/>
                <a:gd name="connsiteX56" fmla="*/ 901231 w 919754"/>
                <a:gd name="connsiteY56" fmla="*/ 592863 h 726450"/>
                <a:gd name="connsiteX57" fmla="*/ 920647 w 919754"/>
                <a:gd name="connsiteY57" fmla="*/ 626244 h 726450"/>
                <a:gd name="connsiteX58" fmla="*/ 909919 w 919754"/>
                <a:gd name="connsiteY58" fmla="*/ 647062 h 726450"/>
                <a:gd name="connsiteX59" fmla="*/ 844848 w 919754"/>
                <a:gd name="connsiteY59" fmla="*/ 666909 h 726450"/>
                <a:gd name="connsiteX60" fmla="*/ 754383 w 919754"/>
                <a:gd name="connsiteY60" fmla="*/ 671133 h 726450"/>
                <a:gd name="connsiteX61" fmla="*/ 742682 w 919754"/>
                <a:gd name="connsiteY61" fmla="*/ 683822 h 726450"/>
                <a:gd name="connsiteX62" fmla="*/ 692899 w 919754"/>
                <a:gd name="connsiteY62" fmla="*/ 717011 h 726450"/>
                <a:gd name="connsiteX63" fmla="*/ 647993 w 919754"/>
                <a:gd name="connsiteY63" fmla="*/ 726783 h 726450"/>
                <a:gd name="connsiteX64" fmla="*/ 570233 w 919754"/>
                <a:gd name="connsiteY64" fmla="*/ 714732 h 726450"/>
                <a:gd name="connsiteX65" fmla="*/ 529568 w 919754"/>
                <a:gd name="connsiteY65" fmla="*/ 705948 h 726450"/>
                <a:gd name="connsiteX66" fmla="*/ 489221 w 919754"/>
                <a:gd name="connsiteY66" fmla="*/ 709200 h 726450"/>
                <a:gd name="connsiteX67" fmla="*/ 439756 w 919754"/>
                <a:gd name="connsiteY67" fmla="*/ 702697 h 726450"/>
                <a:gd name="connsiteX68" fmla="*/ 398437 w 919754"/>
                <a:gd name="connsiteY68" fmla="*/ 680905 h 726450"/>
                <a:gd name="connsiteX69" fmla="*/ 382496 w 919754"/>
                <a:gd name="connsiteY69" fmla="*/ 646090 h 726450"/>
                <a:gd name="connsiteX70" fmla="*/ 394866 w 919754"/>
                <a:gd name="connsiteY70" fmla="*/ 609968 h 726450"/>
                <a:gd name="connsiteX71" fmla="*/ 410472 w 919754"/>
                <a:gd name="connsiteY71" fmla="*/ 600531 h 726450"/>
                <a:gd name="connsiteX72" fmla="*/ 407874 w 919754"/>
                <a:gd name="connsiteY72" fmla="*/ 585244 h 726450"/>
                <a:gd name="connsiteX73" fmla="*/ 399744 w 919754"/>
                <a:gd name="connsiteY73" fmla="*/ 577432 h 726450"/>
                <a:gd name="connsiteX74" fmla="*/ 392252 w 919754"/>
                <a:gd name="connsiteY74" fmla="*/ 595653 h 726450"/>
                <a:gd name="connsiteX75" fmla="*/ 371433 w 919754"/>
                <a:gd name="connsiteY75" fmla="*/ 607688 h 726450"/>
                <a:gd name="connsiteX76" fmla="*/ 340858 w 919754"/>
                <a:gd name="connsiteY76" fmla="*/ 624618 h 726450"/>
                <a:gd name="connsiteX77" fmla="*/ 284890 w 919754"/>
                <a:gd name="connsiteY77" fmla="*/ 643492 h 726450"/>
                <a:gd name="connsiteX78" fmla="*/ 255208 w 919754"/>
                <a:gd name="connsiteY78" fmla="*/ 674768 h 726450"/>
                <a:gd name="connsiteX79" fmla="*/ 196306 w 919754"/>
                <a:gd name="connsiteY79" fmla="*/ 684428 h 726450"/>
                <a:gd name="connsiteX80" fmla="*/ 136479 w 919754"/>
                <a:gd name="connsiteY80" fmla="*/ 685353 h 726450"/>
                <a:gd name="connsiteX81" fmla="*/ 96913 w 919754"/>
                <a:gd name="connsiteY81" fmla="*/ 660038 h 726450"/>
                <a:gd name="connsiteX82" fmla="*/ 83571 w 919754"/>
                <a:gd name="connsiteY82" fmla="*/ 648991 h 726450"/>
                <a:gd name="connsiteX83" fmla="*/ 57811 w 919754"/>
                <a:gd name="connsiteY83" fmla="*/ 626451 h 726450"/>
                <a:gd name="connsiteX84" fmla="*/ 43543 w 919754"/>
                <a:gd name="connsiteY84" fmla="*/ 628284 h 726450"/>
                <a:gd name="connsiteX85" fmla="*/ 19153 w 919754"/>
                <a:gd name="connsiteY85" fmla="*/ 588718 h 726450"/>
                <a:gd name="connsiteX86" fmla="*/ 9493 w 919754"/>
                <a:gd name="connsiteY86" fmla="*/ 502207 h 726450"/>
                <a:gd name="connsiteX87" fmla="*/ 1666 w 919754"/>
                <a:gd name="connsiteY87" fmla="*/ 416174 h 726450"/>
                <a:gd name="connsiteX88" fmla="*/ 12251 w 919754"/>
                <a:gd name="connsiteY88" fmla="*/ 315857 h 726450"/>
                <a:gd name="connsiteX89" fmla="*/ 39861 w 919754"/>
                <a:gd name="connsiteY89" fmla="*/ 253273 h 726450"/>
                <a:gd name="connsiteX90" fmla="*/ 53666 w 919754"/>
                <a:gd name="connsiteY90" fmla="*/ 221997 h 726450"/>
                <a:gd name="connsiteX91" fmla="*/ 82646 w 919754"/>
                <a:gd name="connsiteY91" fmla="*/ 200827 h 726450"/>
                <a:gd name="connsiteX92" fmla="*/ 67471 w 919754"/>
                <a:gd name="connsiteY92" fmla="*/ 197145 h 726450"/>
                <a:gd name="connsiteX93" fmla="*/ 52741 w 919754"/>
                <a:gd name="connsiteY93" fmla="*/ 176899 h 726450"/>
                <a:gd name="connsiteX94" fmla="*/ 36641 w 919754"/>
                <a:gd name="connsiteY94" fmla="*/ 150214 h 726450"/>
                <a:gd name="connsiteX95" fmla="*/ 30647 w 919754"/>
                <a:gd name="connsiteY95" fmla="*/ 87168 h 726450"/>
                <a:gd name="connsiteX96" fmla="*/ 55037 w 919754"/>
                <a:gd name="connsiteY96" fmla="*/ 28728 h 726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919754" h="726450">
                  <a:moveTo>
                    <a:pt x="55037" y="28728"/>
                  </a:moveTo>
                  <a:cubicBezTo>
                    <a:pt x="55037" y="28728"/>
                    <a:pt x="84958" y="6650"/>
                    <a:pt x="118546" y="1581"/>
                  </a:cubicBezTo>
                  <a:cubicBezTo>
                    <a:pt x="152133" y="-3473"/>
                    <a:pt x="175598" y="8483"/>
                    <a:pt x="185721" y="21363"/>
                  </a:cubicBezTo>
                  <a:cubicBezTo>
                    <a:pt x="195843" y="34260"/>
                    <a:pt x="205966" y="63240"/>
                    <a:pt x="206428" y="78432"/>
                  </a:cubicBezTo>
                  <a:cubicBezTo>
                    <a:pt x="206890" y="93608"/>
                    <a:pt x="201359" y="103268"/>
                    <a:pt x="206890" y="112482"/>
                  </a:cubicBezTo>
                  <a:cubicBezTo>
                    <a:pt x="212406" y="121680"/>
                    <a:pt x="218846" y="124438"/>
                    <a:pt x="219308" y="136872"/>
                  </a:cubicBezTo>
                  <a:cubicBezTo>
                    <a:pt x="219770" y="149290"/>
                    <a:pt x="222528" y="158950"/>
                    <a:pt x="221604" y="174142"/>
                  </a:cubicBezTo>
                  <a:cubicBezTo>
                    <a:pt x="220695" y="189318"/>
                    <a:pt x="230818" y="194849"/>
                    <a:pt x="230818" y="194849"/>
                  </a:cubicBezTo>
                  <a:cubicBezTo>
                    <a:pt x="230818" y="194849"/>
                    <a:pt x="253358" y="206342"/>
                    <a:pt x="272679" y="212320"/>
                  </a:cubicBezTo>
                  <a:cubicBezTo>
                    <a:pt x="292015" y="218314"/>
                    <a:pt x="332043" y="215541"/>
                    <a:pt x="366093" y="217390"/>
                  </a:cubicBezTo>
                  <a:cubicBezTo>
                    <a:pt x="400143" y="219223"/>
                    <a:pt x="524387" y="202198"/>
                    <a:pt x="544169" y="198515"/>
                  </a:cubicBezTo>
                  <a:cubicBezTo>
                    <a:pt x="563952" y="194849"/>
                    <a:pt x="598926" y="188855"/>
                    <a:pt x="598926" y="188855"/>
                  </a:cubicBezTo>
                  <a:cubicBezTo>
                    <a:pt x="598926" y="188855"/>
                    <a:pt x="601684" y="189780"/>
                    <a:pt x="605367" y="181953"/>
                  </a:cubicBezTo>
                  <a:cubicBezTo>
                    <a:pt x="609049" y="174142"/>
                    <a:pt x="638955" y="157117"/>
                    <a:pt x="638955" y="157117"/>
                  </a:cubicBezTo>
                  <a:cubicBezTo>
                    <a:pt x="645873" y="153116"/>
                    <a:pt x="645315" y="151856"/>
                    <a:pt x="651372" y="148827"/>
                  </a:cubicBezTo>
                  <a:cubicBezTo>
                    <a:pt x="656442" y="146532"/>
                    <a:pt x="676687" y="136872"/>
                    <a:pt x="687272" y="136872"/>
                  </a:cubicBezTo>
                  <a:cubicBezTo>
                    <a:pt x="697857" y="136872"/>
                    <a:pt x="704759" y="137780"/>
                    <a:pt x="699690" y="142387"/>
                  </a:cubicBezTo>
                  <a:cubicBezTo>
                    <a:pt x="694636" y="146994"/>
                    <a:pt x="690029" y="145607"/>
                    <a:pt x="685422" y="146070"/>
                  </a:cubicBezTo>
                  <a:cubicBezTo>
                    <a:pt x="680831" y="146532"/>
                    <a:pt x="679907" y="151123"/>
                    <a:pt x="674391" y="153897"/>
                  </a:cubicBezTo>
                  <a:cubicBezTo>
                    <a:pt x="668860" y="156655"/>
                    <a:pt x="674838" y="155268"/>
                    <a:pt x="680831" y="154805"/>
                  </a:cubicBezTo>
                  <a:cubicBezTo>
                    <a:pt x="686809" y="154343"/>
                    <a:pt x="698765" y="153434"/>
                    <a:pt x="700614" y="158025"/>
                  </a:cubicBezTo>
                  <a:cubicBezTo>
                    <a:pt x="702447" y="162632"/>
                    <a:pt x="704297" y="164928"/>
                    <a:pt x="699690" y="165852"/>
                  </a:cubicBezTo>
                  <a:cubicBezTo>
                    <a:pt x="695083" y="166777"/>
                    <a:pt x="691863" y="167702"/>
                    <a:pt x="687272" y="167702"/>
                  </a:cubicBezTo>
                  <a:cubicBezTo>
                    <a:pt x="682665" y="167702"/>
                    <a:pt x="680369" y="170459"/>
                    <a:pt x="685885" y="171368"/>
                  </a:cubicBezTo>
                  <a:cubicBezTo>
                    <a:pt x="691416" y="172292"/>
                    <a:pt x="697857" y="169072"/>
                    <a:pt x="700614" y="173679"/>
                  </a:cubicBezTo>
                  <a:cubicBezTo>
                    <a:pt x="703372" y="178270"/>
                    <a:pt x="705667" y="182415"/>
                    <a:pt x="701077" y="183802"/>
                  </a:cubicBezTo>
                  <a:cubicBezTo>
                    <a:pt x="696470" y="185173"/>
                    <a:pt x="690492" y="183340"/>
                    <a:pt x="687272" y="182877"/>
                  </a:cubicBezTo>
                  <a:cubicBezTo>
                    <a:pt x="684051" y="182415"/>
                    <a:pt x="687272" y="188855"/>
                    <a:pt x="693712" y="190705"/>
                  </a:cubicBezTo>
                  <a:cubicBezTo>
                    <a:pt x="700152" y="192538"/>
                    <a:pt x="702447" y="194849"/>
                    <a:pt x="701539" y="197607"/>
                  </a:cubicBezTo>
                  <a:cubicBezTo>
                    <a:pt x="700614" y="200365"/>
                    <a:pt x="699227" y="206342"/>
                    <a:pt x="695083" y="206342"/>
                  </a:cubicBezTo>
                  <a:cubicBezTo>
                    <a:pt x="690954" y="206342"/>
                    <a:pt x="695083" y="207267"/>
                    <a:pt x="681740" y="211874"/>
                  </a:cubicBezTo>
                  <a:cubicBezTo>
                    <a:pt x="668397" y="216465"/>
                    <a:pt x="642175" y="240392"/>
                    <a:pt x="633885" y="239021"/>
                  </a:cubicBezTo>
                  <a:cubicBezTo>
                    <a:pt x="625612" y="237635"/>
                    <a:pt x="622392" y="235339"/>
                    <a:pt x="615952" y="236710"/>
                  </a:cubicBezTo>
                  <a:cubicBezTo>
                    <a:pt x="609511" y="238097"/>
                    <a:pt x="568097" y="257417"/>
                    <a:pt x="568097" y="257417"/>
                  </a:cubicBezTo>
                  <a:lnTo>
                    <a:pt x="521103" y="270935"/>
                  </a:lnTo>
                  <a:cubicBezTo>
                    <a:pt x="521103" y="270935"/>
                    <a:pt x="468402" y="288837"/>
                    <a:pt x="464497" y="288518"/>
                  </a:cubicBezTo>
                  <a:cubicBezTo>
                    <a:pt x="460591" y="288183"/>
                    <a:pt x="495852" y="308955"/>
                    <a:pt x="510120" y="323222"/>
                  </a:cubicBezTo>
                  <a:cubicBezTo>
                    <a:pt x="512064" y="325182"/>
                    <a:pt x="526028" y="345683"/>
                    <a:pt x="532867" y="336979"/>
                  </a:cubicBezTo>
                  <a:cubicBezTo>
                    <a:pt x="542400" y="324816"/>
                    <a:pt x="570695" y="310437"/>
                    <a:pt x="594989" y="298545"/>
                  </a:cubicBezTo>
                  <a:cubicBezTo>
                    <a:pt x="603566" y="294353"/>
                    <a:pt x="611249" y="307376"/>
                    <a:pt x="575733" y="327733"/>
                  </a:cubicBezTo>
                  <a:cubicBezTo>
                    <a:pt x="573533" y="328992"/>
                    <a:pt x="636244" y="310915"/>
                    <a:pt x="639592" y="315124"/>
                  </a:cubicBezTo>
                  <a:cubicBezTo>
                    <a:pt x="641393" y="317387"/>
                    <a:pt x="642987" y="317865"/>
                    <a:pt x="640708" y="323158"/>
                  </a:cubicBezTo>
                  <a:cubicBezTo>
                    <a:pt x="639193" y="326665"/>
                    <a:pt x="601047" y="333089"/>
                    <a:pt x="598337" y="337553"/>
                  </a:cubicBezTo>
                  <a:cubicBezTo>
                    <a:pt x="596519" y="340533"/>
                    <a:pt x="640804" y="336214"/>
                    <a:pt x="642366" y="339226"/>
                  </a:cubicBezTo>
                  <a:cubicBezTo>
                    <a:pt x="644629" y="343578"/>
                    <a:pt x="644900" y="346798"/>
                    <a:pt x="638476" y="351469"/>
                  </a:cubicBezTo>
                  <a:cubicBezTo>
                    <a:pt x="635479" y="353653"/>
                    <a:pt x="635862" y="347978"/>
                    <a:pt x="627142" y="352123"/>
                  </a:cubicBezTo>
                  <a:cubicBezTo>
                    <a:pt x="622583" y="354291"/>
                    <a:pt x="635336" y="350704"/>
                    <a:pt x="639162" y="355646"/>
                  </a:cubicBezTo>
                  <a:cubicBezTo>
                    <a:pt x="641313" y="358419"/>
                    <a:pt x="641346" y="360157"/>
                    <a:pt x="638110" y="363776"/>
                  </a:cubicBezTo>
                  <a:cubicBezTo>
                    <a:pt x="636276" y="365816"/>
                    <a:pt x="646367" y="362724"/>
                    <a:pt x="647722" y="365593"/>
                  </a:cubicBezTo>
                  <a:cubicBezTo>
                    <a:pt x="649539" y="369403"/>
                    <a:pt x="651372" y="372527"/>
                    <a:pt x="644534" y="375062"/>
                  </a:cubicBezTo>
                  <a:cubicBezTo>
                    <a:pt x="636579" y="378027"/>
                    <a:pt x="622121" y="392692"/>
                    <a:pt x="610691" y="394095"/>
                  </a:cubicBezTo>
                  <a:cubicBezTo>
                    <a:pt x="597189" y="395769"/>
                    <a:pt x="596551" y="400950"/>
                    <a:pt x="597077" y="401444"/>
                  </a:cubicBezTo>
                  <a:cubicBezTo>
                    <a:pt x="619634" y="422614"/>
                    <a:pt x="703372" y="510034"/>
                    <a:pt x="707054" y="513716"/>
                  </a:cubicBezTo>
                  <a:cubicBezTo>
                    <a:pt x="710737" y="517399"/>
                    <a:pt x="727761" y="523839"/>
                    <a:pt x="727761" y="523839"/>
                  </a:cubicBezTo>
                  <a:cubicBezTo>
                    <a:pt x="727761" y="523839"/>
                    <a:pt x="760887" y="536257"/>
                    <a:pt x="776541" y="548691"/>
                  </a:cubicBezTo>
                  <a:cubicBezTo>
                    <a:pt x="792179" y="561109"/>
                    <a:pt x="817940" y="581816"/>
                    <a:pt x="836351" y="585036"/>
                  </a:cubicBezTo>
                  <a:cubicBezTo>
                    <a:pt x="854763" y="588256"/>
                    <a:pt x="892496" y="583203"/>
                    <a:pt x="901231" y="592863"/>
                  </a:cubicBezTo>
                  <a:cubicBezTo>
                    <a:pt x="909967" y="602524"/>
                    <a:pt x="920647" y="626244"/>
                    <a:pt x="920647" y="626244"/>
                  </a:cubicBezTo>
                  <a:cubicBezTo>
                    <a:pt x="920647" y="626244"/>
                    <a:pt x="923580" y="639586"/>
                    <a:pt x="909919" y="647062"/>
                  </a:cubicBezTo>
                  <a:cubicBezTo>
                    <a:pt x="896258" y="654539"/>
                    <a:pt x="877384" y="664630"/>
                    <a:pt x="844848" y="666909"/>
                  </a:cubicBezTo>
                  <a:cubicBezTo>
                    <a:pt x="812313" y="669189"/>
                    <a:pt x="754383" y="671133"/>
                    <a:pt x="754383" y="671133"/>
                  </a:cubicBezTo>
                  <a:cubicBezTo>
                    <a:pt x="754383" y="671133"/>
                    <a:pt x="756025" y="670161"/>
                    <a:pt x="742682" y="683822"/>
                  </a:cubicBezTo>
                  <a:cubicBezTo>
                    <a:pt x="729340" y="697500"/>
                    <a:pt x="692899" y="717011"/>
                    <a:pt x="692899" y="717011"/>
                  </a:cubicBezTo>
                  <a:cubicBezTo>
                    <a:pt x="692899" y="717011"/>
                    <a:pt x="674024" y="727756"/>
                    <a:pt x="647993" y="726783"/>
                  </a:cubicBezTo>
                  <a:cubicBezTo>
                    <a:pt x="621961" y="725795"/>
                    <a:pt x="587800" y="719291"/>
                    <a:pt x="570233" y="714732"/>
                  </a:cubicBezTo>
                  <a:cubicBezTo>
                    <a:pt x="552666" y="710189"/>
                    <a:pt x="541922" y="707909"/>
                    <a:pt x="529568" y="705948"/>
                  </a:cubicBezTo>
                  <a:cubicBezTo>
                    <a:pt x="517197" y="704004"/>
                    <a:pt x="507107" y="709200"/>
                    <a:pt x="489221" y="709200"/>
                  </a:cubicBezTo>
                  <a:cubicBezTo>
                    <a:pt x="471319" y="709200"/>
                    <a:pt x="459603" y="710189"/>
                    <a:pt x="439756" y="702697"/>
                  </a:cubicBezTo>
                  <a:cubicBezTo>
                    <a:pt x="419910" y="695220"/>
                    <a:pt x="403650" y="688381"/>
                    <a:pt x="398437" y="680905"/>
                  </a:cubicBezTo>
                  <a:cubicBezTo>
                    <a:pt x="393240" y="673413"/>
                    <a:pt x="382831" y="661059"/>
                    <a:pt x="382496" y="646090"/>
                  </a:cubicBezTo>
                  <a:cubicBezTo>
                    <a:pt x="382177" y="631122"/>
                    <a:pt x="389654" y="614846"/>
                    <a:pt x="394866" y="609968"/>
                  </a:cubicBezTo>
                  <a:cubicBezTo>
                    <a:pt x="400063" y="605090"/>
                    <a:pt x="410472" y="600531"/>
                    <a:pt x="410472" y="600531"/>
                  </a:cubicBezTo>
                  <a:cubicBezTo>
                    <a:pt x="410472" y="600531"/>
                    <a:pt x="408209" y="591429"/>
                    <a:pt x="407874" y="585244"/>
                  </a:cubicBezTo>
                  <a:cubicBezTo>
                    <a:pt x="407555" y="579058"/>
                    <a:pt x="402024" y="575153"/>
                    <a:pt x="399744" y="577432"/>
                  </a:cubicBezTo>
                  <a:cubicBezTo>
                    <a:pt x="397464" y="579712"/>
                    <a:pt x="392252" y="595653"/>
                    <a:pt x="392252" y="595653"/>
                  </a:cubicBezTo>
                  <a:cubicBezTo>
                    <a:pt x="392252" y="595653"/>
                    <a:pt x="384122" y="602157"/>
                    <a:pt x="371433" y="607688"/>
                  </a:cubicBezTo>
                  <a:cubicBezTo>
                    <a:pt x="358744" y="613220"/>
                    <a:pt x="366236" y="613220"/>
                    <a:pt x="340858" y="624618"/>
                  </a:cubicBezTo>
                  <a:cubicBezTo>
                    <a:pt x="315480" y="635999"/>
                    <a:pt x="291393" y="638933"/>
                    <a:pt x="284890" y="643492"/>
                  </a:cubicBezTo>
                  <a:cubicBezTo>
                    <a:pt x="278385" y="648035"/>
                    <a:pt x="278672" y="666941"/>
                    <a:pt x="255208" y="674768"/>
                  </a:cubicBezTo>
                  <a:cubicBezTo>
                    <a:pt x="231726" y="682579"/>
                    <a:pt x="206428" y="680746"/>
                    <a:pt x="196306" y="684428"/>
                  </a:cubicBezTo>
                  <a:cubicBezTo>
                    <a:pt x="186183" y="688110"/>
                    <a:pt x="153058" y="691793"/>
                    <a:pt x="136479" y="685353"/>
                  </a:cubicBezTo>
                  <a:cubicBezTo>
                    <a:pt x="119917" y="678897"/>
                    <a:pt x="102429" y="670161"/>
                    <a:pt x="96913" y="660038"/>
                  </a:cubicBezTo>
                  <a:cubicBezTo>
                    <a:pt x="91398" y="649916"/>
                    <a:pt x="90473" y="663721"/>
                    <a:pt x="83571" y="648991"/>
                  </a:cubicBezTo>
                  <a:cubicBezTo>
                    <a:pt x="76669" y="634278"/>
                    <a:pt x="64251" y="625989"/>
                    <a:pt x="57811" y="626451"/>
                  </a:cubicBezTo>
                  <a:cubicBezTo>
                    <a:pt x="51355" y="626913"/>
                    <a:pt x="58719" y="639331"/>
                    <a:pt x="43543" y="628284"/>
                  </a:cubicBezTo>
                  <a:cubicBezTo>
                    <a:pt x="28351" y="617253"/>
                    <a:pt x="12251" y="609426"/>
                    <a:pt x="19153" y="588718"/>
                  </a:cubicBezTo>
                  <a:cubicBezTo>
                    <a:pt x="26056" y="568011"/>
                    <a:pt x="13622" y="538568"/>
                    <a:pt x="9493" y="502207"/>
                  </a:cubicBezTo>
                  <a:cubicBezTo>
                    <a:pt x="5349" y="465861"/>
                    <a:pt x="-629" y="436881"/>
                    <a:pt x="1666" y="416174"/>
                  </a:cubicBezTo>
                  <a:cubicBezTo>
                    <a:pt x="3962" y="395466"/>
                    <a:pt x="742" y="342080"/>
                    <a:pt x="12251" y="315857"/>
                  </a:cubicBezTo>
                  <a:cubicBezTo>
                    <a:pt x="23760" y="289634"/>
                    <a:pt x="39399" y="264782"/>
                    <a:pt x="39861" y="253273"/>
                  </a:cubicBezTo>
                  <a:cubicBezTo>
                    <a:pt x="40323" y="241779"/>
                    <a:pt x="46301" y="226588"/>
                    <a:pt x="53666" y="221997"/>
                  </a:cubicBezTo>
                  <a:cubicBezTo>
                    <a:pt x="61031" y="217390"/>
                    <a:pt x="75282" y="200827"/>
                    <a:pt x="82646" y="200827"/>
                  </a:cubicBezTo>
                  <a:cubicBezTo>
                    <a:pt x="90011" y="200827"/>
                    <a:pt x="74373" y="204509"/>
                    <a:pt x="67471" y="197145"/>
                  </a:cubicBezTo>
                  <a:cubicBezTo>
                    <a:pt x="60568" y="189780"/>
                    <a:pt x="62864" y="193000"/>
                    <a:pt x="52741" y="176899"/>
                  </a:cubicBezTo>
                  <a:cubicBezTo>
                    <a:pt x="42619" y="160799"/>
                    <a:pt x="45839" y="175513"/>
                    <a:pt x="36641" y="150214"/>
                  </a:cubicBezTo>
                  <a:cubicBezTo>
                    <a:pt x="27427" y="124900"/>
                    <a:pt x="29946" y="100303"/>
                    <a:pt x="30647" y="87168"/>
                  </a:cubicBezTo>
                  <a:cubicBezTo>
                    <a:pt x="32161" y="59223"/>
                    <a:pt x="55037" y="28728"/>
                    <a:pt x="55037" y="28728"/>
                  </a:cubicBez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4" name="フリーフォーム: 図形 103">
              <a:extLst>
                <a:ext uri="{FF2B5EF4-FFF2-40B4-BE49-F238E27FC236}">
                  <a16:creationId xmlns:a16="http://schemas.microsoft.com/office/drawing/2014/main" id="{B322ECEA-ABB9-41D6-B0FF-39F3ACC034DC}"/>
                </a:ext>
              </a:extLst>
            </p:cNvPr>
            <p:cNvSpPr/>
            <p:nvPr/>
          </p:nvSpPr>
          <p:spPr>
            <a:xfrm>
              <a:off x="8225841" y="1992654"/>
              <a:ext cx="580052" cy="637784"/>
            </a:xfrm>
            <a:custGeom>
              <a:avLst/>
              <a:gdLst>
                <a:gd name="connsiteX0" fmla="*/ 273212 w 580052"/>
                <a:gd name="connsiteY0" fmla="*/ 2363 h 637784"/>
                <a:gd name="connsiteX1" fmla="*/ 322677 w 580052"/>
                <a:gd name="connsiteY1" fmla="*/ 6587 h 637784"/>
                <a:gd name="connsiteX2" fmla="*/ 370500 w 580052"/>
                <a:gd name="connsiteY2" fmla="*/ 41083 h 637784"/>
                <a:gd name="connsiteX3" fmla="*/ 379602 w 580052"/>
                <a:gd name="connsiteY3" fmla="*/ 85973 h 637784"/>
                <a:gd name="connsiteX4" fmla="*/ 384496 w 580052"/>
                <a:gd name="connsiteY4" fmla="*/ 110060 h 637784"/>
                <a:gd name="connsiteX5" fmla="*/ 383030 w 580052"/>
                <a:gd name="connsiteY5" fmla="*/ 140157 h 637784"/>
                <a:gd name="connsiteX6" fmla="*/ 387094 w 580052"/>
                <a:gd name="connsiteY6" fmla="*/ 120788 h 637784"/>
                <a:gd name="connsiteX7" fmla="*/ 395559 w 580052"/>
                <a:gd name="connsiteY7" fmla="*/ 123068 h 637784"/>
                <a:gd name="connsiteX8" fmla="*/ 398317 w 580052"/>
                <a:gd name="connsiteY8" fmla="*/ 140635 h 637784"/>
                <a:gd name="connsiteX9" fmla="*/ 404980 w 580052"/>
                <a:gd name="connsiteY9" fmla="*/ 157229 h 637784"/>
                <a:gd name="connsiteX10" fmla="*/ 410512 w 580052"/>
                <a:gd name="connsiteY10" fmla="*/ 149259 h 637784"/>
                <a:gd name="connsiteX11" fmla="*/ 408248 w 580052"/>
                <a:gd name="connsiteY11" fmla="*/ 129572 h 637784"/>
                <a:gd name="connsiteX12" fmla="*/ 407754 w 580052"/>
                <a:gd name="connsiteY12" fmla="*/ 115910 h 637784"/>
                <a:gd name="connsiteX13" fmla="*/ 416219 w 580052"/>
                <a:gd name="connsiteY13" fmla="*/ 117218 h 637784"/>
                <a:gd name="connsiteX14" fmla="*/ 424843 w 580052"/>
                <a:gd name="connsiteY14" fmla="*/ 130225 h 637784"/>
                <a:gd name="connsiteX15" fmla="*/ 428254 w 580052"/>
                <a:gd name="connsiteY15" fmla="*/ 151698 h 637784"/>
                <a:gd name="connsiteX16" fmla="*/ 432638 w 580052"/>
                <a:gd name="connsiteY16" fmla="*/ 155922 h 637784"/>
                <a:gd name="connsiteX17" fmla="*/ 433626 w 580052"/>
                <a:gd name="connsiteY17" fmla="*/ 136410 h 637784"/>
                <a:gd name="connsiteX18" fmla="*/ 429067 w 580052"/>
                <a:gd name="connsiteY18" fmla="*/ 118844 h 637784"/>
                <a:gd name="connsiteX19" fmla="*/ 436224 w 580052"/>
                <a:gd name="connsiteY19" fmla="*/ 109072 h 637784"/>
                <a:gd name="connsiteX20" fmla="*/ 444354 w 580052"/>
                <a:gd name="connsiteY20" fmla="*/ 121761 h 637784"/>
                <a:gd name="connsiteX21" fmla="*/ 451193 w 580052"/>
                <a:gd name="connsiteY21" fmla="*/ 140316 h 637784"/>
                <a:gd name="connsiteX22" fmla="*/ 452165 w 580052"/>
                <a:gd name="connsiteY22" fmla="*/ 155285 h 637784"/>
                <a:gd name="connsiteX23" fmla="*/ 455912 w 580052"/>
                <a:gd name="connsiteY23" fmla="*/ 162267 h 637784"/>
                <a:gd name="connsiteX24" fmla="*/ 465986 w 580052"/>
                <a:gd name="connsiteY24" fmla="*/ 151220 h 637784"/>
                <a:gd name="connsiteX25" fmla="*/ 471040 w 580052"/>
                <a:gd name="connsiteY25" fmla="*/ 131038 h 637784"/>
                <a:gd name="connsiteX26" fmla="*/ 479983 w 580052"/>
                <a:gd name="connsiteY26" fmla="*/ 130385 h 637784"/>
                <a:gd name="connsiteX27" fmla="*/ 480796 w 580052"/>
                <a:gd name="connsiteY27" fmla="*/ 143233 h 637784"/>
                <a:gd name="connsiteX28" fmla="*/ 477225 w 580052"/>
                <a:gd name="connsiteY28" fmla="*/ 158042 h 637784"/>
                <a:gd name="connsiteX29" fmla="*/ 464855 w 580052"/>
                <a:gd name="connsiteY29" fmla="*/ 168946 h 637784"/>
                <a:gd name="connsiteX30" fmla="*/ 446953 w 580052"/>
                <a:gd name="connsiteY30" fmla="*/ 180009 h 637784"/>
                <a:gd name="connsiteX31" fmla="*/ 425161 w 580052"/>
                <a:gd name="connsiteY31" fmla="*/ 185540 h 637784"/>
                <a:gd name="connsiteX32" fmla="*/ 425815 w 580052"/>
                <a:gd name="connsiteY32" fmla="*/ 194005 h 637784"/>
                <a:gd name="connsiteX33" fmla="*/ 440449 w 580052"/>
                <a:gd name="connsiteY33" fmla="*/ 255171 h 637784"/>
                <a:gd name="connsiteX34" fmla="*/ 448260 w 580052"/>
                <a:gd name="connsiteY34" fmla="*/ 306246 h 637784"/>
                <a:gd name="connsiteX35" fmla="*/ 450858 w 580052"/>
                <a:gd name="connsiteY35" fmla="*/ 339753 h 637784"/>
                <a:gd name="connsiteX36" fmla="*/ 442728 w 580052"/>
                <a:gd name="connsiteY36" fmla="*/ 367092 h 637784"/>
                <a:gd name="connsiteX37" fmla="*/ 402716 w 580052"/>
                <a:gd name="connsiteY37" fmla="*/ 380100 h 637784"/>
                <a:gd name="connsiteX38" fmla="*/ 378965 w 580052"/>
                <a:gd name="connsiteY38" fmla="*/ 375876 h 637784"/>
                <a:gd name="connsiteX39" fmla="*/ 372445 w 580052"/>
                <a:gd name="connsiteY39" fmla="*/ 384659 h 637784"/>
                <a:gd name="connsiteX40" fmla="*/ 385134 w 580052"/>
                <a:gd name="connsiteY40" fmla="*/ 401764 h 637784"/>
                <a:gd name="connsiteX41" fmla="*/ 392945 w 580052"/>
                <a:gd name="connsiteY41" fmla="*/ 428911 h 637784"/>
                <a:gd name="connsiteX42" fmla="*/ 407594 w 580052"/>
                <a:gd name="connsiteY42" fmla="*/ 429565 h 637784"/>
                <a:gd name="connsiteX43" fmla="*/ 455800 w 580052"/>
                <a:gd name="connsiteY43" fmla="*/ 407375 h 637784"/>
                <a:gd name="connsiteX44" fmla="*/ 523103 w 580052"/>
                <a:gd name="connsiteY44" fmla="*/ 390398 h 637784"/>
                <a:gd name="connsiteX45" fmla="*/ 579056 w 580052"/>
                <a:gd name="connsiteY45" fmla="*/ 402561 h 637784"/>
                <a:gd name="connsiteX46" fmla="*/ 576776 w 580052"/>
                <a:gd name="connsiteY46" fmla="*/ 450065 h 637784"/>
                <a:gd name="connsiteX47" fmla="*/ 554331 w 580052"/>
                <a:gd name="connsiteY47" fmla="*/ 473482 h 637784"/>
                <a:gd name="connsiteX48" fmla="*/ 518543 w 580052"/>
                <a:gd name="connsiteY48" fmla="*/ 494636 h 637784"/>
                <a:gd name="connsiteX49" fmla="*/ 511386 w 580052"/>
                <a:gd name="connsiteY49" fmla="*/ 502766 h 637784"/>
                <a:gd name="connsiteX50" fmla="*/ 534405 w 580052"/>
                <a:gd name="connsiteY50" fmla="*/ 507723 h 637784"/>
                <a:gd name="connsiteX51" fmla="*/ 540670 w 580052"/>
                <a:gd name="connsiteY51" fmla="*/ 547337 h 637784"/>
                <a:gd name="connsiteX52" fmla="*/ 513012 w 580052"/>
                <a:gd name="connsiteY52" fmla="*/ 572077 h 637784"/>
                <a:gd name="connsiteX53" fmla="*/ 483728 w 580052"/>
                <a:gd name="connsiteY53" fmla="*/ 580207 h 637784"/>
                <a:gd name="connsiteX54" fmla="*/ 446953 w 580052"/>
                <a:gd name="connsiteY54" fmla="*/ 585404 h 637784"/>
                <a:gd name="connsiteX55" fmla="*/ 398157 w 580052"/>
                <a:gd name="connsiteY55" fmla="*/ 586711 h 637784"/>
                <a:gd name="connsiteX56" fmla="*/ 370181 w 580052"/>
                <a:gd name="connsiteY56" fmla="*/ 580207 h 637784"/>
                <a:gd name="connsiteX57" fmla="*/ 297299 w 580052"/>
                <a:gd name="connsiteY57" fmla="*/ 590616 h 637784"/>
                <a:gd name="connsiteX58" fmla="*/ 247515 w 580052"/>
                <a:gd name="connsiteY58" fmla="*/ 623152 h 637784"/>
                <a:gd name="connsiteX59" fmla="*/ 213019 w 580052"/>
                <a:gd name="connsiteY59" fmla="*/ 634869 h 637784"/>
                <a:gd name="connsiteX60" fmla="*/ 189920 w 580052"/>
                <a:gd name="connsiteY60" fmla="*/ 618274 h 637784"/>
                <a:gd name="connsiteX61" fmla="*/ 169420 w 580052"/>
                <a:gd name="connsiteY61" fmla="*/ 607211 h 637784"/>
                <a:gd name="connsiteX62" fmla="*/ 135259 w 580052"/>
                <a:gd name="connsiteY62" fmla="*/ 602652 h 637784"/>
                <a:gd name="connsiteX63" fmla="*/ 101751 w 580052"/>
                <a:gd name="connsiteY63" fmla="*/ 591924 h 637784"/>
                <a:gd name="connsiteX64" fmla="*/ 85475 w 580052"/>
                <a:gd name="connsiteY64" fmla="*/ 560679 h 637784"/>
                <a:gd name="connsiteX65" fmla="*/ 36027 w 580052"/>
                <a:gd name="connsiteY65" fmla="*/ 511884 h 637784"/>
                <a:gd name="connsiteX66" fmla="*/ 5770 w 580052"/>
                <a:gd name="connsiteY66" fmla="*/ 457222 h 637784"/>
                <a:gd name="connsiteX67" fmla="*/ 10967 w 580052"/>
                <a:gd name="connsiteY67" fmla="*/ 401907 h 637784"/>
                <a:gd name="connsiteX68" fmla="*/ 45782 w 580052"/>
                <a:gd name="connsiteY68" fmla="*/ 377183 h 637784"/>
                <a:gd name="connsiteX69" fmla="*/ 66601 w 580052"/>
                <a:gd name="connsiteY69" fmla="*/ 362533 h 637784"/>
                <a:gd name="connsiteX70" fmla="*/ 67908 w 580052"/>
                <a:gd name="connsiteY70" fmla="*/ 326427 h 637784"/>
                <a:gd name="connsiteX71" fmla="*/ 86129 w 580052"/>
                <a:gd name="connsiteY71" fmla="*/ 286734 h 637784"/>
                <a:gd name="connsiteX72" fmla="*/ 100444 w 580052"/>
                <a:gd name="connsiteY72" fmla="*/ 246706 h 637784"/>
                <a:gd name="connsiteX73" fmla="*/ 137857 w 580052"/>
                <a:gd name="connsiteY73" fmla="*/ 203761 h 637784"/>
                <a:gd name="connsiteX74" fmla="*/ 176913 w 580052"/>
                <a:gd name="connsiteY74" fmla="*/ 197257 h 637784"/>
                <a:gd name="connsiteX75" fmla="*/ 210102 w 580052"/>
                <a:gd name="connsiteY75" fmla="*/ 190100 h 637784"/>
                <a:gd name="connsiteX76" fmla="*/ 222456 w 580052"/>
                <a:gd name="connsiteY76" fmla="*/ 180328 h 637784"/>
                <a:gd name="connsiteX77" fmla="*/ 219204 w 580052"/>
                <a:gd name="connsiteY77" fmla="*/ 143233 h 637784"/>
                <a:gd name="connsiteX78" fmla="*/ 218885 w 580052"/>
                <a:gd name="connsiteY78" fmla="*/ 125347 h 637784"/>
                <a:gd name="connsiteX79" fmla="*/ 201956 w 580052"/>
                <a:gd name="connsiteY79" fmla="*/ 81095 h 637784"/>
                <a:gd name="connsiteX80" fmla="*/ 238397 w 580052"/>
                <a:gd name="connsiteY80" fmla="*/ 8532 h 637784"/>
                <a:gd name="connsiteX81" fmla="*/ 273212 w 580052"/>
                <a:gd name="connsiteY81" fmla="*/ 2363 h 637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80052" h="637784">
                  <a:moveTo>
                    <a:pt x="273212" y="2363"/>
                  </a:moveTo>
                  <a:cubicBezTo>
                    <a:pt x="273212" y="2363"/>
                    <a:pt x="299244" y="-4157"/>
                    <a:pt x="322677" y="6587"/>
                  </a:cubicBezTo>
                  <a:cubicBezTo>
                    <a:pt x="346094" y="17331"/>
                    <a:pt x="361238" y="27932"/>
                    <a:pt x="370500" y="41083"/>
                  </a:cubicBezTo>
                  <a:cubicBezTo>
                    <a:pt x="384496" y="60930"/>
                    <a:pt x="375712" y="76536"/>
                    <a:pt x="379602" y="85973"/>
                  </a:cubicBezTo>
                  <a:cubicBezTo>
                    <a:pt x="383508" y="95410"/>
                    <a:pt x="383843" y="101595"/>
                    <a:pt x="384496" y="110060"/>
                  </a:cubicBezTo>
                  <a:cubicBezTo>
                    <a:pt x="385134" y="118509"/>
                    <a:pt x="378630" y="134290"/>
                    <a:pt x="383030" y="140157"/>
                  </a:cubicBezTo>
                  <a:cubicBezTo>
                    <a:pt x="386488" y="144763"/>
                    <a:pt x="381818" y="122446"/>
                    <a:pt x="387094" y="120788"/>
                  </a:cubicBezTo>
                  <a:cubicBezTo>
                    <a:pt x="391032" y="119561"/>
                    <a:pt x="394571" y="117536"/>
                    <a:pt x="395559" y="123068"/>
                  </a:cubicBezTo>
                  <a:cubicBezTo>
                    <a:pt x="396531" y="128599"/>
                    <a:pt x="396293" y="136108"/>
                    <a:pt x="398317" y="140635"/>
                  </a:cubicBezTo>
                  <a:cubicBezTo>
                    <a:pt x="400628" y="145832"/>
                    <a:pt x="404056" y="154456"/>
                    <a:pt x="404980" y="157229"/>
                  </a:cubicBezTo>
                  <a:cubicBezTo>
                    <a:pt x="406909" y="162936"/>
                    <a:pt x="411165" y="159668"/>
                    <a:pt x="410512" y="149259"/>
                  </a:cubicBezTo>
                  <a:cubicBezTo>
                    <a:pt x="409874" y="138849"/>
                    <a:pt x="409412" y="137191"/>
                    <a:pt x="408248" y="129572"/>
                  </a:cubicBezTo>
                  <a:cubicBezTo>
                    <a:pt x="406590" y="118891"/>
                    <a:pt x="404502" y="120469"/>
                    <a:pt x="407754" y="115910"/>
                  </a:cubicBezTo>
                  <a:cubicBezTo>
                    <a:pt x="411006" y="111351"/>
                    <a:pt x="416219" y="117218"/>
                    <a:pt x="416219" y="117218"/>
                  </a:cubicBezTo>
                  <a:cubicBezTo>
                    <a:pt x="416219" y="117218"/>
                    <a:pt x="420283" y="121442"/>
                    <a:pt x="424843" y="130225"/>
                  </a:cubicBezTo>
                  <a:cubicBezTo>
                    <a:pt x="429386" y="139009"/>
                    <a:pt x="428971" y="143919"/>
                    <a:pt x="428254" y="151698"/>
                  </a:cubicBezTo>
                  <a:cubicBezTo>
                    <a:pt x="427441" y="160481"/>
                    <a:pt x="432638" y="161454"/>
                    <a:pt x="432638" y="155922"/>
                  </a:cubicBezTo>
                  <a:cubicBezTo>
                    <a:pt x="432638" y="150407"/>
                    <a:pt x="435571" y="144222"/>
                    <a:pt x="433626" y="136410"/>
                  </a:cubicBezTo>
                  <a:cubicBezTo>
                    <a:pt x="431665" y="128599"/>
                    <a:pt x="428413" y="125347"/>
                    <a:pt x="429067" y="118844"/>
                  </a:cubicBezTo>
                  <a:cubicBezTo>
                    <a:pt x="429720" y="112324"/>
                    <a:pt x="431012" y="104528"/>
                    <a:pt x="436224" y="109072"/>
                  </a:cubicBezTo>
                  <a:cubicBezTo>
                    <a:pt x="441421" y="113631"/>
                    <a:pt x="441102" y="114938"/>
                    <a:pt x="444354" y="121761"/>
                  </a:cubicBezTo>
                  <a:cubicBezTo>
                    <a:pt x="447606" y="128599"/>
                    <a:pt x="450539" y="131532"/>
                    <a:pt x="451193" y="140316"/>
                  </a:cubicBezTo>
                  <a:cubicBezTo>
                    <a:pt x="451847" y="149099"/>
                    <a:pt x="452819" y="148765"/>
                    <a:pt x="452165" y="155285"/>
                  </a:cubicBezTo>
                  <a:cubicBezTo>
                    <a:pt x="451512" y="161789"/>
                    <a:pt x="454286" y="162952"/>
                    <a:pt x="455912" y="162267"/>
                  </a:cubicBezTo>
                  <a:cubicBezTo>
                    <a:pt x="455912" y="162267"/>
                    <a:pt x="459897" y="163287"/>
                    <a:pt x="465986" y="151220"/>
                  </a:cubicBezTo>
                  <a:cubicBezTo>
                    <a:pt x="470115" y="143058"/>
                    <a:pt x="468967" y="135263"/>
                    <a:pt x="471040" y="131038"/>
                  </a:cubicBezTo>
                  <a:cubicBezTo>
                    <a:pt x="472713" y="127627"/>
                    <a:pt x="477480" y="127436"/>
                    <a:pt x="479983" y="130385"/>
                  </a:cubicBezTo>
                  <a:cubicBezTo>
                    <a:pt x="483999" y="135103"/>
                    <a:pt x="480796" y="138355"/>
                    <a:pt x="480796" y="143233"/>
                  </a:cubicBezTo>
                  <a:cubicBezTo>
                    <a:pt x="480796" y="148127"/>
                    <a:pt x="478851" y="153164"/>
                    <a:pt x="477225" y="158042"/>
                  </a:cubicBezTo>
                  <a:cubicBezTo>
                    <a:pt x="475598" y="162920"/>
                    <a:pt x="472984" y="164068"/>
                    <a:pt x="464855" y="168946"/>
                  </a:cubicBezTo>
                  <a:cubicBezTo>
                    <a:pt x="456724" y="173824"/>
                    <a:pt x="458350" y="177076"/>
                    <a:pt x="446953" y="180009"/>
                  </a:cubicBezTo>
                  <a:cubicBezTo>
                    <a:pt x="435571" y="182942"/>
                    <a:pt x="427760" y="177730"/>
                    <a:pt x="425161" y="185540"/>
                  </a:cubicBezTo>
                  <a:cubicBezTo>
                    <a:pt x="422563" y="193352"/>
                    <a:pt x="426468" y="167974"/>
                    <a:pt x="425815" y="194005"/>
                  </a:cubicBezTo>
                  <a:cubicBezTo>
                    <a:pt x="425161" y="220021"/>
                    <a:pt x="437197" y="243135"/>
                    <a:pt x="440449" y="255171"/>
                  </a:cubicBezTo>
                  <a:cubicBezTo>
                    <a:pt x="443701" y="267206"/>
                    <a:pt x="445661" y="291930"/>
                    <a:pt x="448260" y="306246"/>
                  </a:cubicBezTo>
                  <a:cubicBezTo>
                    <a:pt x="450858" y="320560"/>
                    <a:pt x="451847" y="328053"/>
                    <a:pt x="450858" y="339753"/>
                  </a:cubicBezTo>
                  <a:cubicBezTo>
                    <a:pt x="449886" y="351470"/>
                    <a:pt x="462575" y="361242"/>
                    <a:pt x="442728" y="367092"/>
                  </a:cubicBezTo>
                  <a:cubicBezTo>
                    <a:pt x="422882" y="372942"/>
                    <a:pt x="409539" y="380100"/>
                    <a:pt x="402716" y="380100"/>
                  </a:cubicBezTo>
                  <a:cubicBezTo>
                    <a:pt x="395878" y="380100"/>
                    <a:pt x="384496" y="376848"/>
                    <a:pt x="378965" y="375876"/>
                  </a:cubicBezTo>
                  <a:cubicBezTo>
                    <a:pt x="373433" y="374903"/>
                    <a:pt x="364602" y="371540"/>
                    <a:pt x="372445" y="384659"/>
                  </a:cubicBezTo>
                  <a:cubicBezTo>
                    <a:pt x="375856" y="390366"/>
                    <a:pt x="373417" y="387768"/>
                    <a:pt x="385134" y="401764"/>
                  </a:cubicBezTo>
                  <a:cubicBezTo>
                    <a:pt x="396850" y="415760"/>
                    <a:pt x="391653" y="414596"/>
                    <a:pt x="392945" y="428911"/>
                  </a:cubicBezTo>
                  <a:cubicBezTo>
                    <a:pt x="394252" y="443226"/>
                    <a:pt x="392945" y="437041"/>
                    <a:pt x="407594" y="429565"/>
                  </a:cubicBezTo>
                  <a:cubicBezTo>
                    <a:pt x="422228" y="422073"/>
                    <a:pt x="425544" y="417466"/>
                    <a:pt x="455800" y="407375"/>
                  </a:cubicBezTo>
                  <a:cubicBezTo>
                    <a:pt x="486056" y="397284"/>
                    <a:pt x="474068" y="393825"/>
                    <a:pt x="523103" y="390398"/>
                  </a:cubicBezTo>
                  <a:cubicBezTo>
                    <a:pt x="572137" y="386987"/>
                    <a:pt x="577111" y="394750"/>
                    <a:pt x="579056" y="402561"/>
                  </a:cubicBezTo>
                  <a:cubicBezTo>
                    <a:pt x="581016" y="410372"/>
                    <a:pt x="583280" y="442907"/>
                    <a:pt x="576776" y="450065"/>
                  </a:cubicBezTo>
                  <a:cubicBezTo>
                    <a:pt x="570272" y="457222"/>
                    <a:pt x="570973" y="465480"/>
                    <a:pt x="554331" y="473482"/>
                  </a:cubicBezTo>
                  <a:cubicBezTo>
                    <a:pt x="537689" y="481485"/>
                    <a:pt x="532524" y="489423"/>
                    <a:pt x="518543" y="494636"/>
                  </a:cubicBezTo>
                  <a:cubicBezTo>
                    <a:pt x="504547" y="499848"/>
                    <a:pt x="509107" y="502766"/>
                    <a:pt x="511386" y="502766"/>
                  </a:cubicBezTo>
                  <a:cubicBezTo>
                    <a:pt x="513665" y="502766"/>
                    <a:pt x="524872" y="502574"/>
                    <a:pt x="534405" y="507723"/>
                  </a:cubicBezTo>
                  <a:cubicBezTo>
                    <a:pt x="545245" y="516937"/>
                    <a:pt x="545484" y="542076"/>
                    <a:pt x="540670" y="547337"/>
                  </a:cubicBezTo>
                  <a:cubicBezTo>
                    <a:pt x="531551" y="556455"/>
                    <a:pt x="524729" y="569797"/>
                    <a:pt x="513012" y="572077"/>
                  </a:cubicBezTo>
                  <a:cubicBezTo>
                    <a:pt x="501295" y="574357"/>
                    <a:pt x="502602" y="579235"/>
                    <a:pt x="483728" y="580207"/>
                  </a:cubicBezTo>
                  <a:cubicBezTo>
                    <a:pt x="464855" y="581179"/>
                    <a:pt x="459323" y="582152"/>
                    <a:pt x="446953" y="585404"/>
                  </a:cubicBezTo>
                  <a:cubicBezTo>
                    <a:pt x="434598" y="588672"/>
                    <a:pt x="407260" y="590935"/>
                    <a:pt x="398157" y="586711"/>
                  </a:cubicBezTo>
                  <a:cubicBezTo>
                    <a:pt x="389039" y="582487"/>
                    <a:pt x="396197" y="585738"/>
                    <a:pt x="370181" y="580207"/>
                  </a:cubicBezTo>
                  <a:cubicBezTo>
                    <a:pt x="344149" y="574675"/>
                    <a:pt x="305747" y="585085"/>
                    <a:pt x="297299" y="590616"/>
                  </a:cubicBezTo>
                  <a:cubicBezTo>
                    <a:pt x="288834" y="596148"/>
                    <a:pt x="265736" y="612089"/>
                    <a:pt x="247515" y="623152"/>
                  </a:cubicBezTo>
                  <a:cubicBezTo>
                    <a:pt x="229295" y="634215"/>
                    <a:pt x="226680" y="643333"/>
                    <a:pt x="213019" y="634869"/>
                  </a:cubicBezTo>
                  <a:cubicBezTo>
                    <a:pt x="199358" y="626404"/>
                    <a:pt x="193173" y="626085"/>
                    <a:pt x="189920" y="618274"/>
                  </a:cubicBezTo>
                  <a:cubicBezTo>
                    <a:pt x="186668" y="610463"/>
                    <a:pt x="185043" y="607530"/>
                    <a:pt x="169420" y="607211"/>
                  </a:cubicBezTo>
                  <a:cubicBezTo>
                    <a:pt x="153798" y="606892"/>
                    <a:pt x="150228" y="606557"/>
                    <a:pt x="135259" y="602652"/>
                  </a:cubicBezTo>
                  <a:cubicBezTo>
                    <a:pt x="120290" y="598746"/>
                    <a:pt x="109227" y="598428"/>
                    <a:pt x="101751" y="591924"/>
                  </a:cubicBezTo>
                  <a:cubicBezTo>
                    <a:pt x="94259" y="585404"/>
                    <a:pt x="89381" y="566864"/>
                    <a:pt x="85475" y="560679"/>
                  </a:cubicBezTo>
                  <a:cubicBezTo>
                    <a:pt x="81570" y="554494"/>
                    <a:pt x="49369" y="530742"/>
                    <a:pt x="36027" y="511884"/>
                  </a:cubicBezTo>
                  <a:cubicBezTo>
                    <a:pt x="22684" y="493010"/>
                    <a:pt x="10967" y="485199"/>
                    <a:pt x="5770" y="457222"/>
                  </a:cubicBezTo>
                  <a:cubicBezTo>
                    <a:pt x="558" y="429230"/>
                    <a:pt x="-3348" y="414277"/>
                    <a:pt x="10967" y="401907"/>
                  </a:cubicBezTo>
                  <a:cubicBezTo>
                    <a:pt x="25282" y="389537"/>
                    <a:pt x="29841" y="381407"/>
                    <a:pt x="45782" y="377183"/>
                  </a:cubicBezTo>
                  <a:cubicBezTo>
                    <a:pt x="61723" y="372942"/>
                    <a:pt x="66601" y="370344"/>
                    <a:pt x="66601" y="362533"/>
                  </a:cubicBezTo>
                  <a:cubicBezTo>
                    <a:pt x="66601" y="354722"/>
                    <a:pt x="58806" y="336501"/>
                    <a:pt x="67908" y="326427"/>
                  </a:cubicBezTo>
                  <a:cubicBezTo>
                    <a:pt x="77027" y="316336"/>
                    <a:pt x="77345" y="299742"/>
                    <a:pt x="86129" y="286734"/>
                  </a:cubicBezTo>
                  <a:cubicBezTo>
                    <a:pt x="94912" y="273710"/>
                    <a:pt x="86129" y="258741"/>
                    <a:pt x="100444" y="246706"/>
                  </a:cubicBezTo>
                  <a:cubicBezTo>
                    <a:pt x="114759" y="234671"/>
                    <a:pt x="126794" y="207985"/>
                    <a:pt x="137857" y="203761"/>
                  </a:cubicBezTo>
                  <a:cubicBezTo>
                    <a:pt x="148920" y="199537"/>
                    <a:pt x="162916" y="202789"/>
                    <a:pt x="176913" y="197257"/>
                  </a:cubicBezTo>
                  <a:cubicBezTo>
                    <a:pt x="190893" y="191726"/>
                    <a:pt x="198051" y="192363"/>
                    <a:pt x="210102" y="190100"/>
                  </a:cubicBezTo>
                  <a:cubicBezTo>
                    <a:pt x="222137" y="187820"/>
                    <a:pt x="227334" y="195950"/>
                    <a:pt x="222456" y="180328"/>
                  </a:cubicBezTo>
                  <a:cubicBezTo>
                    <a:pt x="217578" y="164722"/>
                    <a:pt x="216925" y="156911"/>
                    <a:pt x="219204" y="143233"/>
                  </a:cubicBezTo>
                  <a:cubicBezTo>
                    <a:pt x="221484" y="129572"/>
                    <a:pt x="223413" y="130783"/>
                    <a:pt x="218885" y="125347"/>
                  </a:cubicBezTo>
                  <a:cubicBezTo>
                    <a:pt x="209161" y="113694"/>
                    <a:pt x="208253" y="107924"/>
                    <a:pt x="201956" y="81095"/>
                  </a:cubicBezTo>
                  <a:cubicBezTo>
                    <a:pt x="207328" y="37385"/>
                    <a:pt x="221372" y="34117"/>
                    <a:pt x="238397" y="8532"/>
                  </a:cubicBezTo>
                  <a:cubicBezTo>
                    <a:pt x="257925" y="4642"/>
                    <a:pt x="273212" y="2363"/>
                    <a:pt x="273212" y="2363"/>
                  </a:cubicBez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5" name="フリーフォーム: 図形 104">
              <a:extLst>
                <a:ext uri="{FF2B5EF4-FFF2-40B4-BE49-F238E27FC236}">
                  <a16:creationId xmlns:a16="http://schemas.microsoft.com/office/drawing/2014/main" id="{F9B97592-A9EF-0C59-CA39-241190F9CA80}"/>
                </a:ext>
              </a:extLst>
            </p:cNvPr>
            <p:cNvSpPr/>
            <p:nvPr/>
          </p:nvSpPr>
          <p:spPr>
            <a:xfrm>
              <a:off x="8443035" y="2070196"/>
              <a:ext cx="66886" cy="164737"/>
            </a:xfrm>
            <a:custGeom>
              <a:avLst/>
              <a:gdLst>
                <a:gd name="connsiteX0" fmla="*/ 3470 w 66886"/>
                <a:gd name="connsiteY0" fmla="*/ 132073 h 164737"/>
                <a:gd name="connsiteX1" fmla="*/ 9910 w 66886"/>
                <a:gd name="connsiteY1" fmla="*/ 122859 h 164737"/>
                <a:gd name="connsiteX2" fmla="*/ 1031 w 66886"/>
                <a:gd name="connsiteY2" fmla="*/ 84441 h 164737"/>
                <a:gd name="connsiteX3" fmla="*/ 3996 w 66886"/>
                <a:gd name="connsiteY3" fmla="*/ 55907 h 164737"/>
                <a:gd name="connsiteX4" fmla="*/ 7152 w 66886"/>
                <a:gd name="connsiteY4" fmla="*/ 28759 h 164737"/>
                <a:gd name="connsiteX5" fmla="*/ 23715 w 66886"/>
                <a:gd name="connsiteY5" fmla="*/ 8052 h 164737"/>
                <a:gd name="connsiteX6" fmla="*/ 37759 w 66886"/>
                <a:gd name="connsiteY6" fmla="*/ 1851 h 164737"/>
                <a:gd name="connsiteX7" fmla="*/ 49715 w 66886"/>
                <a:gd name="connsiteY7" fmla="*/ 2536 h 164737"/>
                <a:gd name="connsiteX8" fmla="*/ 49252 w 66886"/>
                <a:gd name="connsiteY8" fmla="*/ 11049 h 164737"/>
                <a:gd name="connsiteX9" fmla="*/ 52935 w 66886"/>
                <a:gd name="connsiteY9" fmla="*/ 11049 h 164737"/>
                <a:gd name="connsiteX10" fmla="*/ 63520 w 66886"/>
                <a:gd name="connsiteY10" fmla="*/ 7606 h 164737"/>
                <a:gd name="connsiteX11" fmla="*/ 64906 w 66886"/>
                <a:gd name="connsiteY11" fmla="*/ 17266 h 164737"/>
                <a:gd name="connsiteX12" fmla="*/ 58227 w 66886"/>
                <a:gd name="connsiteY12" fmla="*/ 21634 h 164737"/>
                <a:gd name="connsiteX13" fmla="*/ 57319 w 66886"/>
                <a:gd name="connsiteY13" fmla="*/ 26001 h 164737"/>
                <a:gd name="connsiteX14" fmla="*/ 55246 w 66886"/>
                <a:gd name="connsiteY14" fmla="*/ 31533 h 164737"/>
                <a:gd name="connsiteX15" fmla="*/ 46494 w 66886"/>
                <a:gd name="connsiteY15" fmla="*/ 37511 h 164737"/>
                <a:gd name="connsiteX16" fmla="*/ 46272 w 66886"/>
                <a:gd name="connsiteY16" fmla="*/ 42341 h 164737"/>
                <a:gd name="connsiteX17" fmla="*/ 49954 w 66886"/>
                <a:gd name="connsiteY17" fmla="*/ 46247 h 164737"/>
                <a:gd name="connsiteX18" fmla="*/ 58227 w 66886"/>
                <a:gd name="connsiteY18" fmla="*/ 46486 h 164737"/>
                <a:gd name="connsiteX19" fmla="*/ 63297 w 66886"/>
                <a:gd name="connsiteY19" fmla="*/ 52240 h 164737"/>
                <a:gd name="connsiteX20" fmla="*/ 67887 w 66886"/>
                <a:gd name="connsiteY20" fmla="*/ 93878 h 164737"/>
                <a:gd name="connsiteX21" fmla="*/ 65592 w 66886"/>
                <a:gd name="connsiteY21" fmla="*/ 122636 h 164737"/>
                <a:gd name="connsiteX22" fmla="*/ 59152 w 66886"/>
                <a:gd name="connsiteY22" fmla="*/ 130686 h 164737"/>
                <a:gd name="connsiteX23" fmla="*/ 49954 w 66886"/>
                <a:gd name="connsiteY23" fmla="*/ 157371 h 164737"/>
                <a:gd name="connsiteX24" fmla="*/ 45347 w 66886"/>
                <a:gd name="connsiteY24" fmla="*/ 164959 h 164737"/>
                <a:gd name="connsiteX25" fmla="*/ 3470 w 66886"/>
                <a:gd name="connsiteY25" fmla="*/ 132073 h 164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6886" h="164737">
                  <a:moveTo>
                    <a:pt x="3470" y="132073"/>
                  </a:moveTo>
                  <a:cubicBezTo>
                    <a:pt x="3470" y="132073"/>
                    <a:pt x="12780" y="135564"/>
                    <a:pt x="9910" y="122859"/>
                  </a:cubicBezTo>
                  <a:cubicBezTo>
                    <a:pt x="7057" y="110154"/>
                    <a:pt x="1015" y="96301"/>
                    <a:pt x="1031" y="84441"/>
                  </a:cubicBezTo>
                  <a:cubicBezTo>
                    <a:pt x="1063" y="72597"/>
                    <a:pt x="2211" y="72709"/>
                    <a:pt x="3996" y="55907"/>
                  </a:cubicBezTo>
                  <a:cubicBezTo>
                    <a:pt x="5781" y="39121"/>
                    <a:pt x="3932" y="35662"/>
                    <a:pt x="7152" y="28759"/>
                  </a:cubicBezTo>
                  <a:cubicBezTo>
                    <a:pt x="10372" y="21857"/>
                    <a:pt x="16812" y="14046"/>
                    <a:pt x="23715" y="8052"/>
                  </a:cubicBezTo>
                  <a:cubicBezTo>
                    <a:pt x="30617" y="2074"/>
                    <a:pt x="34762" y="3684"/>
                    <a:pt x="37759" y="1851"/>
                  </a:cubicBezTo>
                  <a:cubicBezTo>
                    <a:pt x="40740" y="2"/>
                    <a:pt x="49029" y="-461"/>
                    <a:pt x="49715" y="2536"/>
                  </a:cubicBezTo>
                  <a:cubicBezTo>
                    <a:pt x="50416" y="5533"/>
                    <a:pt x="51325" y="10124"/>
                    <a:pt x="49252" y="11049"/>
                  </a:cubicBezTo>
                  <a:cubicBezTo>
                    <a:pt x="47196" y="11973"/>
                    <a:pt x="49029" y="13584"/>
                    <a:pt x="52935" y="11049"/>
                  </a:cubicBezTo>
                  <a:cubicBezTo>
                    <a:pt x="56857" y="8514"/>
                    <a:pt x="60762" y="3461"/>
                    <a:pt x="63520" y="7606"/>
                  </a:cubicBezTo>
                  <a:cubicBezTo>
                    <a:pt x="66277" y="11734"/>
                    <a:pt x="66277" y="15417"/>
                    <a:pt x="64906" y="17266"/>
                  </a:cubicBezTo>
                  <a:cubicBezTo>
                    <a:pt x="63520" y="19099"/>
                    <a:pt x="60299" y="20948"/>
                    <a:pt x="58227" y="21634"/>
                  </a:cubicBezTo>
                  <a:cubicBezTo>
                    <a:pt x="56155" y="22319"/>
                    <a:pt x="57079" y="23467"/>
                    <a:pt x="57319" y="26001"/>
                  </a:cubicBezTo>
                  <a:cubicBezTo>
                    <a:pt x="57542" y="28536"/>
                    <a:pt x="58004" y="29221"/>
                    <a:pt x="55246" y="31533"/>
                  </a:cubicBezTo>
                  <a:cubicBezTo>
                    <a:pt x="52488" y="33828"/>
                    <a:pt x="48105" y="37049"/>
                    <a:pt x="46494" y="37511"/>
                  </a:cubicBezTo>
                  <a:cubicBezTo>
                    <a:pt x="44885" y="37973"/>
                    <a:pt x="46272" y="39344"/>
                    <a:pt x="46272" y="42341"/>
                  </a:cubicBezTo>
                  <a:cubicBezTo>
                    <a:pt x="46272" y="45338"/>
                    <a:pt x="47419" y="47394"/>
                    <a:pt x="49954" y="46247"/>
                  </a:cubicBezTo>
                  <a:cubicBezTo>
                    <a:pt x="52488" y="45099"/>
                    <a:pt x="53859" y="43489"/>
                    <a:pt x="58227" y="46486"/>
                  </a:cubicBezTo>
                  <a:cubicBezTo>
                    <a:pt x="62611" y="49467"/>
                    <a:pt x="63297" y="49467"/>
                    <a:pt x="63297" y="52240"/>
                  </a:cubicBezTo>
                  <a:cubicBezTo>
                    <a:pt x="63297" y="54998"/>
                    <a:pt x="68350" y="79388"/>
                    <a:pt x="67887" y="93878"/>
                  </a:cubicBezTo>
                  <a:cubicBezTo>
                    <a:pt x="67441" y="108369"/>
                    <a:pt x="69051" y="118029"/>
                    <a:pt x="65592" y="122636"/>
                  </a:cubicBezTo>
                  <a:cubicBezTo>
                    <a:pt x="62149" y="127227"/>
                    <a:pt x="61910" y="123560"/>
                    <a:pt x="59152" y="130686"/>
                  </a:cubicBezTo>
                  <a:cubicBezTo>
                    <a:pt x="56394" y="137811"/>
                    <a:pt x="49954" y="157371"/>
                    <a:pt x="49954" y="157371"/>
                  </a:cubicBezTo>
                  <a:cubicBezTo>
                    <a:pt x="49954" y="157371"/>
                    <a:pt x="46734" y="162201"/>
                    <a:pt x="45347" y="164959"/>
                  </a:cubicBezTo>
                  <a:cubicBezTo>
                    <a:pt x="43960" y="167733"/>
                    <a:pt x="3470" y="132073"/>
                    <a:pt x="3470" y="132073"/>
                  </a:cubicBez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6" name="フリーフォーム: 図形 105">
              <a:extLst>
                <a:ext uri="{FF2B5EF4-FFF2-40B4-BE49-F238E27FC236}">
                  <a16:creationId xmlns:a16="http://schemas.microsoft.com/office/drawing/2014/main" id="{ABC1A180-663D-A7B5-57F0-6A953D645C51}"/>
                </a:ext>
              </a:extLst>
            </p:cNvPr>
            <p:cNvSpPr/>
            <p:nvPr/>
          </p:nvSpPr>
          <p:spPr>
            <a:xfrm>
              <a:off x="8599400" y="2103184"/>
              <a:ext cx="102125" cy="90420"/>
            </a:xfrm>
            <a:custGeom>
              <a:avLst/>
              <a:gdLst>
                <a:gd name="connsiteX0" fmla="*/ 10865 w 102125"/>
                <a:gd name="connsiteY0" fmla="*/ 23875 h 90420"/>
                <a:gd name="connsiteX1" fmla="*/ 13559 w 102125"/>
                <a:gd name="connsiteY1" fmla="*/ 10230 h 90420"/>
                <a:gd name="connsiteX2" fmla="*/ 22024 w 102125"/>
                <a:gd name="connsiteY2" fmla="*/ 12509 h 90420"/>
                <a:gd name="connsiteX3" fmla="*/ 24782 w 102125"/>
                <a:gd name="connsiteY3" fmla="*/ 30076 h 90420"/>
                <a:gd name="connsiteX4" fmla="*/ 31652 w 102125"/>
                <a:gd name="connsiteY4" fmla="*/ 48919 h 90420"/>
                <a:gd name="connsiteX5" fmla="*/ 36482 w 102125"/>
                <a:gd name="connsiteY5" fmla="*/ 36038 h 90420"/>
                <a:gd name="connsiteX6" fmla="*/ 32577 w 102125"/>
                <a:gd name="connsiteY6" fmla="*/ 9353 h 90420"/>
                <a:gd name="connsiteX7" fmla="*/ 36945 w 102125"/>
                <a:gd name="connsiteY7" fmla="*/ 1988 h 90420"/>
                <a:gd name="connsiteX8" fmla="*/ 43847 w 102125"/>
                <a:gd name="connsiteY8" fmla="*/ 10278 h 90420"/>
                <a:gd name="connsiteX9" fmla="*/ 51435 w 102125"/>
                <a:gd name="connsiteY9" fmla="*/ 28450 h 90420"/>
                <a:gd name="connsiteX10" fmla="*/ 54655 w 102125"/>
                <a:gd name="connsiteY10" fmla="*/ 47548 h 90420"/>
                <a:gd name="connsiteX11" fmla="*/ 59947 w 102125"/>
                <a:gd name="connsiteY11" fmla="*/ 40183 h 90420"/>
                <a:gd name="connsiteX12" fmla="*/ 59501 w 102125"/>
                <a:gd name="connsiteY12" fmla="*/ 20400 h 90420"/>
                <a:gd name="connsiteX13" fmla="*/ 58338 w 102125"/>
                <a:gd name="connsiteY13" fmla="*/ 840 h 90420"/>
                <a:gd name="connsiteX14" fmla="*/ 65240 w 102125"/>
                <a:gd name="connsiteY14" fmla="*/ 4284 h 90420"/>
                <a:gd name="connsiteX15" fmla="*/ 70771 w 102125"/>
                <a:gd name="connsiteY15" fmla="*/ 16479 h 90420"/>
                <a:gd name="connsiteX16" fmla="*/ 73179 w 102125"/>
                <a:gd name="connsiteY16" fmla="*/ 25453 h 90420"/>
                <a:gd name="connsiteX17" fmla="*/ 82153 w 102125"/>
                <a:gd name="connsiteY17" fmla="*/ 18216 h 90420"/>
                <a:gd name="connsiteX18" fmla="*/ 83971 w 102125"/>
                <a:gd name="connsiteY18" fmla="*/ 29183 h 90420"/>
                <a:gd name="connsiteX19" fmla="*/ 84800 w 102125"/>
                <a:gd name="connsiteY19" fmla="*/ 44088 h 90420"/>
                <a:gd name="connsiteX20" fmla="*/ 90331 w 102125"/>
                <a:gd name="connsiteY20" fmla="*/ 29598 h 90420"/>
                <a:gd name="connsiteX21" fmla="*/ 99752 w 102125"/>
                <a:gd name="connsiteY21" fmla="*/ 19938 h 90420"/>
                <a:gd name="connsiteX22" fmla="*/ 102749 w 102125"/>
                <a:gd name="connsiteY22" fmla="*/ 30523 h 90420"/>
                <a:gd name="connsiteX23" fmla="*/ 97456 w 102125"/>
                <a:gd name="connsiteY23" fmla="*/ 46400 h 90420"/>
                <a:gd name="connsiteX24" fmla="*/ 91478 w 102125"/>
                <a:gd name="connsiteY24" fmla="*/ 56522 h 90420"/>
                <a:gd name="connsiteX25" fmla="*/ 73991 w 102125"/>
                <a:gd name="connsiteY25" fmla="*/ 68255 h 90420"/>
                <a:gd name="connsiteX26" fmla="*/ 58114 w 102125"/>
                <a:gd name="connsiteY26" fmla="*/ 74918 h 90420"/>
                <a:gd name="connsiteX27" fmla="*/ 48215 w 102125"/>
                <a:gd name="connsiteY27" fmla="*/ 85041 h 90420"/>
                <a:gd name="connsiteX28" fmla="*/ 1061 w 102125"/>
                <a:gd name="connsiteY28" fmla="*/ 90795 h 90420"/>
                <a:gd name="connsiteX29" fmla="*/ 11184 w 102125"/>
                <a:gd name="connsiteY29" fmla="*/ 56905 h 90420"/>
                <a:gd name="connsiteX30" fmla="*/ 10865 w 102125"/>
                <a:gd name="connsiteY30" fmla="*/ 23875 h 90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02125" h="90420">
                  <a:moveTo>
                    <a:pt x="10865" y="23875"/>
                  </a:moveTo>
                  <a:lnTo>
                    <a:pt x="13559" y="10230"/>
                  </a:lnTo>
                  <a:cubicBezTo>
                    <a:pt x="13559" y="10230"/>
                    <a:pt x="21227" y="5527"/>
                    <a:pt x="22024" y="12509"/>
                  </a:cubicBezTo>
                  <a:cubicBezTo>
                    <a:pt x="22805" y="19491"/>
                    <a:pt x="21482" y="22233"/>
                    <a:pt x="24782" y="30076"/>
                  </a:cubicBezTo>
                  <a:cubicBezTo>
                    <a:pt x="28081" y="37919"/>
                    <a:pt x="28671" y="48456"/>
                    <a:pt x="31652" y="48919"/>
                  </a:cubicBezTo>
                  <a:cubicBezTo>
                    <a:pt x="34649" y="49381"/>
                    <a:pt x="37630" y="47548"/>
                    <a:pt x="36482" y="36038"/>
                  </a:cubicBezTo>
                  <a:cubicBezTo>
                    <a:pt x="35335" y="24529"/>
                    <a:pt x="32800" y="14183"/>
                    <a:pt x="32577" y="9353"/>
                  </a:cubicBezTo>
                  <a:cubicBezTo>
                    <a:pt x="32354" y="4523"/>
                    <a:pt x="34649" y="1303"/>
                    <a:pt x="36945" y="1988"/>
                  </a:cubicBezTo>
                  <a:cubicBezTo>
                    <a:pt x="39240" y="2674"/>
                    <a:pt x="41089" y="5671"/>
                    <a:pt x="43847" y="10278"/>
                  </a:cubicBezTo>
                  <a:cubicBezTo>
                    <a:pt x="46605" y="14869"/>
                    <a:pt x="50989" y="21548"/>
                    <a:pt x="51435" y="28450"/>
                  </a:cubicBezTo>
                  <a:cubicBezTo>
                    <a:pt x="51897" y="35353"/>
                    <a:pt x="51674" y="45475"/>
                    <a:pt x="54655" y="47548"/>
                  </a:cubicBezTo>
                  <a:cubicBezTo>
                    <a:pt x="57652" y="49620"/>
                    <a:pt x="58576" y="50305"/>
                    <a:pt x="59947" y="40183"/>
                  </a:cubicBezTo>
                  <a:cubicBezTo>
                    <a:pt x="61334" y="30060"/>
                    <a:pt x="61558" y="29821"/>
                    <a:pt x="59501" y="20400"/>
                  </a:cubicBezTo>
                  <a:cubicBezTo>
                    <a:pt x="57429" y="10963"/>
                    <a:pt x="56042" y="1988"/>
                    <a:pt x="58338" y="840"/>
                  </a:cubicBezTo>
                  <a:cubicBezTo>
                    <a:pt x="60649" y="-307"/>
                    <a:pt x="62721" y="601"/>
                    <a:pt x="65240" y="4284"/>
                  </a:cubicBezTo>
                  <a:cubicBezTo>
                    <a:pt x="67774" y="7966"/>
                    <a:pt x="68922" y="10039"/>
                    <a:pt x="70771" y="16479"/>
                  </a:cubicBezTo>
                  <a:cubicBezTo>
                    <a:pt x="72604" y="22919"/>
                    <a:pt x="70564" y="13035"/>
                    <a:pt x="73179" y="25453"/>
                  </a:cubicBezTo>
                  <a:cubicBezTo>
                    <a:pt x="73641" y="27637"/>
                    <a:pt x="72764" y="10006"/>
                    <a:pt x="82153" y="18216"/>
                  </a:cubicBezTo>
                  <a:cubicBezTo>
                    <a:pt x="83429" y="19316"/>
                    <a:pt x="84991" y="24433"/>
                    <a:pt x="83971" y="29183"/>
                  </a:cubicBezTo>
                  <a:cubicBezTo>
                    <a:pt x="82488" y="36086"/>
                    <a:pt x="82711" y="48584"/>
                    <a:pt x="84800" y="44088"/>
                  </a:cubicBezTo>
                  <a:cubicBezTo>
                    <a:pt x="88020" y="37186"/>
                    <a:pt x="86409" y="38334"/>
                    <a:pt x="90331" y="29598"/>
                  </a:cubicBezTo>
                  <a:cubicBezTo>
                    <a:pt x="94236" y="20862"/>
                    <a:pt x="96771" y="15793"/>
                    <a:pt x="99752" y="19938"/>
                  </a:cubicBezTo>
                  <a:cubicBezTo>
                    <a:pt x="102749" y="24082"/>
                    <a:pt x="103897" y="24306"/>
                    <a:pt x="102749" y="30523"/>
                  </a:cubicBezTo>
                  <a:cubicBezTo>
                    <a:pt x="101601" y="36724"/>
                    <a:pt x="100677" y="41554"/>
                    <a:pt x="97456" y="46400"/>
                  </a:cubicBezTo>
                  <a:cubicBezTo>
                    <a:pt x="94236" y="51230"/>
                    <a:pt x="99290" y="48919"/>
                    <a:pt x="91478" y="56522"/>
                  </a:cubicBezTo>
                  <a:cubicBezTo>
                    <a:pt x="83651" y="64110"/>
                    <a:pt x="81818" y="62500"/>
                    <a:pt x="73991" y="68255"/>
                  </a:cubicBezTo>
                  <a:cubicBezTo>
                    <a:pt x="66164" y="73994"/>
                    <a:pt x="66850" y="71236"/>
                    <a:pt x="58114" y="74918"/>
                  </a:cubicBezTo>
                  <a:cubicBezTo>
                    <a:pt x="49378" y="78601"/>
                    <a:pt x="48215" y="85041"/>
                    <a:pt x="48215" y="85041"/>
                  </a:cubicBezTo>
                  <a:lnTo>
                    <a:pt x="1061" y="90795"/>
                  </a:lnTo>
                  <a:cubicBezTo>
                    <a:pt x="3070" y="77277"/>
                    <a:pt x="10275" y="63281"/>
                    <a:pt x="11184" y="56905"/>
                  </a:cubicBezTo>
                  <a:cubicBezTo>
                    <a:pt x="15376" y="27111"/>
                    <a:pt x="11630" y="37074"/>
                    <a:pt x="10865" y="23875"/>
                  </a:cubicBez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7" name="フリーフォーム: 図形 106">
              <a:extLst>
                <a:ext uri="{FF2B5EF4-FFF2-40B4-BE49-F238E27FC236}">
                  <a16:creationId xmlns:a16="http://schemas.microsoft.com/office/drawing/2014/main" id="{3972D70E-0DC5-EFC1-20C4-80EBB138E804}"/>
                </a:ext>
              </a:extLst>
            </p:cNvPr>
            <p:cNvSpPr/>
            <p:nvPr/>
          </p:nvSpPr>
          <p:spPr>
            <a:xfrm>
              <a:off x="9316281" y="2041961"/>
              <a:ext cx="128722" cy="106558"/>
            </a:xfrm>
            <a:custGeom>
              <a:avLst/>
              <a:gdLst>
                <a:gd name="connsiteX0" fmla="*/ 2113 w 128722"/>
                <a:gd name="connsiteY0" fmla="*/ 55836 h 106558"/>
                <a:gd name="connsiteX1" fmla="*/ 28575 w 128722"/>
                <a:gd name="connsiteY1" fmla="*/ 51246 h 106558"/>
                <a:gd name="connsiteX2" fmla="*/ 47210 w 128722"/>
                <a:gd name="connsiteY2" fmla="*/ 32148 h 106558"/>
                <a:gd name="connsiteX3" fmla="*/ 76892 w 128722"/>
                <a:gd name="connsiteY3" fmla="*/ 12126 h 106558"/>
                <a:gd name="connsiteX4" fmla="*/ 117988 w 128722"/>
                <a:gd name="connsiteY4" fmla="*/ 521 h 106558"/>
                <a:gd name="connsiteX5" fmla="*/ 127106 w 128722"/>
                <a:gd name="connsiteY5" fmla="*/ 3981 h 106558"/>
                <a:gd name="connsiteX6" fmla="*/ 121511 w 128722"/>
                <a:gd name="connsiteY6" fmla="*/ 9129 h 106558"/>
                <a:gd name="connsiteX7" fmla="*/ 109555 w 128722"/>
                <a:gd name="connsiteY7" fmla="*/ 9592 h 106558"/>
                <a:gd name="connsiteX8" fmla="*/ 102382 w 128722"/>
                <a:gd name="connsiteY8" fmla="*/ 16128 h 106558"/>
                <a:gd name="connsiteX9" fmla="*/ 102653 w 128722"/>
                <a:gd name="connsiteY9" fmla="*/ 18566 h 106558"/>
                <a:gd name="connsiteX10" fmla="*/ 122547 w 128722"/>
                <a:gd name="connsiteY10" fmla="*/ 18901 h 106558"/>
                <a:gd name="connsiteX11" fmla="*/ 128254 w 128722"/>
                <a:gd name="connsiteY11" fmla="*/ 28227 h 106558"/>
                <a:gd name="connsiteX12" fmla="*/ 113700 w 128722"/>
                <a:gd name="connsiteY12" fmla="*/ 31000 h 106558"/>
                <a:gd name="connsiteX13" fmla="*/ 109571 w 128722"/>
                <a:gd name="connsiteY13" fmla="*/ 33774 h 106558"/>
                <a:gd name="connsiteX14" fmla="*/ 121750 w 128722"/>
                <a:gd name="connsiteY14" fmla="*/ 34667 h 106558"/>
                <a:gd name="connsiteX15" fmla="*/ 127728 w 128722"/>
                <a:gd name="connsiteY15" fmla="*/ 38812 h 106558"/>
                <a:gd name="connsiteX16" fmla="*/ 126054 w 128722"/>
                <a:gd name="connsiteY16" fmla="*/ 47515 h 106558"/>
                <a:gd name="connsiteX17" fmla="*/ 112999 w 128722"/>
                <a:gd name="connsiteY17" fmla="*/ 46176 h 106558"/>
                <a:gd name="connsiteX18" fmla="*/ 117127 w 128722"/>
                <a:gd name="connsiteY18" fmla="*/ 52425 h 106558"/>
                <a:gd name="connsiteX19" fmla="*/ 127871 w 128722"/>
                <a:gd name="connsiteY19" fmla="*/ 59870 h 106558"/>
                <a:gd name="connsiteX20" fmla="*/ 122164 w 128722"/>
                <a:gd name="connsiteY20" fmla="*/ 69609 h 106558"/>
                <a:gd name="connsiteX21" fmla="*/ 108408 w 128722"/>
                <a:gd name="connsiteY21" fmla="*/ 74472 h 106558"/>
                <a:gd name="connsiteX22" fmla="*/ 71138 w 128722"/>
                <a:gd name="connsiteY22" fmla="*/ 99786 h 106558"/>
                <a:gd name="connsiteX23" fmla="*/ 48135 w 128722"/>
                <a:gd name="connsiteY23" fmla="*/ 99323 h 106558"/>
                <a:gd name="connsiteX24" fmla="*/ 23969 w 128722"/>
                <a:gd name="connsiteY24" fmla="*/ 106911 h 106558"/>
                <a:gd name="connsiteX25" fmla="*/ 1189 w 128722"/>
                <a:gd name="connsiteY25" fmla="*/ 55374 h 106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8722" h="106558">
                  <a:moveTo>
                    <a:pt x="2113" y="55836"/>
                  </a:moveTo>
                  <a:cubicBezTo>
                    <a:pt x="2113" y="55836"/>
                    <a:pt x="25355" y="56761"/>
                    <a:pt x="28575" y="51246"/>
                  </a:cubicBezTo>
                  <a:cubicBezTo>
                    <a:pt x="31796" y="45714"/>
                    <a:pt x="33405" y="41346"/>
                    <a:pt x="47210" y="32148"/>
                  </a:cubicBezTo>
                  <a:cubicBezTo>
                    <a:pt x="61015" y="22934"/>
                    <a:pt x="56408" y="19714"/>
                    <a:pt x="76892" y="12126"/>
                  </a:cubicBezTo>
                  <a:cubicBezTo>
                    <a:pt x="97360" y="4538"/>
                    <a:pt x="108264" y="-611"/>
                    <a:pt x="117988" y="521"/>
                  </a:cubicBezTo>
                  <a:cubicBezTo>
                    <a:pt x="126182" y="1494"/>
                    <a:pt x="128828" y="2068"/>
                    <a:pt x="127106" y="3981"/>
                  </a:cubicBezTo>
                  <a:cubicBezTo>
                    <a:pt x="124731" y="6611"/>
                    <a:pt x="123584" y="8380"/>
                    <a:pt x="121511" y="9129"/>
                  </a:cubicBezTo>
                  <a:cubicBezTo>
                    <a:pt x="119311" y="9942"/>
                    <a:pt x="111628" y="7519"/>
                    <a:pt x="109555" y="9592"/>
                  </a:cubicBezTo>
                  <a:cubicBezTo>
                    <a:pt x="107483" y="11664"/>
                    <a:pt x="107085" y="12716"/>
                    <a:pt x="102382" y="16128"/>
                  </a:cubicBezTo>
                  <a:cubicBezTo>
                    <a:pt x="96356" y="20479"/>
                    <a:pt x="97360" y="19029"/>
                    <a:pt x="102653" y="18566"/>
                  </a:cubicBezTo>
                  <a:cubicBezTo>
                    <a:pt x="107945" y="18104"/>
                    <a:pt x="116857" y="17674"/>
                    <a:pt x="122547" y="18901"/>
                  </a:cubicBezTo>
                  <a:cubicBezTo>
                    <a:pt x="128987" y="20272"/>
                    <a:pt x="129115" y="25453"/>
                    <a:pt x="128254" y="28227"/>
                  </a:cubicBezTo>
                  <a:cubicBezTo>
                    <a:pt x="127521" y="30602"/>
                    <a:pt x="115677" y="30506"/>
                    <a:pt x="113700" y="31000"/>
                  </a:cubicBezTo>
                  <a:cubicBezTo>
                    <a:pt x="110352" y="31813"/>
                    <a:pt x="106112" y="33774"/>
                    <a:pt x="109571" y="33774"/>
                  </a:cubicBezTo>
                  <a:cubicBezTo>
                    <a:pt x="113015" y="33774"/>
                    <a:pt x="116777" y="34778"/>
                    <a:pt x="121750" y="34667"/>
                  </a:cubicBezTo>
                  <a:cubicBezTo>
                    <a:pt x="125975" y="34587"/>
                    <a:pt x="124699" y="34332"/>
                    <a:pt x="127728" y="38812"/>
                  </a:cubicBezTo>
                  <a:cubicBezTo>
                    <a:pt x="130582" y="43052"/>
                    <a:pt x="131219" y="46878"/>
                    <a:pt x="126054" y="47515"/>
                  </a:cubicBezTo>
                  <a:cubicBezTo>
                    <a:pt x="121479" y="48089"/>
                    <a:pt x="116219" y="46368"/>
                    <a:pt x="112999" y="46176"/>
                  </a:cubicBezTo>
                  <a:cubicBezTo>
                    <a:pt x="112441" y="46144"/>
                    <a:pt x="109986" y="48057"/>
                    <a:pt x="117127" y="52425"/>
                  </a:cubicBezTo>
                  <a:cubicBezTo>
                    <a:pt x="124253" y="56809"/>
                    <a:pt x="127951" y="54928"/>
                    <a:pt x="127871" y="59870"/>
                  </a:cubicBezTo>
                  <a:cubicBezTo>
                    <a:pt x="127792" y="64652"/>
                    <a:pt x="124062" y="68270"/>
                    <a:pt x="122164" y="69609"/>
                  </a:cubicBezTo>
                  <a:cubicBezTo>
                    <a:pt x="119104" y="71777"/>
                    <a:pt x="118993" y="68270"/>
                    <a:pt x="108408" y="74472"/>
                  </a:cubicBezTo>
                  <a:cubicBezTo>
                    <a:pt x="97823" y="80688"/>
                    <a:pt x="83795" y="96789"/>
                    <a:pt x="71138" y="99786"/>
                  </a:cubicBezTo>
                  <a:cubicBezTo>
                    <a:pt x="58480" y="102767"/>
                    <a:pt x="63087" y="97713"/>
                    <a:pt x="48135" y="99323"/>
                  </a:cubicBezTo>
                  <a:cubicBezTo>
                    <a:pt x="33166" y="100934"/>
                    <a:pt x="29038" y="106003"/>
                    <a:pt x="23969" y="106911"/>
                  </a:cubicBezTo>
                  <a:cubicBezTo>
                    <a:pt x="18915" y="107836"/>
                    <a:pt x="1189" y="55374"/>
                    <a:pt x="1189" y="55374"/>
                  </a:cubicBez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8" name="フリーフォーム: 図形 107">
              <a:extLst>
                <a:ext uri="{FF2B5EF4-FFF2-40B4-BE49-F238E27FC236}">
                  <a16:creationId xmlns:a16="http://schemas.microsoft.com/office/drawing/2014/main" id="{CCB35589-36A1-CE19-8735-A1FE579FFFFA}"/>
                </a:ext>
              </a:extLst>
            </p:cNvPr>
            <p:cNvSpPr/>
            <p:nvPr/>
          </p:nvSpPr>
          <p:spPr>
            <a:xfrm>
              <a:off x="9261301" y="2202704"/>
              <a:ext cx="129884" cy="101193"/>
            </a:xfrm>
            <a:custGeom>
              <a:avLst/>
              <a:gdLst>
                <a:gd name="connsiteX0" fmla="*/ 9995 w 129884"/>
                <a:gd name="connsiteY0" fmla="*/ 41858 h 101193"/>
                <a:gd name="connsiteX1" fmla="*/ 27721 w 129884"/>
                <a:gd name="connsiteY1" fmla="*/ 28181 h 101193"/>
                <a:gd name="connsiteX2" fmla="*/ 66920 w 129884"/>
                <a:gd name="connsiteY2" fmla="*/ 6389 h 101193"/>
                <a:gd name="connsiteX3" fmla="*/ 81569 w 129884"/>
                <a:gd name="connsiteY3" fmla="*/ 1017 h 101193"/>
                <a:gd name="connsiteX4" fmla="*/ 83196 w 129884"/>
                <a:gd name="connsiteY4" fmla="*/ 7043 h 101193"/>
                <a:gd name="connsiteX5" fmla="*/ 75703 w 129884"/>
                <a:gd name="connsiteY5" fmla="*/ 17118 h 101193"/>
                <a:gd name="connsiteX6" fmla="*/ 57005 w 129884"/>
                <a:gd name="connsiteY6" fmla="*/ 30142 h 101193"/>
                <a:gd name="connsiteX7" fmla="*/ 68881 w 129884"/>
                <a:gd name="connsiteY7" fmla="*/ 28181 h 101193"/>
                <a:gd name="connsiteX8" fmla="*/ 102070 w 129884"/>
                <a:gd name="connsiteY8" fmla="*/ 19891 h 101193"/>
                <a:gd name="connsiteX9" fmla="*/ 121263 w 129884"/>
                <a:gd name="connsiteY9" fmla="*/ 18266 h 101193"/>
                <a:gd name="connsiteX10" fmla="*/ 123048 w 129884"/>
                <a:gd name="connsiteY10" fmla="*/ 23303 h 101193"/>
                <a:gd name="connsiteX11" fmla="*/ 120609 w 129884"/>
                <a:gd name="connsiteY11" fmla="*/ 27208 h 101193"/>
                <a:gd name="connsiteX12" fmla="*/ 99790 w 129884"/>
                <a:gd name="connsiteY12" fmla="*/ 32740 h 101193"/>
                <a:gd name="connsiteX13" fmla="*/ 81235 w 129884"/>
                <a:gd name="connsiteY13" fmla="*/ 37777 h 101193"/>
                <a:gd name="connsiteX14" fmla="*/ 81075 w 129884"/>
                <a:gd name="connsiteY14" fmla="*/ 40870 h 101193"/>
                <a:gd name="connsiteX15" fmla="*/ 107442 w 129884"/>
                <a:gd name="connsiteY15" fmla="*/ 40870 h 101193"/>
                <a:gd name="connsiteX16" fmla="*/ 122570 w 129884"/>
                <a:gd name="connsiteY16" fmla="*/ 42018 h 101193"/>
                <a:gd name="connsiteX17" fmla="*/ 125327 w 129884"/>
                <a:gd name="connsiteY17" fmla="*/ 47868 h 101193"/>
                <a:gd name="connsiteX18" fmla="*/ 122235 w 129884"/>
                <a:gd name="connsiteY18" fmla="*/ 52427 h 101193"/>
                <a:gd name="connsiteX19" fmla="*/ 115237 w 129884"/>
                <a:gd name="connsiteY19" fmla="*/ 53399 h 101193"/>
                <a:gd name="connsiteX20" fmla="*/ 106613 w 129884"/>
                <a:gd name="connsiteY20" fmla="*/ 55520 h 101193"/>
                <a:gd name="connsiteX21" fmla="*/ 117851 w 129884"/>
                <a:gd name="connsiteY21" fmla="*/ 56651 h 101193"/>
                <a:gd name="connsiteX22" fmla="*/ 121103 w 129884"/>
                <a:gd name="connsiteY22" fmla="*/ 62677 h 101193"/>
                <a:gd name="connsiteX23" fmla="*/ 118664 w 129884"/>
                <a:gd name="connsiteY23" fmla="*/ 67714 h 101193"/>
                <a:gd name="connsiteX24" fmla="*/ 129074 w 129884"/>
                <a:gd name="connsiteY24" fmla="*/ 68687 h 101193"/>
                <a:gd name="connsiteX25" fmla="*/ 130046 w 129884"/>
                <a:gd name="connsiteY25" fmla="*/ 76179 h 101193"/>
                <a:gd name="connsiteX26" fmla="*/ 115891 w 129884"/>
                <a:gd name="connsiteY26" fmla="*/ 83177 h 101193"/>
                <a:gd name="connsiteX27" fmla="*/ 97192 w 129884"/>
                <a:gd name="connsiteY27" fmla="*/ 94718 h 101193"/>
                <a:gd name="connsiteX28" fmla="*/ 81075 w 129884"/>
                <a:gd name="connsiteY28" fmla="*/ 97157 h 101193"/>
                <a:gd name="connsiteX29" fmla="*/ 72786 w 129884"/>
                <a:gd name="connsiteY29" fmla="*/ 100903 h 101193"/>
                <a:gd name="connsiteX30" fmla="*/ 44427 w 129884"/>
                <a:gd name="connsiteY30" fmla="*/ 92981 h 101193"/>
                <a:gd name="connsiteX31" fmla="*/ 23258 w 129884"/>
                <a:gd name="connsiteY31" fmla="*/ 98050 h 101193"/>
                <a:gd name="connsiteX32" fmla="*/ 1179 w 129884"/>
                <a:gd name="connsiteY32" fmla="*/ 55249 h 101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9884" h="101193">
                  <a:moveTo>
                    <a:pt x="9995" y="41858"/>
                  </a:moveTo>
                  <a:cubicBezTo>
                    <a:pt x="10632" y="41523"/>
                    <a:pt x="15845" y="36151"/>
                    <a:pt x="27721" y="28181"/>
                  </a:cubicBezTo>
                  <a:cubicBezTo>
                    <a:pt x="39597" y="20210"/>
                    <a:pt x="56192" y="11921"/>
                    <a:pt x="66920" y="6389"/>
                  </a:cubicBezTo>
                  <a:cubicBezTo>
                    <a:pt x="77664" y="858"/>
                    <a:pt x="79944" y="-609"/>
                    <a:pt x="81569" y="1017"/>
                  </a:cubicBezTo>
                  <a:cubicBezTo>
                    <a:pt x="83196" y="2644"/>
                    <a:pt x="84327" y="4923"/>
                    <a:pt x="83196" y="7043"/>
                  </a:cubicBezTo>
                  <a:cubicBezTo>
                    <a:pt x="82048" y="9147"/>
                    <a:pt x="78796" y="14679"/>
                    <a:pt x="75703" y="17118"/>
                  </a:cubicBezTo>
                  <a:cubicBezTo>
                    <a:pt x="72626" y="19557"/>
                    <a:pt x="55378" y="30142"/>
                    <a:pt x="57005" y="30142"/>
                  </a:cubicBezTo>
                  <a:cubicBezTo>
                    <a:pt x="58630" y="30142"/>
                    <a:pt x="59125" y="31273"/>
                    <a:pt x="68881" y="28181"/>
                  </a:cubicBezTo>
                  <a:cubicBezTo>
                    <a:pt x="78636" y="25088"/>
                    <a:pt x="93445" y="21517"/>
                    <a:pt x="102070" y="19891"/>
                  </a:cubicBezTo>
                  <a:cubicBezTo>
                    <a:pt x="110694" y="18266"/>
                    <a:pt x="119318" y="16305"/>
                    <a:pt x="121263" y="18266"/>
                  </a:cubicBezTo>
                  <a:cubicBezTo>
                    <a:pt x="123207" y="20210"/>
                    <a:pt x="123542" y="21199"/>
                    <a:pt x="123048" y="23303"/>
                  </a:cubicBezTo>
                  <a:cubicBezTo>
                    <a:pt x="122570" y="25423"/>
                    <a:pt x="121757" y="26730"/>
                    <a:pt x="120609" y="27208"/>
                  </a:cubicBezTo>
                  <a:cubicBezTo>
                    <a:pt x="119477" y="27703"/>
                    <a:pt x="105800" y="31433"/>
                    <a:pt x="99790" y="32740"/>
                  </a:cubicBezTo>
                  <a:cubicBezTo>
                    <a:pt x="93765" y="34047"/>
                    <a:pt x="83690" y="35992"/>
                    <a:pt x="81235" y="37777"/>
                  </a:cubicBezTo>
                  <a:cubicBezTo>
                    <a:pt x="78796" y="39579"/>
                    <a:pt x="77345" y="40710"/>
                    <a:pt x="81075" y="40870"/>
                  </a:cubicBezTo>
                  <a:cubicBezTo>
                    <a:pt x="84822" y="41045"/>
                    <a:pt x="98005" y="40392"/>
                    <a:pt x="107442" y="40870"/>
                  </a:cubicBezTo>
                  <a:cubicBezTo>
                    <a:pt x="116863" y="41364"/>
                    <a:pt x="121103" y="40392"/>
                    <a:pt x="122570" y="42018"/>
                  </a:cubicBezTo>
                  <a:cubicBezTo>
                    <a:pt x="124020" y="43644"/>
                    <a:pt x="125487" y="46083"/>
                    <a:pt x="125327" y="47868"/>
                  </a:cubicBezTo>
                  <a:cubicBezTo>
                    <a:pt x="125168" y="49653"/>
                    <a:pt x="124196" y="52268"/>
                    <a:pt x="122235" y="52427"/>
                  </a:cubicBezTo>
                  <a:cubicBezTo>
                    <a:pt x="120290" y="52587"/>
                    <a:pt x="120290" y="53894"/>
                    <a:pt x="115237" y="53399"/>
                  </a:cubicBezTo>
                  <a:cubicBezTo>
                    <a:pt x="110200" y="52921"/>
                    <a:pt x="101735" y="55360"/>
                    <a:pt x="106613" y="55520"/>
                  </a:cubicBezTo>
                  <a:cubicBezTo>
                    <a:pt x="111507" y="55679"/>
                    <a:pt x="115412" y="54053"/>
                    <a:pt x="117851" y="56651"/>
                  </a:cubicBezTo>
                  <a:cubicBezTo>
                    <a:pt x="120290" y="59266"/>
                    <a:pt x="122889" y="60397"/>
                    <a:pt x="121103" y="62677"/>
                  </a:cubicBezTo>
                  <a:cubicBezTo>
                    <a:pt x="119318" y="64957"/>
                    <a:pt x="111666" y="68527"/>
                    <a:pt x="118664" y="67714"/>
                  </a:cubicBezTo>
                  <a:cubicBezTo>
                    <a:pt x="125646" y="66901"/>
                    <a:pt x="127607" y="66583"/>
                    <a:pt x="129074" y="68687"/>
                  </a:cubicBezTo>
                  <a:cubicBezTo>
                    <a:pt x="130540" y="70807"/>
                    <a:pt x="132166" y="75526"/>
                    <a:pt x="130046" y="76179"/>
                  </a:cubicBezTo>
                  <a:cubicBezTo>
                    <a:pt x="127926" y="76833"/>
                    <a:pt x="122394" y="78299"/>
                    <a:pt x="115891" y="83177"/>
                  </a:cubicBezTo>
                  <a:cubicBezTo>
                    <a:pt x="109386" y="88055"/>
                    <a:pt x="104668" y="93252"/>
                    <a:pt x="97192" y="94718"/>
                  </a:cubicBezTo>
                  <a:cubicBezTo>
                    <a:pt x="89700" y="96185"/>
                    <a:pt x="86942" y="95866"/>
                    <a:pt x="81075" y="97157"/>
                  </a:cubicBezTo>
                  <a:cubicBezTo>
                    <a:pt x="75225" y="98464"/>
                    <a:pt x="78158" y="97811"/>
                    <a:pt x="72786" y="100903"/>
                  </a:cubicBezTo>
                  <a:cubicBezTo>
                    <a:pt x="67414" y="103996"/>
                    <a:pt x="49496" y="95739"/>
                    <a:pt x="44427" y="92981"/>
                  </a:cubicBezTo>
                  <a:cubicBezTo>
                    <a:pt x="39374" y="90223"/>
                    <a:pt x="23258" y="98050"/>
                    <a:pt x="23258" y="98050"/>
                  </a:cubicBezTo>
                  <a:lnTo>
                    <a:pt x="1179" y="55249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9" name="フリーフォーム: 図形 108">
              <a:extLst>
                <a:ext uri="{FF2B5EF4-FFF2-40B4-BE49-F238E27FC236}">
                  <a16:creationId xmlns:a16="http://schemas.microsoft.com/office/drawing/2014/main" id="{C480B384-2A19-A823-2081-60B7BBCB0CA8}"/>
                </a:ext>
              </a:extLst>
            </p:cNvPr>
            <p:cNvSpPr/>
            <p:nvPr/>
          </p:nvSpPr>
          <p:spPr>
            <a:xfrm>
              <a:off x="8470518" y="2015954"/>
              <a:ext cx="1009811" cy="298166"/>
            </a:xfrm>
            <a:custGeom>
              <a:avLst/>
              <a:gdLst>
                <a:gd name="connsiteX0" fmla="*/ 13583 w 1009811"/>
                <a:gd name="connsiteY0" fmla="*/ 153878 h 298166"/>
                <a:gd name="connsiteX1" fmla="*/ 900921 w 1009811"/>
                <a:gd name="connsiteY1" fmla="*/ 44586 h 298166"/>
                <a:gd name="connsiteX2" fmla="*/ 902865 w 1009811"/>
                <a:gd name="connsiteY2" fmla="*/ 45894 h 298166"/>
                <a:gd name="connsiteX3" fmla="*/ 914741 w 1009811"/>
                <a:gd name="connsiteY3" fmla="*/ 44921 h 298166"/>
                <a:gd name="connsiteX4" fmla="*/ 916479 w 1009811"/>
                <a:gd name="connsiteY4" fmla="*/ 69885 h 298166"/>
                <a:gd name="connsiteX5" fmla="*/ 912908 w 1009811"/>
                <a:gd name="connsiteY5" fmla="*/ 75655 h 298166"/>
                <a:gd name="connsiteX6" fmla="*/ 890591 w 1009811"/>
                <a:gd name="connsiteY6" fmla="*/ 125343 h 298166"/>
                <a:gd name="connsiteX7" fmla="*/ 868736 w 1009811"/>
                <a:gd name="connsiteY7" fmla="*/ 183321 h 298166"/>
                <a:gd name="connsiteX8" fmla="*/ 864830 w 1009811"/>
                <a:gd name="connsiteY8" fmla="*/ 228179 h 298166"/>
                <a:gd name="connsiteX9" fmla="*/ 866217 w 1009811"/>
                <a:gd name="connsiteY9" fmla="*/ 243131 h 298166"/>
                <a:gd name="connsiteX10" fmla="*/ 890830 w 1009811"/>
                <a:gd name="connsiteY10" fmla="*/ 283860 h 298166"/>
                <a:gd name="connsiteX11" fmla="*/ 928100 w 1009811"/>
                <a:gd name="connsiteY11" fmla="*/ 298351 h 298166"/>
                <a:gd name="connsiteX12" fmla="*/ 946958 w 1009811"/>
                <a:gd name="connsiteY12" fmla="*/ 294206 h 298166"/>
                <a:gd name="connsiteX13" fmla="*/ 939147 w 1009811"/>
                <a:gd name="connsiteY13" fmla="*/ 282474 h 298166"/>
                <a:gd name="connsiteX14" fmla="*/ 923493 w 1009811"/>
                <a:gd name="connsiteY14" fmla="*/ 276958 h 298166"/>
                <a:gd name="connsiteX15" fmla="*/ 895198 w 1009811"/>
                <a:gd name="connsiteY15" fmla="*/ 250735 h 298166"/>
                <a:gd name="connsiteX16" fmla="*/ 891292 w 1009811"/>
                <a:gd name="connsiteY16" fmla="*/ 241059 h 298166"/>
                <a:gd name="connsiteX17" fmla="*/ 902785 w 1009811"/>
                <a:gd name="connsiteY17" fmla="*/ 184931 h 298166"/>
                <a:gd name="connsiteX18" fmla="*/ 917292 w 1009811"/>
                <a:gd name="connsiteY18" fmla="*/ 178251 h 298166"/>
                <a:gd name="connsiteX19" fmla="*/ 940757 w 1009811"/>
                <a:gd name="connsiteY19" fmla="*/ 280864 h 298166"/>
                <a:gd name="connsiteX20" fmla="*/ 962612 w 1009811"/>
                <a:gd name="connsiteY20" fmla="*/ 280864 h 298166"/>
                <a:gd name="connsiteX21" fmla="*/ 994589 w 1009811"/>
                <a:gd name="connsiteY21" fmla="*/ 276958 h 298166"/>
                <a:gd name="connsiteX22" fmla="*/ 1010929 w 1009811"/>
                <a:gd name="connsiteY22" fmla="*/ 271889 h 298166"/>
                <a:gd name="connsiteX23" fmla="*/ 980785 w 1009811"/>
                <a:gd name="connsiteY23" fmla="*/ 155775 h 298166"/>
                <a:gd name="connsiteX24" fmla="*/ 973659 w 1009811"/>
                <a:gd name="connsiteY24" fmla="*/ 134780 h 298166"/>
                <a:gd name="connsiteX25" fmla="*/ 967905 w 1009811"/>
                <a:gd name="connsiteY25" fmla="*/ 123510 h 298166"/>
                <a:gd name="connsiteX26" fmla="*/ 963298 w 1009811"/>
                <a:gd name="connsiteY26" fmla="*/ 117755 h 298166"/>
                <a:gd name="connsiteX27" fmla="*/ 960078 w 1009811"/>
                <a:gd name="connsiteY27" fmla="*/ 100268 h 298166"/>
                <a:gd name="connsiteX28" fmla="*/ 951342 w 1009811"/>
                <a:gd name="connsiteY28" fmla="*/ 39533 h 298166"/>
                <a:gd name="connsiteX29" fmla="*/ 971587 w 1009811"/>
                <a:gd name="connsiteY29" fmla="*/ 36759 h 298166"/>
                <a:gd name="connsiteX30" fmla="*/ 977565 w 1009811"/>
                <a:gd name="connsiteY30" fmla="*/ 25951 h 298166"/>
                <a:gd name="connsiteX31" fmla="*/ 975030 w 1009811"/>
                <a:gd name="connsiteY31" fmla="*/ 5706 h 298166"/>
                <a:gd name="connsiteX32" fmla="*/ 966756 w 1009811"/>
                <a:gd name="connsiteY32" fmla="*/ 414 h 298166"/>
                <a:gd name="connsiteX33" fmla="*/ 871956 w 1009811"/>
                <a:gd name="connsiteY33" fmla="*/ 6743 h 298166"/>
                <a:gd name="connsiteX34" fmla="*/ 862535 w 1009811"/>
                <a:gd name="connsiteY34" fmla="*/ 10999 h 298166"/>
                <a:gd name="connsiteX35" fmla="*/ 814903 w 1009811"/>
                <a:gd name="connsiteY35" fmla="*/ 17678 h 298166"/>
                <a:gd name="connsiteX36" fmla="*/ 13343 w 1009811"/>
                <a:gd name="connsiteY36" fmla="*/ 114535 h 298166"/>
                <a:gd name="connsiteX37" fmla="*/ 1611 w 1009811"/>
                <a:gd name="connsiteY37" fmla="*/ 127878 h 298166"/>
                <a:gd name="connsiteX38" fmla="*/ 3683 w 1009811"/>
                <a:gd name="connsiteY38" fmla="*/ 143516 h 298166"/>
                <a:gd name="connsiteX39" fmla="*/ 13583 w 1009811"/>
                <a:gd name="connsiteY39" fmla="*/ 153878 h 29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009811" h="298166">
                  <a:moveTo>
                    <a:pt x="13583" y="153878"/>
                  </a:moveTo>
                  <a:cubicBezTo>
                    <a:pt x="264350" y="124275"/>
                    <a:pt x="900921" y="44586"/>
                    <a:pt x="900921" y="44586"/>
                  </a:cubicBezTo>
                  <a:cubicBezTo>
                    <a:pt x="900921" y="44586"/>
                    <a:pt x="901414" y="46053"/>
                    <a:pt x="902865" y="45894"/>
                  </a:cubicBezTo>
                  <a:cubicBezTo>
                    <a:pt x="904332" y="45734"/>
                    <a:pt x="914741" y="44921"/>
                    <a:pt x="914741" y="44921"/>
                  </a:cubicBezTo>
                  <a:cubicBezTo>
                    <a:pt x="914741" y="44921"/>
                    <a:pt x="919013" y="68737"/>
                    <a:pt x="916479" y="69885"/>
                  </a:cubicBezTo>
                  <a:cubicBezTo>
                    <a:pt x="913960" y="71048"/>
                    <a:pt x="913370" y="71271"/>
                    <a:pt x="912908" y="75655"/>
                  </a:cubicBezTo>
                  <a:cubicBezTo>
                    <a:pt x="912462" y="80023"/>
                    <a:pt x="896585" y="110614"/>
                    <a:pt x="890591" y="125343"/>
                  </a:cubicBezTo>
                  <a:cubicBezTo>
                    <a:pt x="884613" y="140073"/>
                    <a:pt x="869660" y="176195"/>
                    <a:pt x="868736" y="183321"/>
                  </a:cubicBezTo>
                  <a:cubicBezTo>
                    <a:pt x="867827" y="190446"/>
                    <a:pt x="864830" y="228179"/>
                    <a:pt x="864830" y="228179"/>
                  </a:cubicBezTo>
                  <a:cubicBezTo>
                    <a:pt x="864830" y="228179"/>
                    <a:pt x="864368" y="233933"/>
                    <a:pt x="866217" y="243131"/>
                  </a:cubicBezTo>
                  <a:cubicBezTo>
                    <a:pt x="868050" y="252345"/>
                    <a:pt x="876100" y="274200"/>
                    <a:pt x="890830" y="283860"/>
                  </a:cubicBezTo>
                  <a:cubicBezTo>
                    <a:pt x="905559" y="293521"/>
                    <a:pt x="916590" y="299738"/>
                    <a:pt x="928100" y="298351"/>
                  </a:cubicBezTo>
                  <a:cubicBezTo>
                    <a:pt x="939609" y="296980"/>
                    <a:pt x="947197" y="298590"/>
                    <a:pt x="946958" y="294206"/>
                  </a:cubicBezTo>
                  <a:cubicBezTo>
                    <a:pt x="946735" y="289838"/>
                    <a:pt x="942367" y="284323"/>
                    <a:pt x="939147" y="282474"/>
                  </a:cubicBezTo>
                  <a:cubicBezTo>
                    <a:pt x="935927" y="280640"/>
                    <a:pt x="923493" y="276958"/>
                    <a:pt x="923493" y="276958"/>
                  </a:cubicBezTo>
                  <a:lnTo>
                    <a:pt x="895198" y="250735"/>
                  </a:lnTo>
                  <a:cubicBezTo>
                    <a:pt x="895198" y="250735"/>
                    <a:pt x="891515" y="249125"/>
                    <a:pt x="891292" y="241059"/>
                  </a:cubicBezTo>
                  <a:cubicBezTo>
                    <a:pt x="891053" y="233009"/>
                    <a:pt x="902785" y="184931"/>
                    <a:pt x="902785" y="184931"/>
                  </a:cubicBezTo>
                  <a:cubicBezTo>
                    <a:pt x="902785" y="184931"/>
                    <a:pt x="917292" y="175270"/>
                    <a:pt x="917292" y="178251"/>
                  </a:cubicBezTo>
                  <a:cubicBezTo>
                    <a:pt x="917292" y="181248"/>
                    <a:pt x="940757" y="280864"/>
                    <a:pt x="940757" y="280864"/>
                  </a:cubicBezTo>
                  <a:lnTo>
                    <a:pt x="962612" y="280864"/>
                  </a:lnTo>
                  <a:lnTo>
                    <a:pt x="994589" y="276958"/>
                  </a:lnTo>
                  <a:lnTo>
                    <a:pt x="1010929" y="271889"/>
                  </a:lnTo>
                  <a:cubicBezTo>
                    <a:pt x="1004856" y="239624"/>
                    <a:pt x="986268" y="175047"/>
                    <a:pt x="980785" y="155775"/>
                  </a:cubicBezTo>
                  <a:cubicBezTo>
                    <a:pt x="977102" y="153639"/>
                    <a:pt x="973659" y="134780"/>
                    <a:pt x="973659" y="134780"/>
                  </a:cubicBezTo>
                  <a:cubicBezTo>
                    <a:pt x="971156" y="126682"/>
                    <a:pt x="970917" y="128643"/>
                    <a:pt x="967905" y="123510"/>
                  </a:cubicBezTo>
                  <a:cubicBezTo>
                    <a:pt x="966518" y="120737"/>
                    <a:pt x="964445" y="123510"/>
                    <a:pt x="963298" y="117755"/>
                  </a:cubicBezTo>
                  <a:cubicBezTo>
                    <a:pt x="962150" y="112001"/>
                    <a:pt x="960078" y="100268"/>
                    <a:pt x="960078" y="100268"/>
                  </a:cubicBezTo>
                  <a:lnTo>
                    <a:pt x="951342" y="39533"/>
                  </a:lnTo>
                  <a:cubicBezTo>
                    <a:pt x="951342" y="39533"/>
                    <a:pt x="969275" y="38609"/>
                    <a:pt x="971587" y="36759"/>
                  </a:cubicBezTo>
                  <a:cubicBezTo>
                    <a:pt x="973882" y="34926"/>
                    <a:pt x="977565" y="29411"/>
                    <a:pt x="977565" y="25951"/>
                  </a:cubicBezTo>
                  <a:cubicBezTo>
                    <a:pt x="977565" y="22508"/>
                    <a:pt x="978250" y="10536"/>
                    <a:pt x="975030" y="5706"/>
                  </a:cubicBezTo>
                  <a:cubicBezTo>
                    <a:pt x="971810" y="876"/>
                    <a:pt x="970200" y="191"/>
                    <a:pt x="966756" y="414"/>
                  </a:cubicBezTo>
                  <a:cubicBezTo>
                    <a:pt x="963298" y="653"/>
                    <a:pt x="877248" y="4909"/>
                    <a:pt x="871956" y="6743"/>
                  </a:cubicBezTo>
                  <a:cubicBezTo>
                    <a:pt x="866663" y="8576"/>
                    <a:pt x="869198" y="10074"/>
                    <a:pt x="862535" y="10999"/>
                  </a:cubicBezTo>
                  <a:cubicBezTo>
                    <a:pt x="855855" y="11923"/>
                    <a:pt x="814903" y="17678"/>
                    <a:pt x="814903" y="17678"/>
                  </a:cubicBezTo>
                  <a:cubicBezTo>
                    <a:pt x="814903" y="17678"/>
                    <a:pt x="20708" y="110391"/>
                    <a:pt x="13343" y="114535"/>
                  </a:cubicBezTo>
                  <a:cubicBezTo>
                    <a:pt x="5994" y="118664"/>
                    <a:pt x="2774" y="123733"/>
                    <a:pt x="1611" y="127878"/>
                  </a:cubicBezTo>
                  <a:cubicBezTo>
                    <a:pt x="463" y="132023"/>
                    <a:pt x="1387" y="140535"/>
                    <a:pt x="3683" y="143516"/>
                  </a:cubicBezTo>
                  <a:cubicBezTo>
                    <a:pt x="5994" y="146513"/>
                    <a:pt x="8832" y="154436"/>
                    <a:pt x="13583" y="153878"/>
                  </a:cubicBez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0" name="フリーフォーム: 図形 109">
              <a:extLst>
                <a:ext uri="{FF2B5EF4-FFF2-40B4-BE49-F238E27FC236}">
                  <a16:creationId xmlns:a16="http://schemas.microsoft.com/office/drawing/2014/main" id="{7346FE79-193E-5F0E-2CBF-A0632C136F3C}"/>
                </a:ext>
              </a:extLst>
            </p:cNvPr>
            <p:cNvSpPr/>
            <p:nvPr/>
          </p:nvSpPr>
          <p:spPr>
            <a:xfrm>
              <a:off x="8945857" y="2045780"/>
              <a:ext cx="92397" cy="47284"/>
            </a:xfrm>
            <a:custGeom>
              <a:avLst/>
              <a:gdLst>
                <a:gd name="connsiteX0" fmla="*/ 19553 w 92397"/>
                <a:gd name="connsiteY0" fmla="*/ 24643 h 47284"/>
                <a:gd name="connsiteX1" fmla="*/ 20701 w 92397"/>
                <a:gd name="connsiteY1" fmla="*/ 36375 h 47284"/>
                <a:gd name="connsiteX2" fmla="*/ 22884 w 92397"/>
                <a:gd name="connsiteY2" fmla="*/ 47645 h 47284"/>
                <a:gd name="connsiteX3" fmla="*/ 39798 w 92397"/>
                <a:gd name="connsiteY3" fmla="*/ 45924 h 47284"/>
                <a:gd name="connsiteX4" fmla="*/ 39096 w 92397"/>
                <a:gd name="connsiteY4" fmla="*/ 33952 h 47284"/>
                <a:gd name="connsiteX5" fmla="*/ 38060 w 92397"/>
                <a:gd name="connsiteY5" fmla="*/ 23941 h 47284"/>
                <a:gd name="connsiteX6" fmla="*/ 38188 w 92397"/>
                <a:gd name="connsiteY6" fmla="*/ 22682 h 47284"/>
                <a:gd name="connsiteX7" fmla="*/ 93168 w 92397"/>
                <a:gd name="connsiteY7" fmla="*/ 15668 h 47284"/>
                <a:gd name="connsiteX8" fmla="*/ 93391 w 92397"/>
                <a:gd name="connsiteY8" fmla="*/ 8765 h 47284"/>
                <a:gd name="connsiteX9" fmla="*/ 92132 w 92397"/>
                <a:gd name="connsiteY9" fmla="*/ 365 h 47284"/>
                <a:gd name="connsiteX10" fmla="*/ 1954 w 92397"/>
                <a:gd name="connsiteY10" fmla="*/ 10487 h 47284"/>
                <a:gd name="connsiteX11" fmla="*/ 1141 w 92397"/>
                <a:gd name="connsiteY11" fmla="*/ 17278 h 47284"/>
                <a:gd name="connsiteX12" fmla="*/ 2863 w 92397"/>
                <a:gd name="connsiteY12" fmla="*/ 24977 h 47284"/>
                <a:gd name="connsiteX13" fmla="*/ 4250 w 92397"/>
                <a:gd name="connsiteY13" fmla="*/ 26141 h 47284"/>
                <a:gd name="connsiteX14" fmla="*/ 19553 w 92397"/>
                <a:gd name="connsiteY14" fmla="*/ 24643 h 4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2397" h="47284">
                  <a:moveTo>
                    <a:pt x="19553" y="24643"/>
                  </a:moveTo>
                  <a:cubicBezTo>
                    <a:pt x="19553" y="24643"/>
                    <a:pt x="20126" y="31194"/>
                    <a:pt x="20701" y="36375"/>
                  </a:cubicBezTo>
                  <a:cubicBezTo>
                    <a:pt x="21275" y="41556"/>
                    <a:pt x="22884" y="47645"/>
                    <a:pt x="22884" y="47645"/>
                  </a:cubicBezTo>
                  <a:cubicBezTo>
                    <a:pt x="22884" y="47645"/>
                    <a:pt x="39670" y="47645"/>
                    <a:pt x="39798" y="45924"/>
                  </a:cubicBezTo>
                  <a:cubicBezTo>
                    <a:pt x="39910" y="44202"/>
                    <a:pt x="39559" y="35451"/>
                    <a:pt x="39096" y="33952"/>
                  </a:cubicBezTo>
                  <a:cubicBezTo>
                    <a:pt x="38650" y="32454"/>
                    <a:pt x="37949" y="25216"/>
                    <a:pt x="38060" y="23941"/>
                  </a:cubicBezTo>
                  <a:cubicBezTo>
                    <a:pt x="38188" y="22682"/>
                    <a:pt x="38188" y="22682"/>
                    <a:pt x="38188" y="22682"/>
                  </a:cubicBezTo>
                  <a:cubicBezTo>
                    <a:pt x="38188" y="22682"/>
                    <a:pt x="92818" y="16130"/>
                    <a:pt x="93168" y="15668"/>
                  </a:cubicBezTo>
                  <a:cubicBezTo>
                    <a:pt x="93519" y="15206"/>
                    <a:pt x="93631" y="11985"/>
                    <a:pt x="93391" y="8765"/>
                  </a:cubicBezTo>
                  <a:cubicBezTo>
                    <a:pt x="93168" y="5545"/>
                    <a:pt x="93168" y="604"/>
                    <a:pt x="92132" y="365"/>
                  </a:cubicBezTo>
                  <a:cubicBezTo>
                    <a:pt x="91096" y="141"/>
                    <a:pt x="2974" y="9802"/>
                    <a:pt x="1954" y="10487"/>
                  </a:cubicBezTo>
                  <a:cubicBezTo>
                    <a:pt x="918" y="11173"/>
                    <a:pt x="1141" y="17278"/>
                    <a:pt x="1141" y="17278"/>
                  </a:cubicBezTo>
                  <a:lnTo>
                    <a:pt x="2863" y="24977"/>
                  </a:lnTo>
                  <a:cubicBezTo>
                    <a:pt x="2863" y="24977"/>
                    <a:pt x="2974" y="26253"/>
                    <a:pt x="4250" y="26141"/>
                  </a:cubicBezTo>
                  <a:cubicBezTo>
                    <a:pt x="5509" y="26014"/>
                    <a:pt x="19553" y="24643"/>
                    <a:pt x="19553" y="24643"/>
                  </a:cubicBez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1" name="フリーフォーム: 図形 110">
              <a:extLst>
                <a:ext uri="{FF2B5EF4-FFF2-40B4-BE49-F238E27FC236}">
                  <a16:creationId xmlns:a16="http://schemas.microsoft.com/office/drawing/2014/main" id="{3EF417E6-3DD2-1C79-8BBC-8727C96C18F2}"/>
                </a:ext>
              </a:extLst>
            </p:cNvPr>
            <p:cNvSpPr/>
            <p:nvPr/>
          </p:nvSpPr>
          <p:spPr>
            <a:xfrm>
              <a:off x="9052761" y="2023355"/>
              <a:ext cx="88902" cy="98267"/>
            </a:xfrm>
            <a:custGeom>
              <a:avLst/>
              <a:gdLst>
                <a:gd name="connsiteX0" fmla="*/ 9524 w 88902"/>
                <a:gd name="connsiteY0" fmla="*/ 98606 h 98267"/>
                <a:gd name="connsiteX1" fmla="*/ 79234 w 88902"/>
                <a:gd name="connsiteY1" fmla="*/ 89392 h 98267"/>
                <a:gd name="connsiteX2" fmla="*/ 90042 w 88902"/>
                <a:gd name="connsiteY2" fmla="*/ 73068 h 98267"/>
                <a:gd name="connsiteX3" fmla="*/ 81753 w 88902"/>
                <a:gd name="connsiteY3" fmla="*/ 7264 h 98267"/>
                <a:gd name="connsiteX4" fmla="*/ 78533 w 88902"/>
                <a:gd name="connsiteY4" fmla="*/ 361 h 98267"/>
                <a:gd name="connsiteX5" fmla="*/ 6527 w 88902"/>
                <a:gd name="connsiteY5" fmla="*/ 10261 h 98267"/>
                <a:gd name="connsiteX6" fmla="*/ 2845 w 88902"/>
                <a:gd name="connsiteY6" fmla="*/ 18534 h 98267"/>
                <a:gd name="connsiteX7" fmla="*/ 1235 w 88902"/>
                <a:gd name="connsiteY7" fmla="*/ 32801 h 98267"/>
                <a:gd name="connsiteX8" fmla="*/ 7675 w 88902"/>
                <a:gd name="connsiteY8" fmla="*/ 97904 h 98267"/>
                <a:gd name="connsiteX9" fmla="*/ 9524 w 88902"/>
                <a:gd name="connsiteY9" fmla="*/ 98606 h 98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902" h="98267">
                  <a:moveTo>
                    <a:pt x="9524" y="98606"/>
                  </a:moveTo>
                  <a:cubicBezTo>
                    <a:pt x="9524" y="98606"/>
                    <a:pt x="76700" y="91926"/>
                    <a:pt x="79234" y="89392"/>
                  </a:cubicBezTo>
                  <a:cubicBezTo>
                    <a:pt x="81753" y="86873"/>
                    <a:pt x="90042" y="74216"/>
                    <a:pt x="90042" y="73068"/>
                  </a:cubicBezTo>
                  <a:cubicBezTo>
                    <a:pt x="90042" y="71904"/>
                    <a:pt x="82678" y="11871"/>
                    <a:pt x="81753" y="7264"/>
                  </a:cubicBezTo>
                  <a:cubicBezTo>
                    <a:pt x="80844" y="2657"/>
                    <a:pt x="80844" y="361"/>
                    <a:pt x="78533" y="361"/>
                  </a:cubicBezTo>
                  <a:cubicBezTo>
                    <a:pt x="76237" y="361"/>
                    <a:pt x="7213" y="8651"/>
                    <a:pt x="6527" y="10261"/>
                  </a:cubicBezTo>
                  <a:cubicBezTo>
                    <a:pt x="5842" y="11871"/>
                    <a:pt x="5141" y="10707"/>
                    <a:pt x="2845" y="18534"/>
                  </a:cubicBezTo>
                  <a:cubicBezTo>
                    <a:pt x="550" y="26361"/>
                    <a:pt x="1235" y="32801"/>
                    <a:pt x="1235" y="32801"/>
                  </a:cubicBezTo>
                  <a:cubicBezTo>
                    <a:pt x="1235" y="32801"/>
                    <a:pt x="6065" y="96996"/>
                    <a:pt x="7675" y="97904"/>
                  </a:cubicBezTo>
                  <a:cubicBezTo>
                    <a:pt x="9285" y="98829"/>
                    <a:pt x="9524" y="98606"/>
                    <a:pt x="9524" y="98606"/>
                  </a:cubicBez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2" name="フリーフォーム: 図形 111">
              <a:extLst>
                <a:ext uri="{FF2B5EF4-FFF2-40B4-BE49-F238E27FC236}">
                  <a16:creationId xmlns:a16="http://schemas.microsoft.com/office/drawing/2014/main" id="{20B12643-246B-071D-BF5A-E2A8B5760912}"/>
                </a:ext>
              </a:extLst>
            </p:cNvPr>
            <p:cNvSpPr/>
            <p:nvPr/>
          </p:nvSpPr>
          <p:spPr>
            <a:xfrm>
              <a:off x="9178461" y="1991667"/>
              <a:ext cx="25214" cy="105589"/>
            </a:xfrm>
            <a:custGeom>
              <a:avLst/>
              <a:gdLst>
                <a:gd name="connsiteX0" fmla="*/ 5279 w 25214"/>
                <a:gd name="connsiteY0" fmla="*/ 105946 h 105589"/>
                <a:gd name="connsiteX1" fmla="*/ 25938 w 25214"/>
                <a:gd name="connsiteY1" fmla="*/ 81716 h 105589"/>
                <a:gd name="connsiteX2" fmla="*/ 25938 w 25214"/>
                <a:gd name="connsiteY2" fmla="*/ 36970 h 105589"/>
                <a:gd name="connsiteX3" fmla="*/ 21060 w 25214"/>
                <a:gd name="connsiteY3" fmla="*/ 39090 h 105589"/>
                <a:gd name="connsiteX4" fmla="*/ 18622 w 25214"/>
                <a:gd name="connsiteY4" fmla="*/ 369 h 105589"/>
                <a:gd name="connsiteX5" fmla="*/ 1373 w 25214"/>
                <a:gd name="connsiteY5" fmla="*/ 19722 h 105589"/>
                <a:gd name="connsiteX6" fmla="*/ 2999 w 25214"/>
                <a:gd name="connsiteY6" fmla="*/ 46566 h 105589"/>
                <a:gd name="connsiteX7" fmla="*/ 1533 w 25214"/>
                <a:gd name="connsiteY7" fmla="*/ 48192 h 105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214" h="105589">
                  <a:moveTo>
                    <a:pt x="5279" y="105946"/>
                  </a:moveTo>
                  <a:cubicBezTo>
                    <a:pt x="5279" y="105946"/>
                    <a:pt x="25938" y="83342"/>
                    <a:pt x="25938" y="81716"/>
                  </a:cubicBezTo>
                  <a:cubicBezTo>
                    <a:pt x="25938" y="80090"/>
                    <a:pt x="26911" y="37783"/>
                    <a:pt x="25938" y="36970"/>
                  </a:cubicBezTo>
                  <a:cubicBezTo>
                    <a:pt x="24966" y="36157"/>
                    <a:pt x="21060" y="40716"/>
                    <a:pt x="21060" y="39090"/>
                  </a:cubicBezTo>
                  <a:cubicBezTo>
                    <a:pt x="21060" y="37464"/>
                    <a:pt x="20742" y="-444"/>
                    <a:pt x="18622" y="369"/>
                  </a:cubicBezTo>
                  <a:cubicBezTo>
                    <a:pt x="16501" y="1182"/>
                    <a:pt x="2346" y="19897"/>
                    <a:pt x="1373" y="19722"/>
                  </a:cubicBezTo>
                  <a:cubicBezTo>
                    <a:pt x="401" y="19562"/>
                    <a:pt x="2999" y="46566"/>
                    <a:pt x="2999" y="46566"/>
                  </a:cubicBezTo>
                  <a:lnTo>
                    <a:pt x="1533" y="48192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3" name="フリーフォーム: 図形 112">
              <a:extLst>
                <a:ext uri="{FF2B5EF4-FFF2-40B4-BE49-F238E27FC236}">
                  <a16:creationId xmlns:a16="http://schemas.microsoft.com/office/drawing/2014/main" id="{D27122F4-E9D4-DBCC-549A-E11E1A6A5A34}"/>
                </a:ext>
              </a:extLst>
            </p:cNvPr>
            <p:cNvSpPr/>
            <p:nvPr/>
          </p:nvSpPr>
          <p:spPr>
            <a:xfrm>
              <a:off x="8473255" y="2132230"/>
              <a:ext cx="33499" cy="34400"/>
            </a:xfrm>
            <a:custGeom>
              <a:avLst/>
              <a:gdLst>
                <a:gd name="connsiteX0" fmla="*/ 9455 w 33499"/>
                <a:gd name="connsiteY0" fmla="*/ 3150 h 34400"/>
                <a:gd name="connsiteX1" fmla="*/ 26208 w 33499"/>
                <a:gd name="connsiteY1" fmla="*/ 456 h 34400"/>
                <a:gd name="connsiteX2" fmla="*/ 25475 w 33499"/>
                <a:gd name="connsiteY2" fmla="*/ 7534 h 34400"/>
                <a:gd name="connsiteX3" fmla="*/ 28966 w 33499"/>
                <a:gd name="connsiteY3" fmla="*/ 23969 h 34400"/>
                <a:gd name="connsiteX4" fmla="*/ 34498 w 33499"/>
                <a:gd name="connsiteY4" fmla="*/ 30648 h 34400"/>
                <a:gd name="connsiteX5" fmla="*/ 29125 w 33499"/>
                <a:gd name="connsiteY5" fmla="*/ 32513 h 34400"/>
                <a:gd name="connsiteX6" fmla="*/ 9455 w 33499"/>
                <a:gd name="connsiteY6" fmla="*/ 34633 h 34400"/>
                <a:gd name="connsiteX7" fmla="*/ 3508 w 33499"/>
                <a:gd name="connsiteY7" fmla="*/ 27476 h 34400"/>
                <a:gd name="connsiteX8" fmla="*/ 1070 w 33499"/>
                <a:gd name="connsiteY8" fmla="*/ 15185 h 34400"/>
                <a:gd name="connsiteX9" fmla="*/ 5788 w 33499"/>
                <a:gd name="connsiteY9" fmla="*/ 6163 h 34400"/>
                <a:gd name="connsiteX10" fmla="*/ 9455 w 33499"/>
                <a:gd name="connsiteY10" fmla="*/ 3150 h 3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499" h="34400">
                  <a:moveTo>
                    <a:pt x="9455" y="3150"/>
                  </a:moveTo>
                  <a:cubicBezTo>
                    <a:pt x="9455" y="3150"/>
                    <a:pt x="25396" y="-182"/>
                    <a:pt x="26208" y="456"/>
                  </a:cubicBezTo>
                  <a:cubicBezTo>
                    <a:pt x="27021" y="1109"/>
                    <a:pt x="25634" y="2990"/>
                    <a:pt x="25475" y="7534"/>
                  </a:cubicBezTo>
                  <a:cubicBezTo>
                    <a:pt x="25316" y="12093"/>
                    <a:pt x="26368" y="20797"/>
                    <a:pt x="28966" y="23969"/>
                  </a:cubicBezTo>
                  <a:cubicBezTo>
                    <a:pt x="31565" y="27141"/>
                    <a:pt x="34912" y="29660"/>
                    <a:pt x="34498" y="30648"/>
                  </a:cubicBezTo>
                  <a:cubicBezTo>
                    <a:pt x="34099" y="31620"/>
                    <a:pt x="29125" y="32513"/>
                    <a:pt x="29125" y="32513"/>
                  </a:cubicBezTo>
                  <a:cubicBezTo>
                    <a:pt x="29125" y="32513"/>
                    <a:pt x="10746" y="35446"/>
                    <a:pt x="9455" y="34633"/>
                  </a:cubicBezTo>
                  <a:cubicBezTo>
                    <a:pt x="8147" y="33820"/>
                    <a:pt x="4401" y="30234"/>
                    <a:pt x="3508" y="27476"/>
                  </a:cubicBezTo>
                  <a:cubicBezTo>
                    <a:pt x="2616" y="24702"/>
                    <a:pt x="751" y="18517"/>
                    <a:pt x="1070" y="15185"/>
                  </a:cubicBezTo>
                  <a:cubicBezTo>
                    <a:pt x="1388" y="11854"/>
                    <a:pt x="4321" y="7295"/>
                    <a:pt x="5788" y="6163"/>
                  </a:cubicBezTo>
                  <a:cubicBezTo>
                    <a:pt x="7255" y="5015"/>
                    <a:pt x="9455" y="3150"/>
                    <a:pt x="9455" y="3150"/>
                  </a:cubicBez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4" name="フリーフォーム: 図形 113">
              <a:extLst>
                <a:ext uri="{FF2B5EF4-FFF2-40B4-BE49-F238E27FC236}">
                  <a16:creationId xmlns:a16="http://schemas.microsoft.com/office/drawing/2014/main" id="{F866A25A-CAA5-4A3C-9982-7A523A307C21}"/>
                </a:ext>
              </a:extLst>
            </p:cNvPr>
            <p:cNvSpPr/>
            <p:nvPr/>
          </p:nvSpPr>
          <p:spPr>
            <a:xfrm>
              <a:off x="8498363" y="2131966"/>
              <a:ext cx="20980" cy="29464"/>
            </a:xfrm>
            <a:custGeom>
              <a:avLst/>
              <a:gdLst>
                <a:gd name="connsiteX0" fmla="*/ 3048 w 20980"/>
                <a:gd name="connsiteY0" fmla="*/ 895 h 29464"/>
                <a:gd name="connsiteX1" fmla="*/ 1104 w 20980"/>
                <a:gd name="connsiteY1" fmla="*/ 6507 h 29464"/>
                <a:gd name="connsiteX2" fmla="*/ 2235 w 20980"/>
                <a:gd name="connsiteY2" fmla="*/ 17570 h 29464"/>
                <a:gd name="connsiteX3" fmla="*/ 5487 w 20980"/>
                <a:gd name="connsiteY3" fmla="*/ 25205 h 29464"/>
                <a:gd name="connsiteX4" fmla="*/ 10445 w 20980"/>
                <a:gd name="connsiteY4" fmla="*/ 29685 h 29464"/>
                <a:gd name="connsiteX5" fmla="*/ 16805 w 20980"/>
                <a:gd name="connsiteY5" fmla="*/ 29191 h 29464"/>
                <a:gd name="connsiteX6" fmla="*/ 17523 w 20980"/>
                <a:gd name="connsiteY6" fmla="*/ 26194 h 29464"/>
                <a:gd name="connsiteX7" fmla="*/ 18989 w 20980"/>
                <a:gd name="connsiteY7" fmla="*/ 23914 h 29464"/>
                <a:gd name="connsiteX8" fmla="*/ 21508 w 20980"/>
                <a:gd name="connsiteY8" fmla="*/ 22687 h 29464"/>
                <a:gd name="connsiteX9" fmla="*/ 21922 w 20980"/>
                <a:gd name="connsiteY9" fmla="*/ 17968 h 29464"/>
                <a:gd name="connsiteX10" fmla="*/ 20376 w 20980"/>
                <a:gd name="connsiteY10" fmla="*/ 11066 h 29464"/>
                <a:gd name="connsiteX11" fmla="*/ 17427 w 20980"/>
                <a:gd name="connsiteY11" fmla="*/ 6969 h 29464"/>
                <a:gd name="connsiteX12" fmla="*/ 14111 w 20980"/>
                <a:gd name="connsiteY12" fmla="*/ 5375 h 29464"/>
                <a:gd name="connsiteX13" fmla="*/ 9887 w 20980"/>
                <a:gd name="connsiteY13" fmla="*/ 5040 h 29464"/>
                <a:gd name="connsiteX14" fmla="*/ 6715 w 20980"/>
                <a:gd name="connsiteY14" fmla="*/ 401 h 29464"/>
                <a:gd name="connsiteX15" fmla="*/ 3048 w 20980"/>
                <a:gd name="connsiteY15" fmla="*/ 895 h 29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980" h="29464">
                  <a:moveTo>
                    <a:pt x="3048" y="895"/>
                  </a:moveTo>
                  <a:cubicBezTo>
                    <a:pt x="3048" y="895"/>
                    <a:pt x="1342" y="4068"/>
                    <a:pt x="1104" y="6507"/>
                  </a:cubicBezTo>
                  <a:cubicBezTo>
                    <a:pt x="849" y="8946"/>
                    <a:pt x="1342" y="15449"/>
                    <a:pt x="2235" y="17570"/>
                  </a:cubicBezTo>
                  <a:cubicBezTo>
                    <a:pt x="3128" y="19674"/>
                    <a:pt x="2889" y="23261"/>
                    <a:pt x="5487" y="25205"/>
                  </a:cubicBezTo>
                  <a:cubicBezTo>
                    <a:pt x="8102" y="27166"/>
                    <a:pt x="9074" y="29685"/>
                    <a:pt x="10445" y="29685"/>
                  </a:cubicBezTo>
                  <a:cubicBezTo>
                    <a:pt x="11832" y="29685"/>
                    <a:pt x="15817" y="30259"/>
                    <a:pt x="16805" y="29191"/>
                  </a:cubicBezTo>
                  <a:cubicBezTo>
                    <a:pt x="17778" y="28138"/>
                    <a:pt x="19149" y="27565"/>
                    <a:pt x="17523" y="26194"/>
                  </a:cubicBezTo>
                  <a:cubicBezTo>
                    <a:pt x="15896" y="24807"/>
                    <a:pt x="17857" y="23834"/>
                    <a:pt x="18989" y="23914"/>
                  </a:cubicBezTo>
                  <a:cubicBezTo>
                    <a:pt x="20137" y="23994"/>
                    <a:pt x="21110" y="23914"/>
                    <a:pt x="21508" y="22687"/>
                  </a:cubicBezTo>
                  <a:cubicBezTo>
                    <a:pt x="21922" y="21475"/>
                    <a:pt x="22161" y="19036"/>
                    <a:pt x="21922" y="17968"/>
                  </a:cubicBezTo>
                  <a:cubicBezTo>
                    <a:pt x="21683" y="16916"/>
                    <a:pt x="21348" y="11464"/>
                    <a:pt x="20376" y="11066"/>
                  </a:cubicBezTo>
                  <a:cubicBezTo>
                    <a:pt x="19403" y="10651"/>
                    <a:pt x="18575" y="7208"/>
                    <a:pt x="17427" y="6969"/>
                  </a:cubicBezTo>
                  <a:cubicBezTo>
                    <a:pt x="16295" y="6714"/>
                    <a:pt x="15275" y="7734"/>
                    <a:pt x="14111" y="5375"/>
                  </a:cubicBezTo>
                  <a:cubicBezTo>
                    <a:pt x="13410" y="3972"/>
                    <a:pt x="9839" y="5423"/>
                    <a:pt x="9887" y="5040"/>
                  </a:cubicBezTo>
                  <a:cubicBezTo>
                    <a:pt x="10413" y="672"/>
                    <a:pt x="7687" y="242"/>
                    <a:pt x="6715" y="401"/>
                  </a:cubicBezTo>
                  <a:cubicBezTo>
                    <a:pt x="5742" y="561"/>
                    <a:pt x="3048" y="895"/>
                    <a:pt x="3048" y="895"/>
                  </a:cubicBez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5" name="フリーフォーム: 図形 114">
              <a:extLst>
                <a:ext uri="{FF2B5EF4-FFF2-40B4-BE49-F238E27FC236}">
                  <a16:creationId xmlns:a16="http://schemas.microsoft.com/office/drawing/2014/main" id="{1DD472E3-C2F9-9FD3-CED2-7FB7C50FAC13}"/>
                </a:ext>
              </a:extLst>
            </p:cNvPr>
            <p:cNvSpPr/>
            <p:nvPr/>
          </p:nvSpPr>
          <p:spPr>
            <a:xfrm>
              <a:off x="9431088" y="2015209"/>
              <a:ext cx="12452" cy="39265"/>
            </a:xfrm>
            <a:custGeom>
              <a:avLst/>
              <a:gdLst>
                <a:gd name="connsiteX0" fmla="*/ 1199 w 12452"/>
                <a:gd name="connsiteY0" fmla="*/ 786 h 39265"/>
                <a:gd name="connsiteX1" fmla="*/ 5805 w 12452"/>
                <a:gd name="connsiteY1" fmla="*/ 563 h 39265"/>
                <a:gd name="connsiteX2" fmla="*/ 10285 w 12452"/>
                <a:gd name="connsiteY2" fmla="*/ 5632 h 39265"/>
                <a:gd name="connsiteX3" fmla="*/ 13616 w 12452"/>
                <a:gd name="connsiteY3" fmla="*/ 18050 h 39265"/>
                <a:gd name="connsiteX4" fmla="*/ 13043 w 12452"/>
                <a:gd name="connsiteY4" fmla="*/ 28969 h 39265"/>
                <a:gd name="connsiteX5" fmla="*/ 10636 w 12452"/>
                <a:gd name="connsiteY5" fmla="*/ 37370 h 39265"/>
                <a:gd name="connsiteX6" fmla="*/ 7639 w 12452"/>
                <a:gd name="connsiteY6" fmla="*/ 38757 h 39265"/>
                <a:gd name="connsiteX7" fmla="*/ 3956 w 12452"/>
                <a:gd name="connsiteY7" fmla="*/ 39219 h 39265"/>
                <a:gd name="connsiteX8" fmla="*/ 6029 w 12452"/>
                <a:gd name="connsiteY8" fmla="*/ 33465 h 39265"/>
                <a:gd name="connsiteX9" fmla="*/ 7878 w 12452"/>
                <a:gd name="connsiteY9" fmla="*/ 21381 h 39265"/>
                <a:gd name="connsiteX10" fmla="*/ 5343 w 12452"/>
                <a:gd name="connsiteY10" fmla="*/ 7353 h 39265"/>
                <a:gd name="connsiteX11" fmla="*/ 1199 w 12452"/>
                <a:gd name="connsiteY11" fmla="*/ 786 h 3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452" h="39265">
                  <a:moveTo>
                    <a:pt x="1199" y="786"/>
                  </a:moveTo>
                  <a:cubicBezTo>
                    <a:pt x="1199" y="786"/>
                    <a:pt x="4769" y="-11"/>
                    <a:pt x="5805" y="563"/>
                  </a:cubicBezTo>
                  <a:cubicBezTo>
                    <a:pt x="6842" y="1137"/>
                    <a:pt x="9249" y="3783"/>
                    <a:pt x="10285" y="5632"/>
                  </a:cubicBezTo>
                  <a:cubicBezTo>
                    <a:pt x="11321" y="7465"/>
                    <a:pt x="13505" y="14941"/>
                    <a:pt x="13616" y="18050"/>
                  </a:cubicBezTo>
                  <a:cubicBezTo>
                    <a:pt x="13744" y="21158"/>
                    <a:pt x="13505" y="26674"/>
                    <a:pt x="13043" y="28969"/>
                  </a:cubicBezTo>
                  <a:cubicBezTo>
                    <a:pt x="12596" y="31281"/>
                    <a:pt x="11433" y="35872"/>
                    <a:pt x="10636" y="37370"/>
                  </a:cubicBezTo>
                  <a:cubicBezTo>
                    <a:pt x="9823" y="38869"/>
                    <a:pt x="9137" y="38518"/>
                    <a:pt x="7639" y="38757"/>
                  </a:cubicBezTo>
                  <a:cubicBezTo>
                    <a:pt x="6140" y="38980"/>
                    <a:pt x="3845" y="40256"/>
                    <a:pt x="3956" y="39219"/>
                  </a:cubicBezTo>
                  <a:cubicBezTo>
                    <a:pt x="4084" y="38183"/>
                    <a:pt x="5231" y="37482"/>
                    <a:pt x="6029" y="33465"/>
                  </a:cubicBezTo>
                  <a:cubicBezTo>
                    <a:pt x="6842" y="29432"/>
                    <a:pt x="8340" y="23916"/>
                    <a:pt x="7878" y="21381"/>
                  </a:cubicBezTo>
                  <a:cubicBezTo>
                    <a:pt x="7416" y="18847"/>
                    <a:pt x="6953" y="11147"/>
                    <a:pt x="5343" y="7353"/>
                  </a:cubicBezTo>
                  <a:cubicBezTo>
                    <a:pt x="3733" y="3559"/>
                    <a:pt x="1199" y="786"/>
                    <a:pt x="1199" y="786"/>
                  </a:cubicBez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6" name="フリーフォーム: 図形 115">
              <a:extLst>
                <a:ext uri="{FF2B5EF4-FFF2-40B4-BE49-F238E27FC236}">
                  <a16:creationId xmlns:a16="http://schemas.microsoft.com/office/drawing/2014/main" id="{212EED70-8595-3D4B-E14E-0D23DEAAD7F7}"/>
                </a:ext>
              </a:extLst>
            </p:cNvPr>
            <p:cNvSpPr/>
            <p:nvPr/>
          </p:nvSpPr>
          <p:spPr>
            <a:xfrm>
              <a:off x="9416598" y="2015724"/>
              <a:ext cx="30589" cy="39727"/>
            </a:xfrm>
            <a:custGeom>
              <a:avLst/>
              <a:gdLst>
                <a:gd name="connsiteX0" fmla="*/ 24470 w 30589"/>
                <a:gd name="connsiteY0" fmla="*/ 637 h 39727"/>
                <a:gd name="connsiteX1" fmla="*/ 18525 w 30589"/>
                <a:gd name="connsiteY1" fmla="*/ 462 h 39727"/>
                <a:gd name="connsiteX2" fmla="*/ 6409 w 30589"/>
                <a:gd name="connsiteY2" fmla="*/ 1195 h 39727"/>
                <a:gd name="connsiteX3" fmla="*/ 1850 w 30589"/>
                <a:gd name="connsiteY3" fmla="*/ 2263 h 39727"/>
                <a:gd name="connsiteX4" fmla="*/ 4130 w 30589"/>
                <a:gd name="connsiteY4" fmla="*/ 3156 h 39727"/>
                <a:gd name="connsiteX5" fmla="*/ 4783 w 30589"/>
                <a:gd name="connsiteY5" fmla="*/ 7540 h 39727"/>
                <a:gd name="connsiteX6" fmla="*/ 4464 w 30589"/>
                <a:gd name="connsiteY6" fmla="*/ 12434 h 39727"/>
                <a:gd name="connsiteX7" fmla="*/ 5182 w 30589"/>
                <a:gd name="connsiteY7" fmla="*/ 18603 h 39727"/>
                <a:gd name="connsiteX8" fmla="*/ 3317 w 30589"/>
                <a:gd name="connsiteY8" fmla="*/ 22429 h 39727"/>
                <a:gd name="connsiteX9" fmla="*/ 4050 w 30589"/>
                <a:gd name="connsiteY9" fmla="*/ 24868 h 39727"/>
                <a:gd name="connsiteX10" fmla="*/ 7796 w 30589"/>
                <a:gd name="connsiteY10" fmla="*/ 31706 h 39727"/>
                <a:gd name="connsiteX11" fmla="*/ 6091 w 30589"/>
                <a:gd name="connsiteY11" fmla="*/ 35373 h 39727"/>
                <a:gd name="connsiteX12" fmla="*/ 7637 w 30589"/>
                <a:gd name="connsiteY12" fmla="*/ 37892 h 39727"/>
                <a:gd name="connsiteX13" fmla="*/ 6649 w 30589"/>
                <a:gd name="connsiteY13" fmla="*/ 40075 h 39727"/>
                <a:gd name="connsiteX14" fmla="*/ 13248 w 30589"/>
                <a:gd name="connsiteY14" fmla="*/ 39358 h 39727"/>
                <a:gd name="connsiteX15" fmla="*/ 18046 w 30589"/>
                <a:gd name="connsiteY15" fmla="*/ 39023 h 39727"/>
                <a:gd name="connsiteX16" fmla="*/ 25443 w 30589"/>
                <a:gd name="connsiteY16" fmla="*/ 37716 h 39727"/>
                <a:gd name="connsiteX17" fmla="*/ 27643 w 30589"/>
                <a:gd name="connsiteY17" fmla="*/ 35197 h 39727"/>
                <a:gd name="connsiteX18" fmla="*/ 31293 w 30589"/>
                <a:gd name="connsiteY18" fmla="*/ 28773 h 39727"/>
                <a:gd name="connsiteX19" fmla="*/ 31787 w 30589"/>
                <a:gd name="connsiteY19" fmla="*/ 13566 h 39727"/>
                <a:gd name="connsiteX20" fmla="*/ 30162 w 30589"/>
                <a:gd name="connsiteY20" fmla="*/ 6408 h 39727"/>
                <a:gd name="connsiteX21" fmla="*/ 24470 w 30589"/>
                <a:gd name="connsiteY21" fmla="*/ 637 h 39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589" h="39727">
                  <a:moveTo>
                    <a:pt x="24470" y="637"/>
                  </a:moveTo>
                  <a:cubicBezTo>
                    <a:pt x="24470" y="637"/>
                    <a:pt x="23243" y="143"/>
                    <a:pt x="18525" y="462"/>
                  </a:cubicBezTo>
                  <a:cubicBezTo>
                    <a:pt x="13806" y="797"/>
                    <a:pt x="9343" y="1116"/>
                    <a:pt x="6409" y="1195"/>
                  </a:cubicBezTo>
                  <a:cubicBezTo>
                    <a:pt x="3476" y="1275"/>
                    <a:pt x="-349" y="2184"/>
                    <a:pt x="1850" y="2263"/>
                  </a:cubicBezTo>
                  <a:cubicBezTo>
                    <a:pt x="4050" y="2343"/>
                    <a:pt x="3891" y="223"/>
                    <a:pt x="4130" y="3156"/>
                  </a:cubicBezTo>
                  <a:cubicBezTo>
                    <a:pt x="4369" y="6089"/>
                    <a:pt x="4624" y="5515"/>
                    <a:pt x="4783" y="7540"/>
                  </a:cubicBezTo>
                  <a:cubicBezTo>
                    <a:pt x="4943" y="9580"/>
                    <a:pt x="4704" y="7875"/>
                    <a:pt x="4464" y="12434"/>
                  </a:cubicBezTo>
                  <a:cubicBezTo>
                    <a:pt x="4209" y="16977"/>
                    <a:pt x="6409" y="15925"/>
                    <a:pt x="5182" y="18603"/>
                  </a:cubicBezTo>
                  <a:cubicBezTo>
                    <a:pt x="3971" y="21297"/>
                    <a:pt x="2584" y="20229"/>
                    <a:pt x="3317" y="22429"/>
                  </a:cubicBezTo>
                  <a:cubicBezTo>
                    <a:pt x="4050" y="24629"/>
                    <a:pt x="3891" y="22508"/>
                    <a:pt x="4050" y="24868"/>
                  </a:cubicBezTo>
                  <a:cubicBezTo>
                    <a:pt x="4209" y="27227"/>
                    <a:pt x="9167" y="29108"/>
                    <a:pt x="7796" y="31706"/>
                  </a:cubicBezTo>
                  <a:cubicBezTo>
                    <a:pt x="6409" y="34305"/>
                    <a:pt x="4369" y="34225"/>
                    <a:pt x="6091" y="35373"/>
                  </a:cubicBezTo>
                  <a:cubicBezTo>
                    <a:pt x="7796" y="36505"/>
                    <a:pt x="8115" y="36345"/>
                    <a:pt x="7637" y="37892"/>
                  </a:cubicBezTo>
                  <a:cubicBezTo>
                    <a:pt x="7143" y="39438"/>
                    <a:pt x="4369" y="39996"/>
                    <a:pt x="6649" y="40075"/>
                  </a:cubicBezTo>
                  <a:cubicBezTo>
                    <a:pt x="8928" y="40171"/>
                    <a:pt x="10076" y="39262"/>
                    <a:pt x="13248" y="39358"/>
                  </a:cubicBezTo>
                  <a:cubicBezTo>
                    <a:pt x="16420" y="39438"/>
                    <a:pt x="15847" y="39358"/>
                    <a:pt x="18046" y="39023"/>
                  </a:cubicBezTo>
                  <a:cubicBezTo>
                    <a:pt x="20230" y="38704"/>
                    <a:pt x="24949" y="38210"/>
                    <a:pt x="25443" y="37716"/>
                  </a:cubicBezTo>
                  <a:cubicBezTo>
                    <a:pt x="25937" y="37238"/>
                    <a:pt x="26575" y="36505"/>
                    <a:pt x="27643" y="35197"/>
                  </a:cubicBezTo>
                  <a:cubicBezTo>
                    <a:pt x="28695" y="33906"/>
                    <a:pt x="30895" y="30479"/>
                    <a:pt x="31293" y="28773"/>
                  </a:cubicBezTo>
                  <a:cubicBezTo>
                    <a:pt x="31708" y="27068"/>
                    <a:pt x="31787" y="13566"/>
                    <a:pt x="31787" y="13566"/>
                  </a:cubicBezTo>
                  <a:cubicBezTo>
                    <a:pt x="31787" y="13566"/>
                    <a:pt x="30480" y="6647"/>
                    <a:pt x="30162" y="6408"/>
                  </a:cubicBezTo>
                  <a:cubicBezTo>
                    <a:pt x="29843" y="6169"/>
                    <a:pt x="24470" y="637"/>
                    <a:pt x="24470" y="637"/>
                  </a:cubicBez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grpSp>
        <p:nvGrpSpPr>
          <p:cNvPr id="338" name="グループ化 337">
            <a:extLst>
              <a:ext uri="{FF2B5EF4-FFF2-40B4-BE49-F238E27FC236}">
                <a16:creationId xmlns:a16="http://schemas.microsoft.com/office/drawing/2014/main" id="{322336B4-F5B8-DA7A-C964-3940C6A5E0CA}"/>
              </a:ext>
            </a:extLst>
          </p:cNvPr>
          <p:cNvGrpSpPr/>
          <p:nvPr/>
        </p:nvGrpSpPr>
        <p:grpSpPr>
          <a:xfrm>
            <a:off x="5863855" y="1069233"/>
            <a:ext cx="1428442" cy="602594"/>
            <a:chOff x="5863855" y="1069233"/>
            <a:chExt cx="1428442" cy="602594"/>
          </a:xfrm>
        </p:grpSpPr>
        <p:sp>
          <p:nvSpPr>
            <p:cNvPr id="102" name="フリーフォーム: 図形 101">
              <a:extLst>
                <a:ext uri="{FF2B5EF4-FFF2-40B4-BE49-F238E27FC236}">
                  <a16:creationId xmlns:a16="http://schemas.microsoft.com/office/drawing/2014/main" id="{C8DCB5FE-EED2-72FC-10C3-C9E9497B3AF5}"/>
                </a:ext>
              </a:extLst>
            </p:cNvPr>
            <p:cNvSpPr/>
            <p:nvPr/>
          </p:nvSpPr>
          <p:spPr>
            <a:xfrm>
              <a:off x="5863855" y="1069233"/>
              <a:ext cx="1428442" cy="602594"/>
            </a:xfrm>
            <a:custGeom>
              <a:avLst/>
              <a:gdLst>
                <a:gd name="connsiteX0" fmla="*/ 1378585 w 1428442"/>
                <a:gd name="connsiteY0" fmla="*/ 82969 h 602594"/>
                <a:gd name="connsiteX1" fmla="*/ 1391226 w 1428442"/>
                <a:gd name="connsiteY1" fmla="*/ 101422 h 602594"/>
                <a:gd name="connsiteX2" fmla="*/ 1393474 w 1428442"/>
                <a:gd name="connsiteY2" fmla="*/ 125410 h 602594"/>
                <a:gd name="connsiteX3" fmla="*/ 1391625 w 1428442"/>
                <a:gd name="connsiteY3" fmla="*/ 136086 h 602594"/>
                <a:gd name="connsiteX4" fmla="*/ 1388994 w 1428442"/>
                <a:gd name="connsiteY4" fmla="*/ 138722 h 602594"/>
                <a:gd name="connsiteX5" fmla="*/ 1357750 w 1428442"/>
                <a:gd name="connsiteY5" fmla="*/ 144192 h 602594"/>
                <a:gd name="connsiteX6" fmla="*/ 1360715 w 1428442"/>
                <a:gd name="connsiteY6" fmla="*/ 156383 h 602594"/>
                <a:gd name="connsiteX7" fmla="*/ 1361847 w 1428442"/>
                <a:gd name="connsiteY7" fmla="*/ 175627 h 602594"/>
                <a:gd name="connsiteX8" fmla="*/ 1364014 w 1428442"/>
                <a:gd name="connsiteY8" fmla="*/ 176155 h 602594"/>
                <a:gd name="connsiteX9" fmla="*/ 1365593 w 1428442"/>
                <a:gd name="connsiteY9" fmla="*/ 191905 h 602594"/>
                <a:gd name="connsiteX10" fmla="*/ 1366581 w 1428442"/>
                <a:gd name="connsiteY10" fmla="*/ 216618 h 602594"/>
                <a:gd name="connsiteX11" fmla="*/ 1370072 w 1428442"/>
                <a:gd name="connsiteY11" fmla="*/ 262729 h 602594"/>
                <a:gd name="connsiteX12" fmla="*/ 1372128 w 1428442"/>
                <a:gd name="connsiteY12" fmla="*/ 267493 h 602594"/>
                <a:gd name="connsiteX13" fmla="*/ 1395976 w 1428442"/>
                <a:gd name="connsiteY13" fmla="*/ 316129 h 602594"/>
                <a:gd name="connsiteX14" fmla="*/ 1400185 w 1428442"/>
                <a:gd name="connsiteY14" fmla="*/ 318556 h 602594"/>
                <a:gd name="connsiteX15" fmla="*/ 1427348 w 1428442"/>
                <a:gd name="connsiteY15" fmla="*/ 475217 h 602594"/>
                <a:gd name="connsiteX16" fmla="*/ 1429070 w 1428442"/>
                <a:gd name="connsiteY16" fmla="*/ 476995 h 602594"/>
                <a:gd name="connsiteX17" fmla="*/ 1427954 w 1428442"/>
                <a:gd name="connsiteY17" fmla="*/ 479510 h 602594"/>
                <a:gd name="connsiteX18" fmla="*/ 1428798 w 1428442"/>
                <a:gd name="connsiteY18" fmla="*/ 482773 h 602594"/>
                <a:gd name="connsiteX19" fmla="*/ 1420318 w 1428442"/>
                <a:gd name="connsiteY19" fmla="*/ 493025 h 602594"/>
                <a:gd name="connsiteX20" fmla="*/ 1412204 w 1428442"/>
                <a:gd name="connsiteY20" fmla="*/ 496567 h 602594"/>
                <a:gd name="connsiteX21" fmla="*/ 1414069 w 1428442"/>
                <a:gd name="connsiteY21" fmla="*/ 503370 h 602594"/>
                <a:gd name="connsiteX22" fmla="*/ 1391417 w 1428442"/>
                <a:gd name="connsiteY22" fmla="*/ 560874 h 602594"/>
                <a:gd name="connsiteX23" fmla="*/ 1316495 w 1428442"/>
                <a:gd name="connsiteY23" fmla="*/ 601875 h 602594"/>
                <a:gd name="connsiteX24" fmla="*/ 1131946 w 1428442"/>
                <a:gd name="connsiteY24" fmla="*/ 581008 h 602594"/>
                <a:gd name="connsiteX25" fmla="*/ 886280 w 1428442"/>
                <a:gd name="connsiteY25" fmla="*/ 460218 h 602594"/>
                <a:gd name="connsiteX26" fmla="*/ 676417 w 1428442"/>
                <a:gd name="connsiteY26" fmla="*/ 267954 h 602594"/>
                <a:gd name="connsiteX27" fmla="*/ 14898 w 1428442"/>
                <a:gd name="connsiteY27" fmla="*/ 385960 h 602594"/>
                <a:gd name="connsiteX28" fmla="*/ 7725 w 1428442"/>
                <a:gd name="connsiteY28" fmla="*/ 341916 h 602594"/>
                <a:gd name="connsiteX29" fmla="*/ 655773 w 1428442"/>
                <a:gd name="connsiteY29" fmla="*/ 220834 h 602594"/>
                <a:gd name="connsiteX30" fmla="*/ 662596 w 1428442"/>
                <a:gd name="connsiteY30" fmla="*/ 91896 h 602594"/>
                <a:gd name="connsiteX31" fmla="*/ 838569 w 1428442"/>
                <a:gd name="connsiteY31" fmla="*/ 933 h 602594"/>
                <a:gd name="connsiteX32" fmla="*/ 888894 w 1428442"/>
                <a:gd name="connsiteY32" fmla="*/ 14725 h 602594"/>
                <a:gd name="connsiteX33" fmla="*/ 893453 w 1428442"/>
                <a:gd name="connsiteY33" fmla="*/ 12489 h 602594"/>
                <a:gd name="connsiteX34" fmla="*/ 902029 w 1428442"/>
                <a:gd name="connsiteY34" fmla="*/ 13608 h 602594"/>
                <a:gd name="connsiteX35" fmla="*/ 906604 w 1428442"/>
                <a:gd name="connsiteY35" fmla="*/ 19479 h 602594"/>
                <a:gd name="connsiteX36" fmla="*/ 906604 w 1428442"/>
                <a:gd name="connsiteY36" fmla="*/ 23021 h 602594"/>
                <a:gd name="connsiteX37" fmla="*/ 919278 w 1428442"/>
                <a:gd name="connsiteY37" fmla="*/ 30942 h 602594"/>
                <a:gd name="connsiteX38" fmla="*/ 925335 w 1428442"/>
                <a:gd name="connsiteY38" fmla="*/ 31409 h 602594"/>
                <a:gd name="connsiteX39" fmla="*/ 929894 w 1428442"/>
                <a:gd name="connsiteY39" fmla="*/ 34578 h 602594"/>
                <a:gd name="connsiteX40" fmla="*/ 953375 w 1428442"/>
                <a:gd name="connsiteY40" fmla="*/ 15618 h 602594"/>
                <a:gd name="connsiteX41" fmla="*/ 971436 w 1428442"/>
                <a:gd name="connsiteY41" fmla="*/ 5864 h 602594"/>
                <a:gd name="connsiteX42" fmla="*/ 979471 w 1428442"/>
                <a:gd name="connsiteY42" fmla="*/ 8105 h 602594"/>
                <a:gd name="connsiteX43" fmla="*/ 993451 w 1428442"/>
                <a:gd name="connsiteY43" fmla="*/ 17463 h 602594"/>
                <a:gd name="connsiteX44" fmla="*/ 998329 w 1428442"/>
                <a:gd name="connsiteY44" fmla="*/ 29852 h 602594"/>
                <a:gd name="connsiteX45" fmla="*/ 1001613 w 1428442"/>
                <a:gd name="connsiteY45" fmla="*/ 58981 h 602594"/>
                <a:gd name="connsiteX46" fmla="*/ 1002282 w 1428442"/>
                <a:gd name="connsiteY46" fmla="*/ 79938 h 602594"/>
                <a:gd name="connsiteX47" fmla="*/ 1047363 w 1428442"/>
                <a:gd name="connsiteY47" fmla="*/ 60167 h 602594"/>
                <a:gd name="connsiteX48" fmla="*/ 1115638 w 1428442"/>
                <a:gd name="connsiteY48" fmla="*/ 56609 h 602594"/>
                <a:gd name="connsiteX49" fmla="*/ 1178366 w 1428442"/>
                <a:gd name="connsiteY49" fmla="*/ 77829 h 602594"/>
                <a:gd name="connsiteX50" fmla="*/ 1192729 w 1428442"/>
                <a:gd name="connsiteY50" fmla="*/ 84024 h 602594"/>
                <a:gd name="connsiteX51" fmla="*/ 1198276 w 1428442"/>
                <a:gd name="connsiteY51" fmla="*/ 84024 h 602594"/>
                <a:gd name="connsiteX52" fmla="*/ 1214345 w 1428442"/>
                <a:gd name="connsiteY52" fmla="*/ 89296 h 602594"/>
                <a:gd name="connsiteX53" fmla="*/ 1245063 w 1428442"/>
                <a:gd name="connsiteY53" fmla="*/ 104452 h 602594"/>
                <a:gd name="connsiteX54" fmla="*/ 1253369 w 1428442"/>
                <a:gd name="connsiteY54" fmla="*/ 107747 h 602594"/>
                <a:gd name="connsiteX55" fmla="*/ 1281440 w 1428442"/>
                <a:gd name="connsiteY55" fmla="*/ 100236 h 602594"/>
                <a:gd name="connsiteX56" fmla="*/ 1378585 w 1428442"/>
                <a:gd name="connsiteY56" fmla="*/ 82969 h 602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1428442" h="602594">
                  <a:moveTo>
                    <a:pt x="1378585" y="82969"/>
                  </a:moveTo>
                  <a:cubicBezTo>
                    <a:pt x="1384371" y="83496"/>
                    <a:pt x="1389648" y="95095"/>
                    <a:pt x="1391226" y="101422"/>
                  </a:cubicBezTo>
                  <a:cubicBezTo>
                    <a:pt x="1392820" y="107747"/>
                    <a:pt x="1393601" y="117897"/>
                    <a:pt x="1393474" y="125410"/>
                  </a:cubicBezTo>
                  <a:cubicBezTo>
                    <a:pt x="1393346" y="132923"/>
                    <a:pt x="1391896" y="135295"/>
                    <a:pt x="1391625" y="136086"/>
                  </a:cubicBezTo>
                  <a:cubicBezTo>
                    <a:pt x="1391369" y="136876"/>
                    <a:pt x="1389982" y="138392"/>
                    <a:pt x="1388994" y="138722"/>
                  </a:cubicBezTo>
                  <a:cubicBezTo>
                    <a:pt x="1388006" y="139052"/>
                    <a:pt x="1357750" y="144192"/>
                    <a:pt x="1357750" y="144192"/>
                  </a:cubicBezTo>
                  <a:cubicBezTo>
                    <a:pt x="1357750" y="144192"/>
                    <a:pt x="1360252" y="152562"/>
                    <a:pt x="1360715" y="156383"/>
                  </a:cubicBezTo>
                  <a:cubicBezTo>
                    <a:pt x="1361177" y="160206"/>
                    <a:pt x="1361847" y="175627"/>
                    <a:pt x="1361847" y="175627"/>
                  </a:cubicBezTo>
                  <a:cubicBezTo>
                    <a:pt x="1361847" y="175627"/>
                    <a:pt x="1363951" y="175693"/>
                    <a:pt x="1364014" y="176155"/>
                  </a:cubicBezTo>
                  <a:cubicBezTo>
                    <a:pt x="1364078" y="176616"/>
                    <a:pt x="1365593" y="191114"/>
                    <a:pt x="1365593" y="191905"/>
                  </a:cubicBezTo>
                  <a:cubicBezTo>
                    <a:pt x="1365593" y="192695"/>
                    <a:pt x="1366581" y="216618"/>
                    <a:pt x="1366581" y="216618"/>
                  </a:cubicBezTo>
                  <a:lnTo>
                    <a:pt x="1370072" y="262729"/>
                  </a:lnTo>
                  <a:cubicBezTo>
                    <a:pt x="1370072" y="262729"/>
                    <a:pt x="1370407" y="264331"/>
                    <a:pt x="1372128" y="267493"/>
                  </a:cubicBezTo>
                  <a:cubicBezTo>
                    <a:pt x="1373834" y="270658"/>
                    <a:pt x="1395450" y="314811"/>
                    <a:pt x="1395976" y="316129"/>
                  </a:cubicBezTo>
                  <a:cubicBezTo>
                    <a:pt x="1396503" y="317448"/>
                    <a:pt x="1399706" y="316692"/>
                    <a:pt x="1400185" y="318556"/>
                  </a:cubicBezTo>
                  <a:cubicBezTo>
                    <a:pt x="1400647" y="320419"/>
                    <a:pt x="1427348" y="475217"/>
                    <a:pt x="1427348" y="475217"/>
                  </a:cubicBezTo>
                  <a:cubicBezTo>
                    <a:pt x="1427348" y="475217"/>
                    <a:pt x="1428512" y="475876"/>
                    <a:pt x="1429070" y="476995"/>
                  </a:cubicBezTo>
                  <a:cubicBezTo>
                    <a:pt x="1429627" y="478112"/>
                    <a:pt x="1426742" y="478485"/>
                    <a:pt x="1427954" y="479510"/>
                  </a:cubicBezTo>
                  <a:cubicBezTo>
                    <a:pt x="1429165" y="480537"/>
                    <a:pt x="1429261" y="481935"/>
                    <a:pt x="1428798" y="482773"/>
                  </a:cubicBezTo>
                  <a:cubicBezTo>
                    <a:pt x="1428320" y="483612"/>
                    <a:pt x="1421705" y="492559"/>
                    <a:pt x="1420318" y="493025"/>
                  </a:cubicBezTo>
                  <a:cubicBezTo>
                    <a:pt x="1418915" y="493490"/>
                    <a:pt x="1413686" y="493677"/>
                    <a:pt x="1412204" y="496567"/>
                  </a:cubicBezTo>
                  <a:cubicBezTo>
                    <a:pt x="1410706" y="499455"/>
                    <a:pt x="1414627" y="498896"/>
                    <a:pt x="1414069" y="503370"/>
                  </a:cubicBezTo>
                  <a:cubicBezTo>
                    <a:pt x="1413511" y="507843"/>
                    <a:pt x="1406704" y="547085"/>
                    <a:pt x="1391417" y="560874"/>
                  </a:cubicBezTo>
                  <a:cubicBezTo>
                    <a:pt x="1376130" y="574663"/>
                    <a:pt x="1366071" y="597028"/>
                    <a:pt x="1316495" y="601875"/>
                  </a:cubicBezTo>
                  <a:cubicBezTo>
                    <a:pt x="1266902" y="606721"/>
                    <a:pt x="1166251" y="592182"/>
                    <a:pt x="1131946" y="581008"/>
                  </a:cubicBezTo>
                  <a:cubicBezTo>
                    <a:pt x="1097657" y="569817"/>
                    <a:pt x="970528" y="519866"/>
                    <a:pt x="886280" y="460218"/>
                  </a:cubicBezTo>
                  <a:cubicBezTo>
                    <a:pt x="802032" y="400570"/>
                    <a:pt x="709973" y="338785"/>
                    <a:pt x="676417" y="267954"/>
                  </a:cubicBezTo>
                  <a:cubicBezTo>
                    <a:pt x="675731" y="266483"/>
                    <a:pt x="17130" y="387193"/>
                    <a:pt x="14898" y="385960"/>
                  </a:cubicBezTo>
                  <a:cubicBezTo>
                    <a:pt x="-7148" y="373844"/>
                    <a:pt x="1492" y="344670"/>
                    <a:pt x="7725" y="341916"/>
                  </a:cubicBezTo>
                  <a:cubicBezTo>
                    <a:pt x="9415" y="341173"/>
                    <a:pt x="656395" y="222510"/>
                    <a:pt x="655773" y="220834"/>
                  </a:cubicBezTo>
                  <a:cubicBezTo>
                    <a:pt x="640884" y="180547"/>
                    <a:pt x="641522" y="151265"/>
                    <a:pt x="662596" y="91896"/>
                  </a:cubicBezTo>
                  <a:cubicBezTo>
                    <a:pt x="690939" y="12116"/>
                    <a:pt x="805762" y="-3541"/>
                    <a:pt x="838569" y="933"/>
                  </a:cubicBezTo>
                  <a:cubicBezTo>
                    <a:pt x="871375" y="5406"/>
                    <a:pt x="888894" y="14725"/>
                    <a:pt x="888894" y="14725"/>
                  </a:cubicBezTo>
                  <a:cubicBezTo>
                    <a:pt x="888894" y="14725"/>
                    <a:pt x="890568" y="13235"/>
                    <a:pt x="893453" y="12489"/>
                  </a:cubicBezTo>
                  <a:cubicBezTo>
                    <a:pt x="896339" y="11745"/>
                    <a:pt x="898490" y="11464"/>
                    <a:pt x="902029" y="13608"/>
                  </a:cubicBezTo>
                  <a:cubicBezTo>
                    <a:pt x="905568" y="15752"/>
                    <a:pt x="906604" y="18081"/>
                    <a:pt x="906604" y="19479"/>
                  </a:cubicBezTo>
                  <a:lnTo>
                    <a:pt x="906604" y="23021"/>
                  </a:lnTo>
                  <a:cubicBezTo>
                    <a:pt x="906604" y="23021"/>
                    <a:pt x="918895" y="31036"/>
                    <a:pt x="919278" y="30942"/>
                  </a:cubicBezTo>
                  <a:cubicBezTo>
                    <a:pt x="919644" y="30850"/>
                    <a:pt x="925335" y="31409"/>
                    <a:pt x="925335" y="31409"/>
                  </a:cubicBezTo>
                  <a:lnTo>
                    <a:pt x="929894" y="34578"/>
                  </a:lnTo>
                  <a:cubicBezTo>
                    <a:pt x="929894" y="34578"/>
                    <a:pt x="945995" y="20362"/>
                    <a:pt x="953375" y="15618"/>
                  </a:cubicBezTo>
                  <a:cubicBezTo>
                    <a:pt x="960756" y="10873"/>
                    <a:pt x="966829" y="6655"/>
                    <a:pt x="971436" y="5864"/>
                  </a:cubicBezTo>
                  <a:cubicBezTo>
                    <a:pt x="976043" y="5073"/>
                    <a:pt x="979471" y="8105"/>
                    <a:pt x="979471" y="8105"/>
                  </a:cubicBezTo>
                  <a:cubicBezTo>
                    <a:pt x="979471" y="8105"/>
                    <a:pt x="991601" y="14826"/>
                    <a:pt x="993451" y="17463"/>
                  </a:cubicBezTo>
                  <a:cubicBezTo>
                    <a:pt x="995300" y="20099"/>
                    <a:pt x="997277" y="23657"/>
                    <a:pt x="998329" y="29852"/>
                  </a:cubicBezTo>
                  <a:cubicBezTo>
                    <a:pt x="999381" y="36047"/>
                    <a:pt x="1002011" y="45932"/>
                    <a:pt x="1001613" y="58981"/>
                  </a:cubicBezTo>
                  <a:cubicBezTo>
                    <a:pt x="1001230" y="72030"/>
                    <a:pt x="1002282" y="79938"/>
                    <a:pt x="1002282" y="79938"/>
                  </a:cubicBezTo>
                  <a:cubicBezTo>
                    <a:pt x="1002282" y="79938"/>
                    <a:pt x="1031406" y="65043"/>
                    <a:pt x="1047363" y="60167"/>
                  </a:cubicBezTo>
                  <a:cubicBezTo>
                    <a:pt x="1063304" y="55290"/>
                    <a:pt x="1094023" y="52786"/>
                    <a:pt x="1115638" y="56609"/>
                  </a:cubicBezTo>
                  <a:cubicBezTo>
                    <a:pt x="1137238" y="60431"/>
                    <a:pt x="1165852" y="70975"/>
                    <a:pt x="1178366" y="77829"/>
                  </a:cubicBezTo>
                  <a:cubicBezTo>
                    <a:pt x="1190896" y="84682"/>
                    <a:pt x="1192729" y="84024"/>
                    <a:pt x="1192729" y="84024"/>
                  </a:cubicBezTo>
                  <a:cubicBezTo>
                    <a:pt x="1192729" y="84024"/>
                    <a:pt x="1195104" y="83760"/>
                    <a:pt x="1198276" y="84024"/>
                  </a:cubicBezTo>
                  <a:cubicBezTo>
                    <a:pt x="1201432" y="84287"/>
                    <a:pt x="1214345" y="89296"/>
                    <a:pt x="1214345" y="89296"/>
                  </a:cubicBezTo>
                  <a:cubicBezTo>
                    <a:pt x="1214345" y="89296"/>
                    <a:pt x="1238735" y="100499"/>
                    <a:pt x="1245063" y="104452"/>
                  </a:cubicBezTo>
                  <a:cubicBezTo>
                    <a:pt x="1251391" y="108407"/>
                    <a:pt x="1253369" y="107747"/>
                    <a:pt x="1253369" y="107747"/>
                  </a:cubicBezTo>
                  <a:cubicBezTo>
                    <a:pt x="1253369" y="107747"/>
                    <a:pt x="1262072" y="103794"/>
                    <a:pt x="1281440" y="100236"/>
                  </a:cubicBezTo>
                  <a:cubicBezTo>
                    <a:pt x="1300809" y="96676"/>
                    <a:pt x="1378585" y="82969"/>
                    <a:pt x="1378585" y="82969"/>
                  </a:cubicBezTo>
                  <a:close/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7" name="フリーフォーム: 図形 116">
              <a:extLst>
                <a:ext uri="{FF2B5EF4-FFF2-40B4-BE49-F238E27FC236}">
                  <a16:creationId xmlns:a16="http://schemas.microsoft.com/office/drawing/2014/main" id="{2E23B616-4CC3-B83B-9D20-F5BD6C1B45A3}"/>
                </a:ext>
              </a:extLst>
            </p:cNvPr>
            <p:cNvSpPr/>
            <p:nvPr/>
          </p:nvSpPr>
          <p:spPr>
            <a:xfrm>
              <a:off x="6518928" y="1176667"/>
              <a:ext cx="597595" cy="113161"/>
            </a:xfrm>
            <a:custGeom>
              <a:avLst/>
              <a:gdLst>
                <a:gd name="connsiteX0" fmla="*/ 742 w 597595"/>
                <a:gd name="connsiteY0" fmla="*/ 113377 h 113161"/>
                <a:gd name="connsiteX1" fmla="*/ 565466 w 597595"/>
                <a:gd name="connsiteY1" fmla="*/ 10906 h 113161"/>
                <a:gd name="connsiteX2" fmla="*/ 586716 w 597595"/>
                <a:gd name="connsiteY2" fmla="*/ 3636 h 113161"/>
                <a:gd name="connsiteX3" fmla="*/ 598337 w 597595"/>
                <a:gd name="connsiteY3" fmla="*/ 290 h 11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7595" h="113161">
                  <a:moveTo>
                    <a:pt x="742" y="113377"/>
                  </a:moveTo>
                  <a:cubicBezTo>
                    <a:pt x="742" y="113377"/>
                    <a:pt x="560621" y="13329"/>
                    <a:pt x="565466" y="10906"/>
                  </a:cubicBezTo>
                  <a:cubicBezTo>
                    <a:pt x="570312" y="8483"/>
                    <a:pt x="578889" y="7855"/>
                    <a:pt x="586716" y="3636"/>
                  </a:cubicBezTo>
                  <a:cubicBezTo>
                    <a:pt x="594527" y="-582"/>
                    <a:pt x="598337" y="290"/>
                    <a:pt x="598337" y="290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8" name="フリーフォーム: 図形 117">
              <a:extLst>
                <a:ext uri="{FF2B5EF4-FFF2-40B4-BE49-F238E27FC236}">
                  <a16:creationId xmlns:a16="http://schemas.microsoft.com/office/drawing/2014/main" id="{3F19FFC8-8FD9-456D-B661-4BC2F7457431}"/>
                </a:ext>
              </a:extLst>
            </p:cNvPr>
            <p:cNvSpPr/>
            <p:nvPr/>
          </p:nvSpPr>
          <p:spPr>
            <a:xfrm>
              <a:off x="6539571" y="1229297"/>
              <a:ext cx="735787" cy="347168"/>
            </a:xfrm>
            <a:custGeom>
              <a:avLst/>
              <a:gdLst>
                <a:gd name="connsiteX0" fmla="*/ 757 w 735787"/>
                <a:gd name="connsiteY0" fmla="*/ 107896 h 347168"/>
                <a:gd name="connsiteX1" fmla="*/ 547262 w 735787"/>
                <a:gd name="connsiteY1" fmla="*/ 4904 h 347168"/>
                <a:gd name="connsiteX2" fmla="*/ 590494 w 735787"/>
                <a:gd name="connsiteY2" fmla="*/ 3414 h 347168"/>
                <a:gd name="connsiteX3" fmla="*/ 617721 w 735787"/>
                <a:gd name="connsiteY3" fmla="*/ 245 h 347168"/>
                <a:gd name="connsiteX4" fmla="*/ 617896 w 735787"/>
                <a:gd name="connsiteY4" fmla="*/ 20190 h 347168"/>
                <a:gd name="connsiteX5" fmla="*/ 612875 w 735787"/>
                <a:gd name="connsiteY5" fmla="*/ 23173 h 347168"/>
                <a:gd name="connsiteX6" fmla="*/ 612684 w 735787"/>
                <a:gd name="connsiteY6" fmla="*/ 44793 h 347168"/>
                <a:gd name="connsiteX7" fmla="*/ 611010 w 735787"/>
                <a:gd name="connsiteY7" fmla="*/ 48522 h 347168"/>
                <a:gd name="connsiteX8" fmla="*/ 611568 w 735787"/>
                <a:gd name="connsiteY8" fmla="*/ 56537 h 347168"/>
                <a:gd name="connsiteX9" fmla="*/ 615106 w 735787"/>
                <a:gd name="connsiteY9" fmla="*/ 58773 h 347168"/>
                <a:gd name="connsiteX10" fmla="*/ 611568 w 735787"/>
                <a:gd name="connsiteY10" fmla="*/ 73500 h 347168"/>
                <a:gd name="connsiteX11" fmla="*/ 602434 w 735787"/>
                <a:gd name="connsiteY11" fmla="*/ 96426 h 347168"/>
                <a:gd name="connsiteX12" fmla="*/ 596472 w 735787"/>
                <a:gd name="connsiteY12" fmla="*/ 105933 h 347168"/>
                <a:gd name="connsiteX13" fmla="*/ 582300 w 735787"/>
                <a:gd name="connsiteY13" fmla="*/ 140417 h 347168"/>
                <a:gd name="connsiteX14" fmla="*/ 574282 w 735787"/>
                <a:gd name="connsiteY14" fmla="*/ 163343 h 347168"/>
                <a:gd name="connsiteX15" fmla="*/ 571859 w 735787"/>
                <a:gd name="connsiteY15" fmla="*/ 165393 h 347168"/>
                <a:gd name="connsiteX16" fmla="*/ 559935 w 735787"/>
                <a:gd name="connsiteY16" fmla="*/ 238089 h 347168"/>
                <a:gd name="connsiteX17" fmla="*/ 563107 w 735787"/>
                <a:gd name="connsiteY17" fmla="*/ 248527 h 347168"/>
                <a:gd name="connsiteX18" fmla="*/ 571110 w 735787"/>
                <a:gd name="connsiteY18" fmla="*/ 287298 h 347168"/>
                <a:gd name="connsiteX19" fmla="*/ 602992 w 735787"/>
                <a:gd name="connsiteY19" fmla="*/ 329797 h 347168"/>
                <a:gd name="connsiteX20" fmla="*/ 642127 w 735787"/>
                <a:gd name="connsiteY20" fmla="*/ 346387 h 347168"/>
                <a:gd name="connsiteX21" fmla="*/ 667297 w 735787"/>
                <a:gd name="connsiteY21" fmla="*/ 346014 h 347168"/>
                <a:gd name="connsiteX22" fmla="*/ 667664 w 735787"/>
                <a:gd name="connsiteY22" fmla="*/ 330357 h 347168"/>
                <a:gd name="connsiteX23" fmla="*/ 661702 w 735787"/>
                <a:gd name="connsiteY23" fmla="*/ 321036 h 347168"/>
                <a:gd name="connsiteX24" fmla="*/ 651819 w 735787"/>
                <a:gd name="connsiteY24" fmla="*/ 321782 h 347168"/>
                <a:gd name="connsiteX25" fmla="*/ 612492 w 735787"/>
                <a:gd name="connsiteY25" fmla="*/ 283570 h 347168"/>
                <a:gd name="connsiteX26" fmla="*/ 600186 w 735787"/>
                <a:gd name="connsiteY26" fmla="*/ 251323 h 347168"/>
                <a:gd name="connsiteX27" fmla="*/ 603550 w 735787"/>
                <a:gd name="connsiteY27" fmla="*/ 242004 h 347168"/>
                <a:gd name="connsiteX28" fmla="*/ 620320 w 735787"/>
                <a:gd name="connsiteY28" fmla="*/ 189438 h 347168"/>
                <a:gd name="connsiteX29" fmla="*/ 626664 w 735787"/>
                <a:gd name="connsiteY29" fmla="*/ 187015 h 347168"/>
                <a:gd name="connsiteX30" fmla="*/ 642127 w 735787"/>
                <a:gd name="connsiteY30" fmla="*/ 274997 h 347168"/>
                <a:gd name="connsiteX31" fmla="*/ 646415 w 735787"/>
                <a:gd name="connsiteY31" fmla="*/ 290281 h 347168"/>
                <a:gd name="connsiteX32" fmla="*/ 646048 w 735787"/>
                <a:gd name="connsiteY32" fmla="*/ 302396 h 347168"/>
                <a:gd name="connsiteX33" fmla="*/ 651452 w 735787"/>
                <a:gd name="connsiteY33" fmla="*/ 304075 h 347168"/>
                <a:gd name="connsiteX34" fmla="*/ 655373 w 735787"/>
                <a:gd name="connsiteY34" fmla="*/ 311717 h 347168"/>
                <a:gd name="connsiteX35" fmla="*/ 669163 w 735787"/>
                <a:gd name="connsiteY35" fmla="*/ 332593 h 347168"/>
                <a:gd name="connsiteX36" fmla="*/ 674200 w 735787"/>
                <a:gd name="connsiteY36" fmla="*/ 336693 h 347168"/>
                <a:gd name="connsiteX37" fmla="*/ 689296 w 735787"/>
                <a:gd name="connsiteY37" fmla="*/ 338185 h 347168"/>
                <a:gd name="connsiteX38" fmla="*/ 732544 w 735787"/>
                <a:gd name="connsiteY38" fmla="*/ 340235 h 347168"/>
                <a:gd name="connsiteX39" fmla="*/ 736545 w 735787"/>
                <a:gd name="connsiteY39" fmla="*/ 336508 h 34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735787" h="347168">
                  <a:moveTo>
                    <a:pt x="757" y="107896"/>
                  </a:moveTo>
                  <a:cubicBezTo>
                    <a:pt x="757" y="107896"/>
                    <a:pt x="538861" y="5091"/>
                    <a:pt x="547262" y="4904"/>
                  </a:cubicBezTo>
                  <a:cubicBezTo>
                    <a:pt x="555647" y="4718"/>
                    <a:pt x="574090" y="6023"/>
                    <a:pt x="590494" y="3414"/>
                  </a:cubicBezTo>
                  <a:cubicBezTo>
                    <a:pt x="606897" y="804"/>
                    <a:pt x="617721" y="245"/>
                    <a:pt x="617721" y="245"/>
                  </a:cubicBezTo>
                  <a:lnTo>
                    <a:pt x="617896" y="20190"/>
                  </a:lnTo>
                  <a:cubicBezTo>
                    <a:pt x="617896" y="20190"/>
                    <a:pt x="612875" y="20748"/>
                    <a:pt x="612875" y="23173"/>
                  </a:cubicBezTo>
                  <a:cubicBezTo>
                    <a:pt x="612875" y="25596"/>
                    <a:pt x="613242" y="43676"/>
                    <a:pt x="612684" y="44793"/>
                  </a:cubicBezTo>
                  <a:cubicBezTo>
                    <a:pt x="612126" y="45912"/>
                    <a:pt x="611010" y="46472"/>
                    <a:pt x="611010" y="48522"/>
                  </a:cubicBezTo>
                  <a:cubicBezTo>
                    <a:pt x="611010" y="50572"/>
                    <a:pt x="611010" y="55233"/>
                    <a:pt x="611568" y="56537"/>
                  </a:cubicBezTo>
                  <a:cubicBezTo>
                    <a:pt x="612126" y="57842"/>
                    <a:pt x="615106" y="57656"/>
                    <a:pt x="615106" y="58773"/>
                  </a:cubicBezTo>
                  <a:cubicBezTo>
                    <a:pt x="615106" y="59893"/>
                    <a:pt x="612301" y="71821"/>
                    <a:pt x="611568" y="73500"/>
                  </a:cubicBezTo>
                  <a:cubicBezTo>
                    <a:pt x="610819" y="75177"/>
                    <a:pt x="602434" y="96426"/>
                    <a:pt x="602434" y="96426"/>
                  </a:cubicBezTo>
                  <a:cubicBezTo>
                    <a:pt x="602434" y="96426"/>
                    <a:pt x="598145" y="102391"/>
                    <a:pt x="596472" y="105933"/>
                  </a:cubicBezTo>
                  <a:cubicBezTo>
                    <a:pt x="594782" y="109474"/>
                    <a:pt x="588820" y="119912"/>
                    <a:pt x="582300" y="140417"/>
                  </a:cubicBezTo>
                  <a:cubicBezTo>
                    <a:pt x="575780" y="160920"/>
                    <a:pt x="575222" y="163156"/>
                    <a:pt x="574282" y="163343"/>
                  </a:cubicBezTo>
                  <a:cubicBezTo>
                    <a:pt x="573357" y="163530"/>
                    <a:pt x="572608" y="163343"/>
                    <a:pt x="571859" y="165393"/>
                  </a:cubicBezTo>
                  <a:cubicBezTo>
                    <a:pt x="571110" y="167445"/>
                    <a:pt x="560110" y="233243"/>
                    <a:pt x="559935" y="238089"/>
                  </a:cubicBezTo>
                  <a:cubicBezTo>
                    <a:pt x="559744" y="242936"/>
                    <a:pt x="563474" y="243494"/>
                    <a:pt x="563107" y="248527"/>
                  </a:cubicBezTo>
                  <a:cubicBezTo>
                    <a:pt x="562725" y="253561"/>
                    <a:pt x="566821" y="278351"/>
                    <a:pt x="571110" y="287298"/>
                  </a:cubicBezTo>
                  <a:cubicBezTo>
                    <a:pt x="575398" y="296246"/>
                    <a:pt x="593108" y="323274"/>
                    <a:pt x="602992" y="329797"/>
                  </a:cubicBezTo>
                  <a:cubicBezTo>
                    <a:pt x="612875" y="336322"/>
                    <a:pt x="622933" y="344708"/>
                    <a:pt x="642127" y="346387"/>
                  </a:cubicBezTo>
                  <a:cubicBezTo>
                    <a:pt x="661336" y="348064"/>
                    <a:pt x="667489" y="347504"/>
                    <a:pt x="667297" y="346014"/>
                  </a:cubicBezTo>
                  <a:cubicBezTo>
                    <a:pt x="667106" y="344523"/>
                    <a:pt x="668222" y="332220"/>
                    <a:pt x="667664" y="330357"/>
                  </a:cubicBezTo>
                  <a:cubicBezTo>
                    <a:pt x="667106" y="328493"/>
                    <a:pt x="663376" y="321595"/>
                    <a:pt x="661702" y="321036"/>
                  </a:cubicBezTo>
                  <a:cubicBezTo>
                    <a:pt x="660028" y="320478"/>
                    <a:pt x="654800" y="323087"/>
                    <a:pt x="651819" y="321782"/>
                  </a:cubicBezTo>
                  <a:cubicBezTo>
                    <a:pt x="648838" y="320478"/>
                    <a:pt x="620511" y="300719"/>
                    <a:pt x="612492" y="283570"/>
                  </a:cubicBezTo>
                  <a:cubicBezTo>
                    <a:pt x="604474" y="266422"/>
                    <a:pt x="600760" y="258593"/>
                    <a:pt x="600186" y="251323"/>
                  </a:cubicBezTo>
                  <a:cubicBezTo>
                    <a:pt x="599628" y="244054"/>
                    <a:pt x="603550" y="242004"/>
                    <a:pt x="603550" y="242004"/>
                  </a:cubicBezTo>
                  <a:lnTo>
                    <a:pt x="620320" y="189438"/>
                  </a:lnTo>
                  <a:lnTo>
                    <a:pt x="626664" y="187015"/>
                  </a:lnTo>
                  <a:lnTo>
                    <a:pt x="642127" y="274997"/>
                  </a:lnTo>
                  <a:cubicBezTo>
                    <a:pt x="642127" y="274997"/>
                    <a:pt x="646239" y="288417"/>
                    <a:pt x="646415" y="290281"/>
                  </a:cubicBezTo>
                  <a:cubicBezTo>
                    <a:pt x="646606" y="292145"/>
                    <a:pt x="644550" y="302769"/>
                    <a:pt x="646048" y="302396"/>
                  </a:cubicBezTo>
                  <a:cubicBezTo>
                    <a:pt x="647530" y="302023"/>
                    <a:pt x="651452" y="304075"/>
                    <a:pt x="651452" y="304075"/>
                  </a:cubicBezTo>
                  <a:cubicBezTo>
                    <a:pt x="651452" y="304075"/>
                    <a:pt x="652951" y="309667"/>
                    <a:pt x="655373" y="311717"/>
                  </a:cubicBezTo>
                  <a:cubicBezTo>
                    <a:pt x="657797" y="313767"/>
                    <a:pt x="668047" y="331661"/>
                    <a:pt x="669163" y="332593"/>
                  </a:cubicBezTo>
                  <a:cubicBezTo>
                    <a:pt x="670278" y="333526"/>
                    <a:pt x="670470" y="336693"/>
                    <a:pt x="674200" y="336693"/>
                  </a:cubicBezTo>
                  <a:cubicBezTo>
                    <a:pt x="677914" y="336693"/>
                    <a:pt x="687240" y="335949"/>
                    <a:pt x="689296" y="338185"/>
                  </a:cubicBezTo>
                  <a:cubicBezTo>
                    <a:pt x="691336" y="340422"/>
                    <a:pt x="732544" y="340235"/>
                    <a:pt x="732544" y="340235"/>
                  </a:cubicBezTo>
                  <a:lnTo>
                    <a:pt x="736545" y="336508"/>
                  </a:ln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9" name="フリーフォーム: 図形 118">
              <a:extLst>
                <a:ext uri="{FF2B5EF4-FFF2-40B4-BE49-F238E27FC236}">
                  <a16:creationId xmlns:a16="http://schemas.microsoft.com/office/drawing/2014/main" id="{31D123D7-7076-D67F-5BFF-879737427A7C}"/>
                </a:ext>
              </a:extLst>
            </p:cNvPr>
            <p:cNvSpPr/>
            <p:nvPr/>
          </p:nvSpPr>
          <p:spPr>
            <a:xfrm>
              <a:off x="6838063" y="1148932"/>
              <a:ext cx="258587" cy="131724"/>
            </a:xfrm>
            <a:custGeom>
              <a:avLst/>
              <a:gdLst>
                <a:gd name="connsiteX0" fmla="*/ 28141 w 258587"/>
                <a:gd name="connsiteY0" fmla="*/ 212 h 131724"/>
                <a:gd name="connsiteX1" fmla="*/ 7577 w 258587"/>
                <a:gd name="connsiteY1" fmla="*/ 28944 h 131724"/>
                <a:gd name="connsiteX2" fmla="*/ 3481 w 258587"/>
                <a:gd name="connsiteY2" fmla="*/ 74425 h 131724"/>
                <a:gd name="connsiteX3" fmla="*/ 26595 w 258587"/>
                <a:gd name="connsiteY3" fmla="*/ 105741 h 131724"/>
                <a:gd name="connsiteX4" fmla="*/ 81017 w 258587"/>
                <a:gd name="connsiteY4" fmla="*/ 131090 h 131724"/>
                <a:gd name="connsiteX5" fmla="*/ 155573 w 258587"/>
                <a:gd name="connsiteY5" fmla="*/ 123262 h 131724"/>
                <a:gd name="connsiteX6" fmla="*/ 186435 w 258587"/>
                <a:gd name="connsiteY6" fmla="*/ 110531 h 131724"/>
                <a:gd name="connsiteX7" fmla="*/ 157725 w 258587"/>
                <a:gd name="connsiteY7" fmla="*/ 86169 h 131724"/>
                <a:gd name="connsiteX8" fmla="*/ 158841 w 258587"/>
                <a:gd name="connsiteY8" fmla="*/ 71257 h 131724"/>
                <a:gd name="connsiteX9" fmla="*/ 194071 w 258587"/>
                <a:gd name="connsiteY9" fmla="*/ 27732 h 131724"/>
                <a:gd name="connsiteX10" fmla="*/ 222302 w 258587"/>
                <a:gd name="connsiteY10" fmla="*/ 17854 h 131724"/>
                <a:gd name="connsiteX11" fmla="*/ 244588 w 258587"/>
                <a:gd name="connsiteY11" fmla="*/ 29038 h 131724"/>
                <a:gd name="connsiteX12" fmla="*/ 259190 w 258587"/>
                <a:gd name="connsiteY12" fmla="*/ 37840 h 131724"/>
                <a:gd name="connsiteX13" fmla="*/ 255507 w 258587"/>
                <a:gd name="connsiteY13" fmla="*/ 26637 h 131724"/>
                <a:gd name="connsiteX14" fmla="*/ 239152 w 258587"/>
                <a:gd name="connsiteY14" fmla="*/ 15896 h 131724"/>
                <a:gd name="connsiteX15" fmla="*/ 223992 w 258587"/>
                <a:gd name="connsiteY15" fmla="*/ 7790 h 131724"/>
                <a:gd name="connsiteX16" fmla="*/ 216914 w 258587"/>
                <a:gd name="connsiteY16" fmla="*/ 4026 h 131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8587" h="131724">
                  <a:moveTo>
                    <a:pt x="28141" y="212"/>
                  </a:moveTo>
                  <a:cubicBezTo>
                    <a:pt x="28141" y="212"/>
                    <a:pt x="15404" y="14033"/>
                    <a:pt x="7577" y="28944"/>
                  </a:cubicBezTo>
                  <a:cubicBezTo>
                    <a:pt x="-250" y="43857"/>
                    <a:pt x="-919" y="66305"/>
                    <a:pt x="3481" y="74425"/>
                  </a:cubicBezTo>
                  <a:cubicBezTo>
                    <a:pt x="7864" y="82547"/>
                    <a:pt x="12424" y="97166"/>
                    <a:pt x="26595" y="105741"/>
                  </a:cubicBezTo>
                  <a:cubicBezTo>
                    <a:pt x="40750" y="114314"/>
                    <a:pt x="57536" y="127736"/>
                    <a:pt x="81017" y="131090"/>
                  </a:cubicBezTo>
                  <a:cubicBezTo>
                    <a:pt x="104499" y="134446"/>
                    <a:pt x="146997" y="126990"/>
                    <a:pt x="155573" y="123262"/>
                  </a:cubicBezTo>
                  <a:cubicBezTo>
                    <a:pt x="164149" y="119535"/>
                    <a:pt x="185909" y="112640"/>
                    <a:pt x="186435" y="110531"/>
                  </a:cubicBezTo>
                  <a:cubicBezTo>
                    <a:pt x="186961" y="108422"/>
                    <a:pt x="161440" y="94370"/>
                    <a:pt x="157725" y="86169"/>
                  </a:cubicBezTo>
                  <a:cubicBezTo>
                    <a:pt x="153995" y="77967"/>
                    <a:pt x="156880" y="74519"/>
                    <a:pt x="158841" y="71257"/>
                  </a:cubicBezTo>
                  <a:cubicBezTo>
                    <a:pt x="160802" y="67994"/>
                    <a:pt x="174591" y="39941"/>
                    <a:pt x="194071" y="27732"/>
                  </a:cubicBezTo>
                  <a:cubicBezTo>
                    <a:pt x="213550" y="15523"/>
                    <a:pt x="220820" y="17667"/>
                    <a:pt x="222302" y="17854"/>
                  </a:cubicBezTo>
                  <a:cubicBezTo>
                    <a:pt x="223801" y="18040"/>
                    <a:pt x="241782" y="27546"/>
                    <a:pt x="244588" y="29038"/>
                  </a:cubicBezTo>
                  <a:cubicBezTo>
                    <a:pt x="247377" y="30528"/>
                    <a:pt x="258600" y="39621"/>
                    <a:pt x="259190" y="37840"/>
                  </a:cubicBezTo>
                  <a:cubicBezTo>
                    <a:pt x="259780" y="36061"/>
                    <a:pt x="258855" y="29076"/>
                    <a:pt x="255507" y="26637"/>
                  </a:cubicBezTo>
                  <a:cubicBezTo>
                    <a:pt x="252144" y="24200"/>
                    <a:pt x="241527" y="17280"/>
                    <a:pt x="239152" y="15896"/>
                  </a:cubicBezTo>
                  <a:cubicBezTo>
                    <a:pt x="236776" y="14512"/>
                    <a:pt x="226367" y="8713"/>
                    <a:pt x="223992" y="7790"/>
                  </a:cubicBezTo>
                  <a:cubicBezTo>
                    <a:pt x="221633" y="6867"/>
                    <a:pt x="216914" y="4026"/>
                    <a:pt x="216914" y="4026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0" name="フリーフォーム: 図形 119">
              <a:extLst>
                <a:ext uri="{FF2B5EF4-FFF2-40B4-BE49-F238E27FC236}">
                  <a16:creationId xmlns:a16="http://schemas.microsoft.com/office/drawing/2014/main" id="{A17AE854-895F-FF48-A4D9-24CE1AB5F138}"/>
                </a:ext>
              </a:extLst>
            </p:cNvPr>
            <p:cNvSpPr/>
            <p:nvPr/>
          </p:nvSpPr>
          <p:spPr>
            <a:xfrm>
              <a:off x="6772337" y="1103572"/>
              <a:ext cx="362948" cy="329423"/>
            </a:xfrm>
            <a:custGeom>
              <a:avLst/>
              <a:gdLst>
                <a:gd name="connsiteX0" fmla="*/ 21477 w 362948"/>
                <a:gd name="connsiteY0" fmla="*/ 221 h 329423"/>
                <a:gd name="connsiteX1" fmla="*/ 7497 w 362948"/>
                <a:gd name="connsiteY1" fmla="*/ 13548 h 329423"/>
                <a:gd name="connsiteX2" fmla="*/ 786 w 362948"/>
                <a:gd name="connsiteY2" fmla="*/ 45981 h 329423"/>
                <a:gd name="connsiteX3" fmla="*/ 6939 w 362948"/>
                <a:gd name="connsiteY3" fmla="*/ 84193 h 329423"/>
                <a:gd name="connsiteX4" fmla="*/ 16822 w 362948"/>
                <a:gd name="connsiteY4" fmla="*/ 95563 h 329423"/>
                <a:gd name="connsiteX5" fmla="*/ 30803 w 362948"/>
                <a:gd name="connsiteY5" fmla="*/ 106560 h 329423"/>
                <a:gd name="connsiteX6" fmla="*/ 41610 w 362948"/>
                <a:gd name="connsiteY6" fmla="*/ 121846 h 329423"/>
                <a:gd name="connsiteX7" fmla="*/ 60628 w 362948"/>
                <a:gd name="connsiteY7" fmla="*/ 139740 h 329423"/>
                <a:gd name="connsiteX8" fmla="*/ 63418 w 362948"/>
                <a:gd name="connsiteY8" fmla="*/ 160989 h 329423"/>
                <a:gd name="connsiteX9" fmla="*/ 67339 w 362948"/>
                <a:gd name="connsiteY9" fmla="*/ 164904 h 329423"/>
                <a:gd name="connsiteX10" fmla="*/ 68647 w 362948"/>
                <a:gd name="connsiteY10" fmla="*/ 183730 h 329423"/>
                <a:gd name="connsiteX11" fmla="*/ 102378 w 362948"/>
                <a:gd name="connsiteY11" fmla="*/ 232379 h 329423"/>
                <a:gd name="connsiteX12" fmla="*/ 129780 w 362948"/>
                <a:gd name="connsiteY12" fmla="*/ 256797 h 329423"/>
                <a:gd name="connsiteX13" fmla="*/ 153819 w 362948"/>
                <a:gd name="connsiteY13" fmla="*/ 233685 h 329423"/>
                <a:gd name="connsiteX14" fmla="*/ 198183 w 362948"/>
                <a:gd name="connsiteY14" fmla="*/ 244309 h 329423"/>
                <a:gd name="connsiteX15" fmla="*/ 250373 w 362948"/>
                <a:gd name="connsiteY15" fmla="*/ 283452 h 329423"/>
                <a:gd name="connsiteX16" fmla="*/ 266777 w 362948"/>
                <a:gd name="connsiteY16" fmla="*/ 310107 h 329423"/>
                <a:gd name="connsiteX17" fmla="*/ 271447 w 362948"/>
                <a:gd name="connsiteY17" fmla="*/ 329307 h 329423"/>
                <a:gd name="connsiteX18" fmla="*/ 298276 w 362948"/>
                <a:gd name="connsiteY18" fmla="*/ 304702 h 329423"/>
                <a:gd name="connsiteX19" fmla="*/ 362359 w 362948"/>
                <a:gd name="connsiteY19" fmla="*/ 234327 h 329423"/>
                <a:gd name="connsiteX20" fmla="*/ 363714 w 362948"/>
                <a:gd name="connsiteY20" fmla="*/ 231635 h 329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2948" h="329423">
                  <a:moveTo>
                    <a:pt x="21477" y="221"/>
                  </a:moveTo>
                  <a:cubicBezTo>
                    <a:pt x="21477" y="221"/>
                    <a:pt x="10111" y="9261"/>
                    <a:pt x="7497" y="13548"/>
                  </a:cubicBezTo>
                  <a:cubicBezTo>
                    <a:pt x="4883" y="17834"/>
                    <a:pt x="1168" y="35357"/>
                    <a:pt x="786" y="45981"/>
                  </a:cubicBezTo>
                  <a:cubicBezTo>
                    <a:pt x="419" y="56606"/>
                    <a:pt x="5074" y="81397"/>
                    <a:pt x="6939" y="84193"/>
                  </a:cubicBezTo>
                  <a:cubicBezTo>
                    <a:pt x="8804" y="86989"/>
                    <a:pt x="12726" y="92395"/>
                    <a:pt x="16822" y="95563"/>
                  </a:cubicBezTo>
                  <a:cubicBezTo>
                    <a:pt x="20919" y="98732"/>
                    <a:pt x="29304" y="105256"/>
                    <a:pt x="30803" y="106560"/>
                  </a:cubicBezTo>
                  <a:cubicBezTo>
                    <a:pt x="32285" y="107866"/>
                    <a:pt x="39746" y="119608"/>
                    <a:pt x="41610" y="121846"/>
                  </a:cubicBezTo>
                  <a:cubicBezTo>
                    <a:pt x="43476" y="124083"/>
                    <a:pt x="59512" y="137317"/>
                    <a:pt x="60628" y="139740"/>
                  </a:cubicBezTo>
                  <a:cubicBezTo>
                    <a:pt x="61744" y="142163"/>
                    <a:pt x="61361" y="159870"/>
                    <a:pt x="63418" y="160989"/>
                  </a:cubicBezTo>
                  <a:cubicBezTo>
                    <a:pt x="65474" y="162108"/>
                    <a:pt x="67514" y="163599"/>
                    <a:pt x="67339" y="164904"/>
                  </a:cubicBezTo>
                  <a:cubicBezTo>
                    <a:pt x="67148" y="166208"/>
                    <a:pt x="67706" y="180002"/>
                    <a:pt x="68647" y="183730"/>
                  </a:cubicBezTo>
                  <a:cubicBezTo>
                    <a:pt x="69571" y="187457"/>
                    <a:pt x="86532" y="217841"/>
                    <a:pt x="102378" y="232379"/>
                  </a:cubicBezTo>
                  <a:cubicBezTo>
                    <a:pt x="118223" y="246919"/>
                    <a:pt x="129031" y="256984"/>
                    <a:pt x="129780" y="256797"/>
                  </a:cubicBezTo>
                  <a:cubicBezTo>
                    <a:pt x="130529" y="256611"/>
                    <a:pt x="137241" y="235921"/>
                    <a:pt x="153819" y="233685"/>
                  </a:cubicBezTo>
                  <a:cubicBezTo>
                    <a:pt x="170414" y="231448"/>
                    <a:pt x="192029" y="240394"/>
                    <a:pt x="198183" y="244309"/>
                  </a:cubicBezTo>
                  <a:cubicBezTo>
                    <a:pt x="204336" y="248223"/>
                    <a:pt x="239565" y="270405"/>
                    <a:pt x="250373" y="283452"/>
                  </a:cubicBezTo>
                  <a:cubicBezTo>
                    <a:pt x="261182" y="296500"/>
                    <a:pt x="264736" y="304330"/>
                    <a:pt x="266777" y="310107"/>
                  </a:cubicBezTo>
                  <a:cubicBezTo>
                    <a:pt x="268833" y="315886"/>
                    <a:pt x="271623" y="325580"/>
                    <a:pt x="271447" y="329307"/>
                  </a:cubicBezTo>
                  <a:cubicBezTo>
                    <a:pt x="271256" y="333035"/>
                    <a:pt x="298276" y="304702"/>
                    <a:pt x="298276" y="304702"/>
                  </a:cubicBezTo>
                  <a:cubicBezTo>
                    <a:pt x="298276" y="304702"/>
                    <a:pt x="361020" y="237019"/>
                    <a:pt x="362359" y="234327"/>
                  </a:cubicBezTo>
                  <a:cubicBezTo>
                    <a:pt x="363714" y="231635"/>
                    <a:pt x="363714" y="231635"/>
                    <a:pt x="363714" y="231635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1" name="フリーフォーム: 図形 120">
              <a:extLst>
                <a:ext uri="{FF2B5EF4-FFF2-40B4-BE49-F238E27FC236}">
                  <a16:creationId xmlns:a16="http://schemas.microsoft.com/office/drawing/2014/main" id="{A0A15C55-8B56-447F-299A-CCE6E2F7286C}"/>
                </a:ext>
              </a:extLst>
            </p:cNvPr>
            <p:cNvSpPr/>
            <p:nvPr/>
          </p:nvSpPr>
          <p:spPr>
            <a:xfrm>
              <a:off x="6900693" y="1342105"/>
              <a:ext cx="140831" cy="127479"/>
            </a:xfrm>
            <a:custGeom>
              <a:avLst/>
              <a:gdLst>
                <a:gd name="connsiteX0" fmla="*/ 24908 w 140831"/>
                <a:gd name="connsiteY0" fmla="*/ 954 h 127479"/>
                <a:gd name="connsiteX1" fmla="*/ 82694 w 140831"/>
                <a:gd name="connsiteY1" fmla="*/ 17358 h 127479"/>
                <a:gd name="connsiteX2" fmla="*/ 116425 w 140831"/>
                <a:gd name="connsiteY2" fmla="*/ 44385 h 127479"/>
                <a:gd name="connsiteX3" fmla="*/ 134693 w 140831"/>
                <a:gd name="connsiteY3" fmla="*/ 71412 h 127479"/>
                <a:gd name="connsiteX4" fmla="*/ 141596 w 140831"/>
                <a:gd name="connsiteY4" fmla="*/ 96017 h 127479"/>
                <a:gd name="connsiteX5" fmla="*/ 133386 w 140831"/>
                <a:gd name="connsiteY5" fmla="*/ 117079 h 127479"/>
                <a:gd name="connsiteX6" fmla="*/ 109714 w 140831"/>
                <a:gd name="connsiteY6" fmla="*/ 127704 h 127479"/>
                <a:gd name="connsiteX7" fmla="*/ 58464 w 140831"/>
                <a:gd name="connsiteY7" fmla="*/ 110556 h 127479"/>
                <a:gd name="connsiteX8" fmla="*/ 17447 w 140831"/>
                <a:gd name="connsiteY8" fmla="*/ 71598 h 127479"/>
                <a:gd name="connsiteX9" fmla="*/ 2543 w 140831"/>
                <a:gd name="connsiteY9" fmla="*/ 40284 h 127479"/>
                <a:gd name="connsiteX10" fmla="*/ 1794 w 140831"/>
                <a:gd name="connsiteY10" fmla="*/ 21458 h 127479"/>
                <a:gd name="connsiteX11" fmla="*/ 12793 w 140831"/>
                <a:gd name="connsiteY11" fmla="*/ 4310 h 127479"/>
                <a:gd name="connsiteX12" fmla="*/ 24908 w 140831"/>
                <a:gd name="connsiteY12" fmla="*/ 954 h 127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0831" h="127479">
                  <a:moveTo>
                    <a:pt x="24908" y="954"/>
                  </a:moveTo>
                  <a:cubicBezTo>
                    <a:pt x="46221" y="-3240"/>
                    <a:pt x="75058" y="12325"/>
                    <a:pt x="82694" y="17358"/>
                  </a:cubicBezTo>
                  <a:cubicBezTo>
                    <a:pt x="90329" y="22390"/>
                    <a:pt x="110288" y="35997"/>
                    <a:pt x="116425" y="44385"/>
                  </a:cubicBezTo>
                  <a:cubicBezTo>
                    <a:pt x="122578" y="52772"/>
                    <a:pt x="133386" y="67312"/>
                    <a:pt x="134693" y="71412"/>
                  </a:cubicBezTo>
                  <a:cubicBezTo>
                    <a:pt x="136001" y="75513"/>
                    <a:pt x="141787" y="86884"/>
                    <a:pt x="141596" y="96017"/>
                  </a:cubicBezTo>
                  <a:cubicBezTo>
                    <a:pt x="141404" y="105151"/>
                    <a:pt x="137116" y="113539"/>
                    <a:pt x="133386" y="117079"/>
                  </a:cubicBezTo>
                  <a:cubicBezTo>
                    <a:pt x="129672" y="120622"/>
                    <a:pt x="120538" y="127333"/>
                    <a:pt x="109714" y="127704"/>
                  </a:cubicBezTo>
                  <a:cubicBezTo>
                    <a:pt x="98906" y="128077"/>
                    <a:pt x="76907" y="123418"/>
                    <a:pt x="58464" y="110556"/>
                  </a:cubicBezTo>
                  <a:cubicBezTo>
                    <a:pt x="40004" y="97695"/>
                    <a:pt x="23043" y="79987"/>
                    <a:pt x="17447" y="71598"/>
                  </a:cubicBezTo>
                  <a:cubicBezTo>
                    <a:pt x="11868" y="63212"/>
                    <a:pt x="4217" y="49605"/>
                    <a:pt x="2543" y="40284"/>
                  </a:cubicBezTo>
                  <a:cubicBezTo>
                    <a:pt x="869" y="30965"/>
                    <a:pt x="-72" y="26490"/>
                    <a:pt x="1794" y="21458"/>
                  </a:cubicBezTo>
                  <a:cubicBezTo>
                    <a:pt x="3659" y="16425"/>
                    <a:pt x="7022" y="7664"/>
                    <a:pt x="12793" y="4310"/>
                  </a:cubicBezTo>
                  <a:cubicBezTo>
                    <a:pt x="18579" y="954"/>
                    <a:pt x="24908" y="954"/>
                    <a:pt x="24908" y="954"/>
                  </a:cubicBezTo>
                  <a:close/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2" name="フリーフォーム: 図形 121">
              <a:extLst>
                <a:ext uri="{FF2B5EF4-FFF2-40B4-BE49-F238E27FC236}">
                  <a16:creationId xmlns:a16="http://schemas.microsoft.com/office/drawing/2014/main" id="{16D1666B-A8C4-3EF2-896E-7FDC6897B85F}"/>
                </a:ext>
              </a:extLst>
            </p:cNvPr>
            <p:cNvSpPr/>
            <p:nvPr/>
          </p:nvSpPr>
          <p:spPr>
            <a:xfrm>
              <a:off x="6566103" y="1120693"/>
              <a:ext cx="646910" cy="481048"/>
            </a:xfrm>
            <a:custGeom>
              <a:avLst/>
              <a:gdLst>
                <a:gd name="connsiteX0" fmla="*/ 209464 w 646910"/>
                <a:gd name="connsiteY0" fmla="*/ 52127 h 481048"/>
                <a:gd name="connsiteX1" fmla="*/ 191355 w 646910"/>
                <a:gd name="connsiteY1" fmla="*/ 36892 h 481048"/>
                <a:gd name="connsiteX2" fmla="*/ 188374 w 646910"/>
                <a:gd name="connsiteY2" fmla="*/ 36892 h 481048"/>
                <a:gd name="connsiteX3" fmla="*/ 182970 w 646910"/>
                <a:gd name="connsiteY3" fmla="*/ 31859 h 481048"/>
                <a:gd name="connsiteX4" fmla="*/ 182221 w 646910"/>
                <a:gd name="connsiteY4" fmla="*/ 27200 h 481048"/>
                <a:gd name="connsiteX5" fmla="*/ 170472 w 646910"/>
                <a:gd name="connsiteY5" fmla="*/ 18812 h 481048"/>
                <a:gd name="connsiteX6" fmla="*/ 162470 w 646910"/>
                <a:gd name="connsiteY6" fmla="*/ 19929 h 481048"/>
                <a:gd name="connsiteX7" fmla="*/ 156492 w 646910"/>
                <a:gd name="connsiteY7" fmla="*/ 14337 h 481048"/>
                <a:gd name="connsiteX8" fmla="*/ 156317 w 646910"/>
                <a:gd name="connsiteY8" fmla="*/ 11169 h 481048"/>
                <a:gd name="connsiteX9" fmla="*/ 156125 w 646910"/>
                <a:gd name="connsiteY9" fmla="*/ 8745 h 481048"/>
                <a:gd name="connsiteX10" fmla="*/ 113818 w 646910"/>
                <a:gd name="connsiteY10" fmla="*/ 358 h 481048"/>
                <a:gd name="connsiteX11" fmla="*/ 66091 w 646910"/>
                <a:gd name="connsiteY11" fmla="*/ 12846 h 481048"/>
                <a:gd name="connsiteX12" fmla="*/ 17631 w 646910"/>
                <a:gd name="connsiteY12" fmla="*/ 50872 h 481048"/>
                <a:gd name="connsiteX13" fmla="*/ 861 w 646910"/>
                <a:gd name="connsiteY13" fmla="*/ 101386 h 481048"/>
                <a:gd name="connsiteX14" fmla="*/ 15016 w 646910"/>
                <a:gd name="connsiteY14" fmla="*/ 174081 h 481048"/>
                <a:gd name="connsiteX15" fmla="*/ 119031 w 646910"/>
                <a:gd name="connsiteY15" fmla="*/ 283870 h 481048"/>
                <a:gd name="connsiteX16" fmla="*/ 281756 w 646910"/>
                <a:gd name="connsiteY16" fmla="*/ 395522 h 481048"/>
                <a:gd name="connsiteX17" fmla="*/ 535616 w 646910"/>
                <a:gd name="connsiteY17" fmla="*/ 481229 h 481048"/>
                <a:gd name="connsiteX18" fmla="*/ 647665 w 646910"/>
                <a:gd name="connsiteY18" fmla="*/ 445290 h 481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46910" h="481048">
                  <a:moveTo>
                    <a:pt x="209464" y="52127"/>
                  </a:moveTo>
                  <a:cubicBezTo>
                    <a:pt x="192471" y="38942"/>
                    <a:pt x="191355" y="36892"/>
                    <a:pt x="191355" y="36892"/>
                  </a:cubicBezTo>
                  <a:cubicBezTo>
                    <a:pt x="191355" y="36892"/>
                    <a:pt x="190431" y="38569"/>
                    <a:pt x="188374" y="36892"/>
                  </a:cubicBezTo>
                  <a:cubicBezTo>
                    <a:pt x="186318" y="35215"/>
                    <a:pt x="183528" y="33350"/>
                    <a:pt x="182970" y="31859"/>
                  </a:cubicBezTo>
                  <a:cubicBezTo>
                    <a:pt x="182412" y="30367"/>
                    <a:pt x="182221" y="27200"/>
                    <a:pt x="182221" y="27200"/>
                  </a:cubicBezTo>
                  <a:cubicBezTo>
                    <a:pt x="182221" y="27200"/>
                    <a:pt x="171221" y="18252"/>
                    <a:pt x="170472" y="18812"/>
                  </a:cubicBezTo>
                  <a:cubicBezTo>
                    <a:pt x="169739" y="19371"/>
                    <a:pt x="164510" y="21421"/>
                    <a:pt x="162470" y="19929"/>
                  </a:cubicBezTo>
                  <a:cubicBezTo>
                    <a:pt x="160414" y="18439"/>
                    <a:pt x="156683" y="15642"/>
                    <a:pt x="156492" y="14337"/>
                  </a:cubicBezTo>
                  <a:cubicBezTo>
                    <a:pt x="156317" y="13033"/>
                    <a:pt x="156317" y="11169"/>
                    <a:pt x="156317" y="11169"/>
                  </a:cubicBezTo>
                  <a:lnTo>
                    <a:pt x="156125" y="8745"/>
                  </a:lnTo>
                  <a:cubicBezTo>
                    <a:pt x="156125" y="8745"/>
                    <a:pt x="128914" y="-947"/>
                    <a:pt x="113818" y="358"/>
                  </a:cubicBezTo>
                  <a:cubicBezTo>
                    <a:pt x="98722" y="1662"/>
                    <a:pt x="79704" y="5018"/>
                    <a:pt x="66091" y="12846"/>
                  </a:cubicBezTo>
                  <a:cubicBezTo>
                    <a:pt x="52493" y="20675"/>
                    <a:pt x="24900" y="38382"/>
                    <a:pt x="17631" y="50872"/>
                  </a:cubicBezTo>
                  <a:cubicBezTo>
                    <a:pt x="10361" y="63360"/>
                    <a:pt x="1036" y="75290"/>
                    <a:pt x="861" y="101386"/>
                  </a:cubicBezTo>
                  <a:cubicBezTo>
                    <a:pt x="669" y="127481"/>
                    <a:pt x="-638" y="147240"/>
                    <a:pt x="15016" y="174081"/>
                  </a:cubicBezTo>
                  <a:cubicBezTo>
                    <a:pt x="30686" y="200923"/>
                    <a:pt x="74476" y="250504"/>
                    <a:pt x="119031" y="283870"/>
                  </a:cubicBezTo>
                  <a:cubicBezTo>
                    <a:pt x="163586" y="317234"/>
                    <a:pt x="222105" y="365139"/>
                    <a:pt x="281756" y="395522"/>
                  </a:cubicBezTo>
                  <a:cubicBezTo>
                    <a:pt x="341408" y="425906"/>
                    <a:pt x="463388" y="477531"/>
                    <a:pt x="535616" y="481229"/>
                  </a:cubicBezTo>
                  <a:cubicBezTo>
                    <a:pt x="618111" y="482233"/>
                    <a:pt x="627787" y="469936"/>
                    <a:pt x="647665" y="445290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3" name="フリーフォーム: 図形 122">
              <a:extLst>
                <a:ext uri="{FF2B5EF4-FFF2-40B4-BE49-F238E27FC236}">
                  <a16:creationId xmlns:a16="http://schemas.microsoft.com/office/drawing/2014/main" id="{318F533F-4E99-D6B4-AE60-3EDEE240F651}"/>
                </a:ext>
              </a:extLst>
            </p:cNvPr>
            <p:cNvSpPr/>
            <p:nvPr/>
          </p:nvSpPr>
          <p:spPr>
            <a:xfrm>
              <a:off x="6789584" y="1091921"/>
              <a:ext cx="54173" cy="124328"/>
            </a:xfrm>
            <a:custGeom>
              <a:avLst/>
              <a:gdLst>
                <a:gd name="connsiteX0" fmla="*/ 39245 w 54173"/>
                <a:gd name="connsiteY0" fmla="*/ 124530 h 124328"/>
                <a:gd name="connsiteX1" fmla="*/ 23974 w 54173"/>
                <a:gd name="connsiteY1" fmla="*/ 122293 h 124328"/>
                <a:gd name="connsiteX2" fmla="*/ 23224 w 54173"/>
                <a:gd name="connsiteY2" fmla="*/ 120614 h 124328"/>
                <a:gd name="connsiteX3" fmla="*/ 9993 w 54173"/>
                <a:gd name="connsiteY3" fmla="*/ 107940 h 124328"/>
                <a:gd name="connsiteX4" fmla="*/ 1417 w 54173"/>
                <a:gd name="connsiteY4" fmla="*/ 60409 h 124328"/>
                <a:gd name="connsiteX5" fmla="*/ 7570 w 54173"/>
                <a:gd name="connsiteY5" fmla="*/ 38040 h 124328"/>
                <a:gd name="connsiteX6" fmla="*/ 27512 w 54173"/>
                <a:gd name="connsiteY6" fmla="*/ 19774 h 124328"/>
                <a:gd name="connsiteX7" fmla="*/ 54915 w 54173"/>
                <a:gd name="connsiteY7" fmla="*/ 201 h 124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173" h="124328">
                  <a:moveTo>
                    <a:pt x="39245" y="124530"/>
                  </a:moveTo>
                  <a:cubicBezTo>
                    <a:pt x="25265" y="123597"/>
                    <a:pt x="23974" y="122293"/>
                    <a:pt x="23974" y="122293"/>
                  </a:cubicBezTo>
                  <a:lnTo>
                    <a:pt x="23224" y="120614"/>
                  </a:lnTo>
                  <a:cubicBezTo>
                    <a:pt x="23224" y="120614"/>
                    <a:pt x="14839" y="118005"/>
                    <a:pt x="9993" y="107940"/>
                  </a:cubicBezTo>
                  <a:cubicBezTo>
                    <a:pt x="5147" y="97875"/>
                    <a:pt x="-1389" y="77556"/>
                    <a:pt x="1417" y="60409"/>
                  </a:cubicBezTo>
                  <a:cubicBezTo>
                    <a:pt x="4206" y="43259"/>
                    <a:pt x="5514" y="39905"/>
                    <a:pt x="7570" y="38040"/>
                  </a:cubicBezTo>
                  <a:cubicBezTo>
                    <a:pt x="9611" y="36177"/>
                    <a:pt x="15573" y="29839"/>
                    <a:pt x="27512" y="19774"/>
                  </a:cubicBezTo>
                  <a:cubicBezTo>
                    <a:pt x="39436" y="9708"/>
                    <a:pt x="54915" y="201"/>
                    <a:pt x="54915" y="201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4" name="フリーフォーム: 図形 123">
              <a:extLst>
                <a:ext uri="{FF2B5EF4-FFF2-40B4-BE49-F238E27FC236}">
                  <a16:creationId xmlns:a16="http://schemas.microsoft.com/office/drawing/2014/main" id="{4987CFCD-9DF0-E1FB-C699-172D3340E480}"/>
                </a:ext>
              </a:extLst>
            </p:cNvPr>
            <p:cNvSpPr/>
            <p:nvPr/>
          </p:nvSpPr>
          <p:spPr>
            <a:xfrm>
              <a:off x="6794633" y="1133302"/>
              <a:ext cx="14389" cy="26518"/>
            </a:xfrm>
            <a:custGeom>
              <a:avLst/>
              <a:gdLst>
                <a:gd name="connsiteX0" fmla="*/ 4559 w 14389"/>
                <a:gd name="connsiteY0" fmla="*/ 200 h 26518"/>
                <a:gd name="connsiteX1" fmla="*/ 829 w 14389"/>
                <a:gd name="connsiteY1" fmla="*/ 14925 h 26518"/>
                <a:gd name="connsiteX2" fmla="*/ 6425 w 14389"/>
                <a:gd name="connsiteY2" fmla="*/ 26109 h 26518"/>
                <a:gd name="connsiteX3" fmla="*/ 15128 w 14389"/>
                <a:gd name="connsiteY3" fmla="*/ 17807 h 26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89" h="26518">
                  <a:moveTo>
                    <a:pt x="4559" y="200"/>
                  </a:moveTo>
                  <a:cubicBezTo>
                    <a:pt x="4559" y="200"/>
                    <a:pt x="1387" y="7283"/>
                    <a:pt x="829" y="14925"/>
                  </a:cubicBezTo>
                  <a:cubicBezTo>
                    <a:pt x="271" y="22568"/>
                    <a:pt x="2327" y="28718"/>
                    <a:pt x="6425" y="26109"/>
                  </a:cubicBezTo>
                  <a:cubicBezTo>
                    <a:pt x="10521" y="23499"/>
                    <a:pt x="15128" y="17807"/>
                    <a:pt x="15128" y="17807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5" name="フリーフォーム: 図形 124">
              <a:extLst>
                <a:ext uri="{FF2B5EF4-FFF2-40B4-BE49-F238E27FC236}">
                  <a16:creationId xmlns:a16="http://schemas.microsoft.com/office/drawing/2014/main" id="{C1E9AE54-CC7A-3FAB-9770-0D9D8190DE63}"/>
                </a:ext>
              </a:extLst>
            </p:cNvPr>
            <p:cNvSpPr/>
            <p:nvPr/>
          </p:nvSpPr>
          <p:spPr>
            <a:xfrm>
              <a:off x="6791688" y="1090273"/>
              <a:ext cx="67131" cy="74951"/>
            </a:xfrm>
            <a:custGeom>
              <a:avLst/>
              <a:gdLst>
                <a:gd name="connsiteX0" fmla="*/ 5467 w 67131"/>
                <a:gd name="connsiteY0" fmla="*/ 39683 h 74951"/>
                <a:gd name="connsiteX1" fmla="*/ 2136 w 67131"/>
                <a:gd name="connsiteY1" fmla="*/ 70717 h 74951"/>
                <a:gd name="connsiteX2" fmla="*/ 10042 w 67131"/>
                <a:gd name="connsiteY2" fmla="*/ 74671 h 74951"/>
                <a:gd name="connsiteX3" fmla="*/ 22684 w 67131"/>
                <a:gd name="connsiteY3" fmla="*/ 62414 h 74951"/>
                <a:gd name="connsiteX4" fmla="*/ 38370 w 67131"/>
                <a:gd name="connsiteY4" fmla="*/ 46202 h 74951"/>
                <a:gd name="connsiteX5" fmla="*/ 58152 w 67131"/>
                <a:gd name="connsiteY5" fmla="*/ 35921 h 74951"/>
                <a:gd name="connsiteX6" fmla="*/ 65788 w 67131"/>
                <a:gd name="connsiteY6" fmla="*/ 26036 h 74951"/>
                <a:gd name="connsiteX7" fmla="*/ 67509 w 67131"/>
                <a:gd name="connsiteY7" fmla="*/ 11406 h 74951"/>
                <a:gd name="connsiteX8" fmla="*/ 63939 w 67131"/>
                <a:gd name="connsiteY8" fmla="*/ 202 h 74951"/>
                <a:gd name="connsiteX9" fmla="*/ 46547 w 67131"/>
                <a:gd name="connsiteY9" fmla="*/ 10351 h 74951"/>
                <a:gd name="connsiteX10" fmla="*/ 40490 w 67131"/>
                <a:gd name="connsiteY10" fmla="*/ 17205 h 74951"/>
                <a:gd name="connsiteX11" fmla="*/ 17423 w 67131"/>
                <a:gd name="connsiteY11" fmla="*/ 34208 h 74951"/>
                <a:gd name="connsiteX12" fmla="*/ 7508 w 67131"/>
                <a:gd name="connsiteY12" fmla="*/ 43226 h 7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131" h="74951">
                  <a:moveTo>
                    <a:pt x="5467" y="39683"/>
                  </a:moveTo>
                  <a:cubicBezTo>
                    <a:pt x="5467" y="39683"/>
                    <a:pt x="-2360" y="66499"/>
                    <a:pt x="2136" y="70717"/>
                  </a:cubicBezTo>
                  <a:cubicBezTo>
                    <a:pt x="6615" y="74935"/>
                    <a:pt x="7014" y="75858"/>
                    <a:pt x="10042" y="74671"/>
                  </a:cubicBezTo>
                  <a:cubicBezTo>
                    <a:pt x="13071" y="73485"/>
                    <a:pt x="18475" y="68213"/>
                    <a:pt x="22684" y="62414"/>
                  </a:cubicBezTo>
                  <a:cubicBezTo>
                    <a:pt x="26908" y="56614"/>
                    <a:pt x="30989" y="50815"/>
                    <a:pt x="38370" y="46202"/>
                  </a:cubicBezTo>
                  <a:cubicBezTo>
                    <a:pt x="45750" y="41588"/>
                    <a:pt x="56303" y="37371"/>
                    <a:pt x="58152" y="35921"/>
                  </a:cubicBezTo>
                  <a:cubicBezTo>
                    <a:pt x="59985" y="34471"/>
                    <a:pt x="64082" y="29990"/>
                    <a:pt x="65788" y="26036"/>
                  </a:cubicBezTo>
                  <a:cubicBezTo>
                    <a:pt x="67509" y="22082"/>
                    <a:pt x="68434" y="15096"/>
                    <a:pt x="67509" y="11406"/>
                  </a:cubicBezTo>
                  <a:cubicBezTo>
                    <a:pt x="66585" y="7715"/>
                    <a:pt x="64863" y="466"/>
                    <a:pt x="63939" y="202"/>
                  </a:cubicBezTo>
                  <a:cubicBezTo>
                    <a:pt x="63014" y="-60"/>
                    <a:pt x="48524" y="8639"/>
                    <a:pt x="46547" y="10351"/>
                  </a:cubicBezTo>
                  <a:cubicBezTo>
                    <a:pt x="44570" y="12064"/>
                    <a:pt x="41940" y="16019"/>
                    <a:pt x="40490" y="17205"/>
                  </a:cubicBezTo>
                  <a:cubicBezTo>
                    <a:pt x="39039" y="18391"/>
                    <a:pt x="21376" y="30122"/>
                    <a:pt x="17423" y="34208"/>
                  </a:cubicBezTo>
                  <a:cubicBezTo>
                    <a:pt x="13470" y="38293"/>
                    <a:pt x="7508" y="43226"/>
                    <a:pt x="7508" y="43226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6" name="フリーフォーム: 図形 125">
              <a:extLst>
                <a:ext uri="{FF2B5EF4-FFF2-40B4-BE49-F238E27FC236}">
                  <a16:creationId xmlns:a16="http://schemas.microsoft.com/office/drawing/2014/main" id="{5E79F2A7-F6D3-1B34-E8D7-B6EFD4A6FEE2}"/>
                </a:ext>
              </a:extLst>
            </p:cNvPr>
            <p:cNvSpPr/>
            <p:nvPr/>
          </p:nvSpPr>
          <p:spPr>
            <a:xfrm>
              <a:off x="6846053" y="1132456"/>
              <a:ext cx="19384" cy="16476"/>
            </a:xfrm>
            <a:custGeom>
              <a:avLst/>
              <a:gdLst>
                <a:gd name="connsiteX0" fmla="*/ 748 w 19384"/>
                <a:gd name="connsiteY0" fmla="*/ 1913 h 16476"/>
                <a:gd name="connsiteX1" fmla="*/ 2868 w 19384"/>
                <a:gd name="connsiteY1" fmla="*/ 199 h 16476"/>
                <a:gd name="connsiteX2" fmla="*/ 9325 w 19384"/>
                <a:gd name="connsiteY2" fmla="*/ 5603 h 16476"/>
                <a:gd name="connsiteX3" fmla="*/ 15510 w 19384"/>
                <a:gd name="connsiteY3" fmla="*/ 11139 h 16476"/>
                <a:gd name="connsiteX4" fmla="*/ 13150 w 19384"/>
                <a:gd name="connsiteY4" fmla="*/ 13248 h 16476"/>
                <a:gd name="connsiteX5" fmla="*/ 20133 w 19384"/>
                <a:gd name="connsiteY5" fmla="*/ 16675 h 16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384" h="16476">
                  <a:moveTo>
                    <a:pt x="748" y="1913"/>
                  </a:moveTo>
                  <a:cubicBezTo>
                    <a:pt x="748" y="1913"/>
                    <a:pt x="2072" y="199"/>
                    <a:pt x="2868" y="199"/>
                  </a:cubicBezTo>
                  <a:cubicBezTo>
                    <a:pt x="3650" y="199"/>
                    <a:pt x="4176" y="2175"/>
                    <a:pt x="9325" y="5603"/>
                  </a:cubicBezTo>
                  <a:cubicBezTo>
                    <a:pt x="14457" y="9030"/>
                    <a:pt x="16179" y="10216"/>
                    <a:pt x="15510" y="11139"/>
                  </a:cubicBezTo>
                  <a:cubicBezTo>
                    <a:pt x="14856" y="12062"/>
                    <a:pt x="13150" y="13248"/>
                    <a:pt x="13150" y="13248"/>
                  </a:cubicBezTo>
                  <a:lnTo>
                    <a:pt x="20133" y="16675"/>
                  </a:ln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7" name="フリーフォーム: 図形 126">
              <a:extLst>
                <a:ext uri="{FF2B5EF4-FFF2-40B4-BE49-F238E27FC236}">
                  <a16:creationId xmlns:a16="http://schemas.microsoft.com/office/drawing/2014/main" id="{038291DF-23C0-6B7C-6B6B-6A821A1A8D06}"/>
                </a:ext>
              </a:extLst>
            </p:cNvPr>
            <p:cNvSpPr/>
            <p:nvPr/>
          </p:nvSpPr>
          <p:spPr>
            <a:xfrm>
              <a:off x="6835802" y="1132653"/>
              <a:ext cx="10250" cy="1515"/>
            </a:xfrm>
            <a:custGeom>
              <a:avLst/>
              <a:gdLst>
                <a:gd name="connsiteX0" fmla="*/ 746 w 10250"/>
                <a:gd name="connsiteY0" fmla="*/ 198 h 1515"/>
                <a:gd name="connsiteX1" fmla="*/ 10996 w 10250"/>
                <a:gd name="connsiteY1" fmla="*/ 1714 h 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50" h="1515">
                  <a:moveTo>
                    <a:pt x="746" y="198"/>
                  </a:moveTo>
                  <a:cubicBezTo>
                    <a:pt x="7314" y="791"/>
                    <a:pt x="10996" y="1714"/>
                    <a:pt x="10996" y="1714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8" name="フリーフォーム: 図形 127">
              <a:extLst>
                <a:ext uri="{FF2B5EF4-FFF2-40B4-BE49-F238E27FC236}">
                  <a16:creationId xmlns:a16="http://schemas.microsoft.com/office/drawing/2014/main" id="{9A0B3AB4-79EC-7B0E-DEEB-5569B2340195}"/>
                </a:ext>
              </a:extLst>
            </p:cNvPr>
            <p:cNvSpPr/>
            <p:nvPr/>
          </p:nvSpPr>
          <p:spPr>
            <a:xfrm>
              <a:off x="6796913" y="1158086"/>
              <a:ext cx="60823" cy="31743"/>
            </a:xfrm>
            <a:custGeom>
              <a:avLst/>
              <a:gdLst>
                <a:gd name="connsiteX0" fmla="*/ 3686 w 60823"/>
                <a:gd name="connsiteY0" fmla="*/ 15124 h 31743"/>
                <a:gd name="connsiteX1" fmla="*/ 976 w 60823"/>
                <a:gd name="connsiteY1" fmla="*/ 18293 h 31743"/>
                <a:gd name="connsiteX2" fmla="*/ 9934 w 60823"/>
                <a:gd name="connsiteY2" fmla="*/ 24444 h 31743"/>
                <a:gd name="connsiteX3" fmla="*/ 15147 w 60823"/>
                <a:gd name="connsiteY3" fmla="*/ 28545 h 31743"/>
                <a:gd name="connsiteX4" fmla="*/ 18686 w 60823"/>
                <a:gd name="connsiteY4" fmla="*/ 26681 h 31743"/>
                <a:gd name="connsiteX5" fmla="*/ 22512 w 60823"/>
                <a:gd name="connsiteY5" fmla="*/ 29756 h 31743"/>
                <a:gd name="connsiteX6" fmla="*/ 29223 w 60823"/>
                <a:gd name="connsiteY6" fmla="*/ 31900 h 31743"/>
                <a:gd name="connsiteX7" fmla="*/ 34340 w 60823"/>
                <a:gd name="connsiteY7" fmla="*/ 29010 h 31743"/>
                <a:gd name="connsiteX8" fmla="*/ 39936 w 60823"/>
                <a:gd name="connsiteY8" fmla="*/ 19131 h 31743"/>
                <a:gd name="connsiteX9" fmla="*/ 50568 w 60823"/>
                <a:gd name="connsiteY9" fmla="*/ 6270 h 31743"/>
                <a:gd name="connsiteX10" fmla="*/ 59049 w 60823"/>
                <a:gd name="connsiteY10" fmla="*/ 213 h 31743"/>
                <a:gd name="connsiteX11" fmla="*/ 61567 w 60823"/>
                <a:gd name="connsiteY11" fmla="*/ 272 h 31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0823" h="31743">
                  <a:moveTo>
                    <a:pt x="3686" y="15124"/>
                  </a:moveTo>
                  <a:cubicBezTo>
                    <a:pt x="3686" y="15124"/>
                    <a:pt x="-236" y="17174"/>
                    <a:pt x="976" y="18293"/>
                  </a:cubicBezTo>
                  <a:cubicBezTo>
                    <a:pt x="2187" y="19410"/>
                    <a:pt x="7783" y="22579"/>
                    <a:pt x="9934" y="24444"/>
                  </a:cubicBezTo>
                  <a:cubicBezTo>
                    <a:pt x="12071" y="26308"/>
                    <a:pt x="14302" y="28918"/>
                    <a:pt x="15147" y="28545"/>
                  </a:cubicBezTo>
                  <a:cubicBezTo>
                    <a:pt x="15992" y="28171"/>
                    <a:pt x="18319" y="27427"/>
                    <a:pt x="18686" y="26681"/>
                  </a:cubicBezTo>
                  <a:cubicBezTo>
                    <a:pt x="19069" y="25935"/>
                    <a:pt x="19069" y="27706"/>
                    <a:pt x="22512" y="29756"/>
                  </a:cubicBezTo>
                  <a:cubicBezTo>
                    <a:pt x="25955" y="31806"/>
                    <a:pt x="28378" y="32087"/>
                    <a:pt x="29223" y="31900"/>
                  </a:cubicBezTo>
                  <a:cubicBezTo>
                    <a:pt x="30068" y="31714"/>
                    <a:pt x="33782" y="29291"/>
                    <a:pt x="34340" y="29010"/>
                  </a:cubicBezTo>
                  <a:cubicBezTo>
                    <a:pt x="34914" y="28731"/>
                    <a:pt x="37975" y="21927"/>
                    <a:pt x="39936" y="19131"/>
                  </a:cubicBezTo>
                  <a:cubicBezTo>
                    <a:pt x="41896" y="16335"/>
                    <a:pt x="47396" y="8880"/>
                    <a:pt x="50568" y="6270"/>
                  </a:cubicBezTo>
                  <a:cubicBezTo>
                    <a:pt x="53740" y="3661"/>
                    <a:pt x="56626" y="12"/>
                    <a:pt x="59049" y="213"/>
                  </a:cubicBezTo>
                  <a:cubicBezTo>
                    <a:pt x="61456" y="412"/>
                    <a:pt x="61567" y="272"/>
                    <a:pt x="61567" y="272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9" name="フリーフォーム: 図形 128">
              <a:extLst>
                <a:ext uri="{FF2B5EF4-FFF2-40B4-BE49-F238E27FC236}">
                  <a16:creationId xmlns:a16="http://schemas.microsoft.com/office/drawing/2014/main" id="{533F1BFE-15C1-37DB-3F34-225FF6AFD73E}"/>
                </a:ext>
              </a:extLst>
            </p:cNvPr>
            <p:cNvSpPr/>
            <p:nvPr/>
          </p:nvSpPr>
          <p:spPr>
            <a:xfrm>
              <a:off x="6824231" y="1150525"/>
              <a:ext cx="39771" cy="39255"/>
            </a:xfrm>
            <a:custGeom>
              <a:avLst/>
              <a:gdLst>
                <a:gd name="connsiteX0" fmla="*/ 1909 w 39771"/>
                <a:gd name="connsiteY0" fmla="*/ 39460 h 39255"/>
                <a:gd name="connsiteX1" fmla="*/ 5256 w 39771"/>
                <a:gd name="connsiteY1" fmla="*/ 27343 h 39255"/>
                <a:gd name="connsiteX2" fmla="*/ 26601 w 39771"/>
                <a:gd name="connsiteY2" fmla="*/ 4976 h 39255"/>
                <a:gd name="connsiteX3" fmla="*/ 36947 w 39771"/>
                <a:gd name="connsiteY3" fmla="*/ 223 h 39255"/>
                <a:gd name="connsiteX4" fmla="*/ 40518 w 39771"/>
                <a:gd name="connsiteY4" fmla="*/ 213 h 39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71" h="39255">
                  <a:moveTo>
                    <a:pt x="1909" y="39460"/>
                  </a:moveTo>
                  <a:cubicBezTo>
                    <a:pt x="1909" y="39460"/>
                    <a:pt x="-2284" y="38062"/>
                    <a:pt x="5256" y="27343"/>
                  </a:cubicBezTo>
                  <a:cubicBezTo>
                    <a:pt x="12812" y="16626"/>
                    <a:pt x="23253" y="6747"/>
                    <a:pt x="26601" y="4976"/>
                  </a:cubicBezTo>
                  <a:cubicBezTo>
                    <a:pt x="29964" y="3205"/>
                    <a:pt x="33360" y="258"/>
                    <a:pt x="36947" y="223"/>
                  </a:cubicBezTo>
                  <a:cubicBezTo>
                    <a:pt x="40549" y="188"/>
                    <a:pt x="40518" y="213"/>
                    <a:pt x="40518" y="213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0" name="フリーフォーム: 図形 129">
              <a:extLst>
                <a:ext uri="{FF2B5EF4-FFF2-40B4-BE49-F238E27FC236}">
                  <a16:creationId xmlns:a16="http://schemas.microsoft.com/office/drawing/2014/main" id="{5E1989A2-E14D-7FC1-8B85-11FF6D97E95D}"/>
                </a:ext>
              </a:extLst>
            </p:cNvPr>
            <p:cNvSpPr/>
            <p:nvPr/>
          </p:nvSpPr>
          <p:spPr>
            <a:xfrm>
              <a:off x="6796556" y="1183929"/>
              <a:ext cx="15355" cy="19649"/>
            </a:xfrm>
            <a:custGeom>
              <a:avLst/>
              <a:gdLst>
                <a:gd name="connsiteX0" fmla="*/ 12010 w 15355"/>
                <a:gd name="connsiteY0" fmla="*/ 208 h 19649"/>
                <a:gd name="connsiteX1" fmla="*/ 11595 w 15355"/>
                <a:gd name="connsiteY1" fmla="*/ 10160 h 19649"/>
                <a:gd name="connsiteX2" fmla="*/ 15788 w 15355"/>
                <a:gd name="connsiteY2" fmla="*/ 18642 h 19649"/>
                <a:gd name="connsiteX3" fmla="*/ 14098 w 15355"/>
                <a:gd name="connsiteY3" fmla="*/ 19854 h 19649"/>
                <a:gd name="connsiteX4" fmla="*/ 9906 w 15355"/>
                <a:gd name="connsiteY4" fmla="*/ 17244 h 19649"/>
                <a:gd name="connsiteX5" fmla="*/ 739 w 15355"/>
                <a:gd name="connsiteY5" fmla="*/ 10734 h 19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55" h="19649">
                  <a:moveTo>
                    <a:pt x="12010" y="208"/>
                  </a:moveTo>
                  <a:cubicBezTo>
                    <a:pt x="12010" y="208"/>
                    <a:pt x="10193" y="6060"/>
                    <a:pt x="11595" y="10160"/>
                  </a:cubicBezTo>
                  <a:cubicBezTo>
                    <a:pt x="12982" y="14262"/>
                    <a:pt x="14751" y="18829"/>
                    <a:pt x="15788" y="18642"/>
                  </a:cubicBezTo>
                  <a:cubicBezTo>
                    <a:pt x="16808" y="18456"/>
                    <a:pt x="15039" y="19946"/>
                    <a:pt x="14098" y="19854"/>
                  </a:cubicBezTo>
                  <a:cubicBezTo>
                    <a:pt x="13173" y="19760"/>
                    <a:pt x="11117" y="18083"/>
                    <a:pt x="9906" y="17244"/>
                  </a:cubicBezTo>
                  <a:cubicBezTo>
                    <a:pt x="8694" y="16406"/>
                    <a:pt x="739" y="10734"/>
                    <a:pt x="739" y="10734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1" name="フリーフォーム: 図形 130">
              <a:extLst>
                <a:ext uri="{FF2B5EF4-FFF2-40B4-BE49-F238E27FC236}">
                  <a16:creationId xmlns:a16="http://schemas.microsoft.com/office/drawing/2014/main" id="{3954278D-DCCD-A3D0-EFED-F86D118F194D}"/>
                </a:ext>
              </a:extLst>
            </p:cNvPr>
            <p:cNvSpPr/>
            <p:nvPr/>
          </p:nvSpPr>
          <p:spPr>
            <a:xfrm>
              <a:off x="6811604" y="1202363"/>
              <a:ext cx="16482" cy="13886"/>
            </a:xfrm>
            <a:custGeom>
              <a:avLst/>
              <a:gdLst>
                <a:gd name="connsiteX0" fmla="*/ 17225 w 16482"/>
                <a:gd name="connsiteY0" fmla="*/ 14097 h 13886"/>
                <a:gd name="connsiteX1" fmla="*/ 9223 w 16482"/>
                <a:gd name="connsiteY1" fmla="*/ 4405 h 13886"/>
                <a:gd name="connsiteX2" fmla="*/ 3341 w 16482"/>
                <a:gd name="connsiteY2" fmla="*/ 303 h 13886"/>
                <a:gd name="connsiteX3" fmla="*/ 742 w 16482"/>
                <a:gd name="connsiteY3" fmla="*/ 211 h 1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482" h="13886">
                  <a:moveTo>
                    <a:pt x="17225" y="14097"/>
                  </a:moveTo>
                  <a:cubicBezTo>
                    <a:pt x="14802" y="10182"/>
                    <a:pt x="11359" y="5989"/>
                    <a:pt x="9223" y="4405"/>
                  </a:cubicBezTo>
                  <a:cubicBezTo>
                    <a:pt x="7071" y="2820"/>
                    <a:pt x="5955" y="397"/>
                    <a:pt x="3341" y="303"/>
                  </a:cubicBezTo>
                  <a:cubicBezTo>
                    <a:pt x="742" y="211"/>
                    <a:pt x="742" y="211"/>
                    <a:pt x="742" y="211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2" name="フリーフォーム: 図形 131">
              <a:extLst>
                <a:ext uri="{FF2B5EF4-FFF2-40B4-BE49-F238E27FC236}">
                  <a16:creationId xmlns:a16="http://schemas.microsoft.com/office/drawing/2014/main" id="{2D8E8C6A-CEE1-D843-01E3-70E69E64A441}"/>
                </a:ext>
              </a:extLst>
            </p:cNvPr>
            <p:cNvSpPr/>
            <p:nvPr/>
          </p:nvSpPr>
          <p:spPr>
            <a:xfrm>
              <a:off x="6850389" y="1124833"/>
              <a:ext cx="10425" cy="6978"/>
            </a:xfrm>
            <a:custGeom>
              <a:avLst/>
              <a:gdLst>
                <a:gd name="connsiteX0" fmla="*/ 748 w 10425"/>
                <a:gd name="connsiteY0" fmla="*/ 197 h 6978"/>
                <a:gd name="connsiteX1" fmla="*/ 11174 w 10425"/>
                <a:gd name="connsiteY1" fmla="*/ 7176 h 6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425" h="6978">
                  <a:moveTo>
                    <a:pt x="748" y="197"/>
                  </a:moveTo>
                  <a:lnTo>
                    <a:pt x="11174" y="7176"/>
                  </a:ln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3" name="フリーフォーム: 図形 132">
              <a:extLst>
                <a:ext uri="{FF2B5EF4-FFF2-40B4-BE49-F238E27FC236}">
                  <a16:creationId xmlns:a16="http://schemas.microsoft.com/office/drawing/2014/main" id="{1833DB21-FE46-6773-5CB9-926897DF1B8E}"/>
                </a:ext>
              </a:extLst>
            </p:cNvPr>
            <p:cNvSpPr/>
            <p:nvPr/>
          </p:nvSpPr>
          <p:spPr>
            <a:xfrm>
              <a:off x="6721474" y="1083719"/>
              <a:ext cx="30574" cy="45481"/>
            </a:xfrm>
            <a:custGeom>
              <a:avLst/>
              <a:gdLst>
                <a:gd name="connsiteX0" fmla="*/ 728 w 30574"/>
                <a:gd name="connsiteY0" fmla="*/ 45674 h 45481"/>
                <a:gd name="connsiteX1" fmla="*/ 9718 w 30574"/>
                <a:gd name="connsiteY1" fmla="*/ 23492 h 45481"/>
                <a:gd name="connsiteX2" fmla="*/ 25803 w 30574"/>
                <a:gd name="connsiteY2" fmla="*/ 5039 h 45481"/>
                <a:gd name="connsiteX3" fmla="*/ 31302 w 30574"/>
                <a:gd name="connsiteY3" fmla="*/ 193 h 4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4" h="45481">
                  <a:moveTo>
                    <a:pt x="728" y="45674"/>
                  </a:moveTo>
                  <a:cubicBezTo>
                    <a:pt x="728" y="45674"/>
                    <a:pt x="2736" y="33903"/>
                    <a:pt x="9718" y="23492"/>
                  </a:cubicBezTo>
                  <a:cubicBezTo>
                    <a:pt x="16701" y="13080"/>
                    <a:pt x="20303" y="9885"/>
                    <a:pt x="25803" y="5039"/>
                  </a:cubicBezTo>
                  <a:cubicBezTo>
                    <a:pt x="31302" y="193"/>
                    <a:pt x="31302" y="193"/>
                    <a:pt x="31302" y="193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4" name="フリーフォーム: 図形 133">
              <a:extLst>
                <a:ext uri="{FF2B5EF4-FFF2-40B4-BE49-F238E27FC236}">
                  <a16:creationId xmlns:a16="http://schemas.microsoft.com/office/drawing/2014/main" id="{D63468F1-EBF0-76A4-AD1A-12EF52FDA3AD}"/>
                </a:ext>
              </a:extLst>
            </p:cNvPr>
            <p:cNvSpPr/>
            <p:nvPr/>
          </p:nvSpPr>
          <p:spPr>
            <a:xfrm>
              <a:off x="6727278" y="1102010"/>
              <a:ext cx="35776" cy="45645"/>
            </a:xfrm>
            <a:custGeom>
              <a:avLst/>
              <a:gdLst>
                <a:gd name="connsiteX0" fmla="*/ 1270 w 35776"/>
                <a:gd name="connsiteY0" fmla="*/ 38571 h 45645"/>
                <a:gd name="connsiteX1" fmla="*/ 2210 w 35776"/>
                <a:gd name="connsiteY1" fmla="*/ 24052 h 45645"/>
                <a:gd name="connsiteX2" fmla="*/ 12349 w 35776"/>
                <a:gd name="connsiteY2" fmla="*/ 4545 h 45645"/>
                <a:gd name="connsiteX3" fmla="*/ 18550 w 35776"/>
                <a:gd name="connsiteY3" fmla="*/ 459 h 45645"/>
                <a:gd name="connsiteX4" fmla="*/ 36340 w 35776"/>
                <a:gd name="connsiteY4" fmla="*/ 12453 h 45645"/>
                <a:gd name="connsiteX5" fmla="*/ 33710 w 35776"/>
                <a:gd name="connsiteY5" fmla="*/ 17990 h 45645"/>
                <a:gd name="connsiteX6" fmla="*/ 25404 w 35776"/>
                <a:gd name="connsiteY6" fmla="*/ 30642 h 45645"/>
                <a:gd name="connsiteX7" fmla="*/ 21021 w 35776"/>
                <a:gd name="connsiteY7" fmla="*/ 45842 h 4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776" h="45645">
                  <a:moveTo>
                    <a:pt x="1270" y="38571"/>
                  </a:moveTo>
                  <a:cubicBezTo>
                    <a:pt x="1270" y="38571"/>
                    <a:pt x="-436" y="31565"/>
                    <a:pt x="2210" y="24052"/>
                  </a:cubicBezTo>
                  <a:cubicBezTo>
                    <a:pt x="4841" y="16539"/>
                    <a:pt x="7997" y="9686"/>
                    <a:pt x="12349" y="4545"/>
                  </a:cubicBezTo>
                  <a:cubicBezTo>
                    <a:pt x="16701" y="-594"/>
                    <a:pt x="16972" y="64"/>
                    <a:pt x="18550" y="459"/>
                  </a:cubicBezTo>
                  <a:cubicBezTo>
                    <a:pt x="20128" y="855"/>
                    <a:pt x="35941" y="11267"/>
                    <a:pt x="36340" y="12453"/>
                  </a:cubicBezTo>
                  <a:cubicBezTo>
                    <a:pt x="36739" y="13639"/>
                    <a:pt x="36611" y="14430"/>
                    <a:pt x="33710" y="17990"/>
                  </a:cubicBezTo>
                  <a:cubicBezTo>
                    <a:pt x="30809" y="21548"/>
                    <a:pt x="28561" y="23920"/>
                    <a:pt x="25404" y="30642"/>
                  </a:cubicBezTo>
                  <a:cubicBezTo>
                    <a:pt x="22232" y="37364"/>
                    <a:pt x="21021" y="45842"/>
                    <a:pt x="21021" y="45842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5" name="フリーフォーム: 図形 134">
              <a:extLst>
                <a:ext uri="{FF2B5EF4-FFF2-40B4-BE49-F238E27FC236}">
                  <a16:creationId xmlns:a16="http://schemas.microsoft.com/office/drawing/2014/main" id="{CFAF9F5C-DC36-0089-AAC7-C51CC1CB495D}"/>
                </a:ext>
              </a:extLst>
            </p:cNvPr>
            <p:cNvSpPr/>
            <p:nvPr/>
          </p:nvSpPr>
          <p:spPr>
            <a:xfrm>
              <a:off x="6756630" y="1086790"/>
              <a:ext cx="25802" cy="17437"/>
            </a:xfrm>
            <a:custGeom>
              <a:avLst/>
              <a:gdLst>
                <a:gd name="connsiteX0" fmla="*/ 26536 w 25802"/>
                <a:gd name="connsiteY0" fmla="*/ 13337 h 17437"/>
                <a:gd name="connsiteX1" fmla="*/ 20574 w 25802"/>
                <a:gd name="connsiteY1" fmla="*/ 17388 h 17437"/>
                <a:gd name="connsiteX2" fmla="*/ 13719 w 25802"/>
                <a:gd name="connsiteY2" fmla="*/ 14225 h 17437"/>
                <a:gd name="connsiteX3" fmla="*/ 1190 w 25802"/>
                <a:gd name="connsiteY3" fmla="*/ 4338 h 17437"/>
                <a:gd name="connsiteX4" fmla="*/ 1461 w 25802"/>
                <a:gd name="connsiteY4" fmla="*/ 1308 h 17437"/>
                <a:gd name="connsiteX5" fmla="*/ 8315 w 25802"/>
                <a:gd name="connsiteY5" fmla="*/ 913 h 17437"/>
                <a:gd name="connsiteX6" fmla="*/ 10818 w 25802"/>
                <a:gd name="connsiteY6" fmla="*/ 2362 h 17437"/>
                <a:gd name="connsiteX7" fmla="*/ 13863 w 25802"/>
                <a:gd name="connsiteY7" fmla="*/ 5416 h 17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02" h="17437">
                  <a:moveTo>
                    <a:pt x="26536" y="13337"/>
                  </a:moveTo>
                  <a:cubicBezTo>
                    <a:pt x="26536" y="13337"/>
                    <a:pt x="21227" y="16597"/>
                    <a:pt x="20574" y="17388"/>
                  </a:cubicBezTo>
                  <a:cubicBezTo>
                    <a:pt x="19904" y="18178"/>
                    <a:pt x="16621" y="16992"/>
                    <a:pt x="13719" y="14225"/>
                  </a:cubicBezTo>
                  <a:cubicBezTo>
                    <a:pt x="10818" y="11456"/>
                    <a:pt x="1716" y="5657"/>
                    <a:pt x="1190" y="4338"/>
                  </a:cubicBezTo>
                  <a:cubicBezTo>
                    <a:pt x="663" y="3020"/>
                    <a:pt x="409" y="2099"/>
                    <a:pt x="1461" y="1308"/>
                  </a:cubicBezTo>
                  <a:cubicBezTo>
                    <a:pt x="2513" y="517"/>
                    <a:pt x="5812" y="-538"/>
                    <a:pt x="8315" y="913"/>
                  </a:cubicBezTo>
                  <a:cubicBezTo>
                    <a:pt x="10818" y="2362"/>
                    <a:pt x="10818" y="2362"/>
                    <a:pt x="10818" y="2362"/>
                  </a:cubicBezTo>
                  <a:lnTo>
                    <a:pt x="13863" y="5416"/>
                  </a:ln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6" name="フリーフォーム: 図形 135">
              <a:extLst>
                <a:ext uri="{FF2B5EF4-FFF2-40B4-BE49-F238E27FC236}">
                  <a16:creationId xmlns:a16="http://schemas.microsoft.com/office/drawing/2014/main" id="{64013B8F-84E9-5906-6F87-0D578C91FB12}"/>
                </a:ext>
              </a:extLst>
            </p:cNvPr>
            <p:cNvSpPr/>
            <p:nvPr/>
          </p:nvSpPr>
          <p:spPr>
            <a:xfrm>
              <a:off x="6811317" y="1177664"/>
              <a:ext cx="33555" cy="24253"/>
            </a:xfrm>
            <a:custGeom>
              <a:avLst/>
              <a:gdLst>
                <a:gd name="connsiteX0" fmla="*/ 744 w 33555"/>
                <a:gd name="connsiteY0" fmla="*/ 8969 h 24253"/>
                <a:gd name="connsiteX1" fmla="*/ 21387 w 33555"/>
                <a:gd name="connsiteY1" fmla="*/ 24460 h 24253"/>
                <a:gd name="connsiteX2" fmla="*/ 25340 w 33555"/>
                <a:gd name="connsiteY2" fmla="*/ 16815 h 24253"/>
                <a:gd name="connsiteX3" fmla="*/ 34299 w 33555"/>
                <a:gd name="connsiteY3" fmla="*/ 207 h 24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555" h="24253">
                  <a:moveTo>
                    <a:pt x="744" y="8969"/>
                  </a:moveTo>
                  <a:cubicBezTo>
                    <a:pt x="744" y="8969"/>
                    <a:pt x="19665" y="24591"/>
                    <a:pt x="21387" y="24460"/>
                  </a:cubicBezTo>
                  <a:cubicBezTo>
                    <a:pt x="23092" y="24328"/>
                    <a:pt x="24288" y="22088"/>
                    <a:pt x="25340" y="16815"/>
                  </a:cubicBezTo>
                  <a:cubicBezTo>
                    <a:pt x="26392" y="11543"/>
                    <a:pt x="34299" y="207"/>
                    <a:pt x="34299" y="207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7" name="フリーフォーム: 図形 136">
              <a:extLst>
                <a:ext uri="{FF2B5EF4-FFF2-40B4-BE49-F238E27FC236}">
                  <a16:creationId xmlns:a16="http://schemas.microsoft.com/office/drawing/2014/main" id="{ADFA05BE-750D-4C36-3A41-5CFECFDD3863}"/>
                </a:ext>
              </a:extLst>
            </p:cNvPr>
            <p:cNvSpPr/>
            <p:nvPr/>
          </p:nvSpPr>
          <p:spPr>
            <a:xfrm>
              <a:off x="6834432" y="1199514"/>
              <a:ext cx="114280" cy="139744"/>
            </a:xfrm>
            <a:custGeom>
              <a:avLst/>
              <a:gdLst>
                <a:gd name="connsiteX0" fmla="*/ 755 w 114280"/>
                <a:gd name="connsiteY0" fmla="*/ 221 h 139744"/>
                <a:gd name="connsiteX1" fmla="*/ 1440 w 114280"/>
                <a:gd name="connsiteY1" fmla="*/ 14355 h 139744"/>
                <a:gd name="connsiteX2" fmla="*/ 5266 w 114280"/>
                <a:gd name="connsiteY2" fmla="*/ 41242 h 139744"/>
                <a:gd name="connsiteX3" fmla="*/ 18577 w 114280"/>
                <a:gd name="connsiteY3" fmla="*/ 78157 h 139744"/>
                <a:gd name="connsiteX4" fmla="*/ 72489 w 114280"/>
                <a:gd name="connsiteY4" fmla="*/ 123486 h 139744"/>
                <a:gd name="connsiteX5" fmla="*/ 106938 w 114280"/>
                <a:gd name="connsiteY5" fmla="*/ 138226 h 139744"/>
                <a:gd name="connsiteX6" fmla="*/ 115036 w 114280"/>
                <a:gd name="connsiteY6" fmla="*/ 139966 h 139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280" h="139744">
                  <a:moveTo>
                    <a:pt x="755" y="221"/>
                  </a:moveTo>
                  <a:cubicBezTo>
                    <a:pt x="755" y="221"/>
                    <a:pt x="914" y="11455"/>
                    <a:pt x="1440" y="14355"/>
                  </a:cubicBezTo>
                  <a:cubicBezTo>
                    <a:pt x="1966" y="17254"/>
                    <a:pt x="3688" y="31488"/>
                    <a:pt x="5266" y="41242"/>
                  </a:cubicBezTo>
                  <a:cubicBezTo>
                    <a:pt x="6844" y="50995"/>
                    <a:pt x="11323" y="71313"/>
                    <a:pt x="18577" y="78157"/>
                  </a:cubicBezTo>
                  <a:cubicBezTo>
                    <a:pt x="25830" y="85000"/>
                    <a:pt x="55353" y="115843"/>
                    <a:pt x="72489" y="123486"/>
                  </a:cubicBezTo>
                  <a:cubicBezTo>
                    <a:pt x="89626" y="131132"/>
                    <a:pt x="98840" y="136483"/>
                    <a:pt x="106938" y="138226"/>
                  </a:cubicBezTo>
                  <a:cubicBezTo>
                    <a:pt x="115036" y="139966"/>
                    <a:pt x="115036" y="139966"/>
                    <a:pt x="115036" y="139966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8" name="フリーフォーム: 図形 137">
              <a:extLst>
                <a:ext uri="{FF2B5EF4-FFF2-40B4-BE49-F238E27FC236}">
                  <a16:creationId xmlns:a16="http://schemas.microsoft.com/office/drawing/2014/main" id="{6605A3BB-CAE3-F0B1-6F22-1120B88D77D9}"/>
                </a:ext>
              </a:extLst>
            </p:cNvPr>
            <p:cNvSpPr/>
            <p:nvPr/>
          </p:nvSpPr>
          <p:spPr>
            <a:xfrm>
              <a:off x="7054821" y="1306132"/>
              <a:ext cx="64160" cy="40169"/>
            </a:xfrm>
            <a:custGeom>
              <a:avLst/>
              <a:gdLst>
                <a:gd name="connsiteX0" fmla="*/ 2250 w 64160"/>
                <a:gd name="connsiteY0" fmla="*/ 38099 h 40169"/>
                <a:gd name="connsiteX1" fmla="*/ 1071 w 64160"/>
                <a:gd name="connsiteY1" fmla="*/ 29270 h 40169"/>
                <a:gd name="connsiteX2" fmla="*/ 8451 w 64160"/>
                <a:gd name="connsiteY2" fmla="*/ 17802 h 40169"/>
                <a:gd name="connsiteX3" fmla="*/ 25189 w 64160"/>
                <a:gd name="connsiteY3" fmla="*/ 5808 h 40169"/>
                <a:gd name="connsiteX4" fmla="*/ 25843 w 64160"/>
                <a:gd name="connsiteY4" fmla="*/ 2908 h 40169"/>
                <a:gd name="connsiteX5" fmla="*/ 30466 w 64160"/>
                <a:gd name="connsiteY5" fmla="*/ 2513 h 40169"/>
                <a:gd name="connsiteX6" fmla="*/ 35997 w 64160"/>
                <a:gd name="connsiteY6" fmla="*/ 536 h 40169"/>
                <a:gd name="connsiteX7" fmla="*/ 43776 w 64160"/>
                <a:gd name="connsiteY7" fmla="*/ 536 h 40169"/>
                <a:gd name="connsiteX8" fmla="*/ 49834 w 64160"/>
                <a:gd name="connsiteY8" fmla="*/ 4227 h 40169"/>
                <a:gd name="connsiteX9" fmla="*/ 50360 w 64160"/>
                <a:gd name="connsiteY9" fmla="*/ 10289 h 40169"/>
                <a:gd name="connsiteX10" fmla="*/ 64595 w 64160"/>
                <a:gd name="connsiteY10" fmla="*/ 20438 h 40169"/>
                <a:gd name="connsiteX11" fmla="*/ 64468 w 64160"/>
                <a:gd name="connsiteY11" fmla="*/ 22680 h 40169"/>
                <a:gd name="connsiteX12" fmla="*/ 47985 w 64160"/>
                <a:gd name="connsiteY12" fmla="*/ 14111 h 40169"/>
                <a:gd name="connsiteX13" fmla="*/ 48128 w 64160"/>
                <a:gd name="connsiteY13" fmla="*/ 22680 h 40169"/>
                <a:gd name="connsiteX14" fmla="*/ 46279 w 64160"/>
                <a:gd name="connsiteY14" fmla="*/ 28082 h 40169"/>
                <a:gd name="connsiteX15" fmla="*/ 55892 w 64160"/>
                <a:gd name="connsiteY15" fmla="*/ 34541 h 40169"/>
                <a:gd name="connsiteX16" fmla="*/ 56290 w 64160"/>
                <a:gd name="connsiteY16" fmla="*/ 36913 h 40169"/>
                <a:gd name="connsiteX17" fmla="*/ 53787 w 64160"/>
                <a:gd name="connsiteY17" fmla="*/ 36913 h 40169"/>
                <a:gd name="connsiteX18" fmla="*/ 44031 w 64160"/>
                <a:gd name="connsiteY18" fmla="*/ 30982 h 40169"/>
                <a:gd name="connsiteX19" fmla="*/ 37846 w 64160"/>
                <a:gd name="connsiteY19" fmla="*/ 34804 h 40169"/>
                <a:gd name="connsiteX20" fmla="*/ 19514 w 64160"/>
                <a:gd name="connsiteY20" fmla="*/ 38890 h 40169"/>
                <a:gd name="connsiteX21" fmla="*/ 2250 w 64160"/>
                <a:gd name="connsiteY21" fmla="*/ 38099 h 40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4160" h="40169">
                  <a:moveTo>
                    <a:pt x="2250" y="38099"/>
                  </a:moveTo>
                  <a:cubicBezTo>
                    <a:pt x="2250" y="38099"/>
                    <a:pt x="18" y="34409"/>
                    <a:pt x="1071" y="29270"/>
                  </a:cubicBezTo>
                  <a:cubicBezTo>
                    <a:pt x="2122" y="24129"/>
                    <a:pt x="4625" y="20438"/>
                    <a:pt x="8451" y="17802"/>
                  </a:cubicBezTo>
                  <a:cubicBezTo>
                    <a:pt x="12277" y="15167"/>
                    <a:pt x="24392" y="7126"/>
                    <a:pt x="25189" y="5808"/>
                  </a:cubicBezTo>
                  <a:cubicBezTo>
                    <a:pt x="25986" y="4489"/>
                    <a:pt x="23739" y="3304"/>
                    <a:pt x="25843" y="2908"/>
                  </a:cubicBezTo>
                  <a:cubicBezTo>
                    <a:pt x="27963" y="2513"/>
                    <a:pt x="29015" y="3171"/>
                    <a:pt x="30466" y="2513"/>
                  </a:cubicBezTo>
                  <a:cubicBezTo>
                    <a:pt x="31916" y="1854"/>
                    <a:pt x="32299" y="1064"/>
                    <a:pt x="35997" y="536"/>
                  </a:cubicBezTo>
                  <a:cubicBezTo>
                    <a:pt x="39680" y="8"/>
                    <a:pt x="43250" y="272"/>
                    <a:pt x="43776" y="536"/>
                  </a:cubicBezTo>
                  <a:cubicBezTo>
                    <a:pt x="44302" y="799"/>
                    <a:pt x="49436" y="3436"/>
                    <a:pt x="49834" y="4227"/>
                  </a:cubicBezTo>
                  <a:cubicBezTo>
                    <a:pt x="50232" y="5017"/>
                    <a:pt x="50360" y="10289"/>
                    <a:pt x="50360" y="10289"/>
                  </a:cubicBezTo>
                  <a:cubicBezTo>
                    <a:pt x="50360" y="10289"/>
                    <a:pt x="64468" y="19648"/>
                    <a:pt x="64595" y="20438"/>
                  </a:cubicBezTo>
                  <a:cubicBezTo>
                    <a:pt x="64723" y="21229"/>
                    <a:pt x="65392" y="22283"/>
                    <a:pt x="64468" y="22680"/>
                  </a:cubicBezTo>
                  <a:cubicBezTo>
                    <a:pt x="63543" y="23075"/>
                    <a:pt x="47985" y="14111"/>
                    <a:pt x="47985" y="14111"/>
                  </a:cubicBezTo>
                  <a:cubicBezTo>
                    <a:pt x="47985" y="14111"/>
                    <a:pt x="48654" y="19515"/>
                    <a:pt x="48128" y="22680"/>
                  </a:cubicBezTo>
                  <a:cubicBezTo>
                    <a:pt x="47602" y="25842"/>
                    <a:pt x="46279" y="28082"/>
                    <a:pt x="46279" y="28082"/>
                  </a:cubicBezTo>
                  <a:cubicBezTo>
                    <a:pt x="46279" y="28082"/>
                    <a:pt x="55238" y="33751"/>
                    <a:pt x="55892" y="34541"/>
                  </a:cubicBezTo>
                  <a:cubicBezTo>
                    <a:pt x="56561" y="35332"/>
                    <a:pt x="56290" y="36913"/>
                    <a:pt x="56290" y="36913"/>
                  </a:cubicBezTo>
                  <a:cubicBezTo>
                    <a:pt x="56290" y="36913"/>
                    <a:pt x="56417" y="38627"/>
                    <a:pt x="53787" y="36913"/>
                  </a:cubicBezTo>
                  <a:cubicBezTo>
                    <a:pt x="51157" y="35200"/>
                    <a:pt x="44031" y="30982"/>
                    <a:pt x="44031" y="30982"/>
                  </a:cubicBezTo>
                  <a:cubicBezTo>
                    <a:pt x="44031" y="30982"/>
                    <a:pt x="41401" y="34146"/>
                    <a:pt x="37846" y="34804"/>
                  </a:cubicBezTo>
                  <a:cubicBezTo>
                    <a:pt x="34275" y="35464"/>
                    <a:pt x="22288" y="39022"/>
                    <a:pt x="19514" y="38890"/>
                  </a:cubicBezTo>
                  <a:cubicBezTo>
                    <a:pt x="16756" y="38759"/>
                    <a:pt x="5677" y="42845"/>
                    <a:pt x="2250" y="38099"/>
                  </a:cubicBezTo>
                  <a:close/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9" name="フリーフォーム: 図形 138">
              <a:extLst>
                <a:ext uri="{FF2B5EF4-FFF2-40B4-BE49-F238E27FC236}">
                  <a16:creationId xmlns:a16="http://schemas.microsoft.com/office/drawing/2014/main" id="{C197A55D-B302-4787-3DD1-2BA568E2285E}"/>
                </a:ext>
              </a:extLst>
            </p:cNvPr>
            <p:cNvSpPr/>
            <p:nvPr/>
          </p:nvSpPr>
          <p:spPr>
            <a:xfrm>
              <a:off x="7099578" y="1315722"/>
              <a:ext cx="4814" cy="4289"/>
            </a:xfrm>
            <a:custGeom>
              <a:avLst/>
              <a:gdLst>
                <a:gd name="connsiteX0" fmla="*/ 5606 w 4814"/>
                <a:gd name="connsiteY0" fmla="*/ 697 h 4289"/>
                <a:gd name="connsiteX1" fmla="*/ 2656 w 4814"/>
                <a:gd name="connsiteY1" fmla="*/ 573 h 4289"/>
                <a:gd name="connsiteX2" fmla="*/ 791 w 4814"/>
                <a:gd name="connsiteY2" fmla="*/ 2903 h 4289"/>
                <a:gd name="connsiteX3" fmla="*/ 3231 w 4814"/>
                <a:gd name="connsiteY3" fmla="*/ 4520 h 4289"/>
                <a:gd name="connsiteX4" fmla="*/ 3231 w 4814"/>
                <a:gd name="connsiteY4" fmla="*/ 4520 h 4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14" h="4289">
                  <a:moveTo>
                    <a:pt x="5606" y="697"/>
                  </a:moveTo>
                  <a:cubicBezTo>
                    <a:pt x="5606" y="697"/>
                    <a:pt x="3693" y="-266"/>
                    <a:pt x="2656" y="573"/>
                  </a:cubicBezTo>
                  <a:cubicBezTo>
                    <a:pt x="1636" y="1411"/>
                    <a:pt x="791" y="2903"/>
                    <a:pt x="791" y="2903"/>
                  </a:cubicBezTo>
                  <a:lnTo>
                    <a:pt x="3231" y="4520"/>
                  </a:lnTo>
                  <a:lnTo>
                    <a:pt x="3231" y="4520"/>
                  </a:ln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0" name="フリーフォーム: 図形 139">
              <a:extLst>
                <a:ext uri="{FF2B5EF4-FFF2-40B4-BE49-F238E27FC236}">
                  <a16:creationId xmlns:a16="http://schemas.microsoft.com/office/drawing/2014/main" id="{D1D13F6E-208B-9C75-5306-3B0516CC32E0}"/>
                </a:ext>
              </a:extLst>
            </p:cNvPr>
            <p:cNvSpPr/>
            <p:nvPr/>
          </p:nvSpPr>
          <p:spPr>
            <a:xfrm>
              <a:off x="7091136" y="1329906"/>
              <a:ext cx="9175" cy="6977"/>
            </a:xfrm>
            <a:custGeom>
              <a:avLst/>
              <a:gdLst>
                <a:gd name="connsiteX0" fmla="*/ 7717 w 9175"/>
                <a:gd name="connsiteY0" fmla="*/ 7209 h 6977"/>
                <a:gd name="connsiteX1" fmla="*/ 1230 w 9175"/>
                <a:gd name="connsiteY1" fmla="*/ 3261 h 6977"/>
                <a:gd name="connsiteX2" fmla="*/ 1038 w 9175"/>
                <a:gd name="connsiteY2" fmla="*/ 932 h 6977"/>
                <a:gd name="connsiteX3" fmla="*/ 4577 w 9175"/>
                <a:gd name="connsiteY3" fmla="*/ 372 h 6977"/>
                <a:gd name="connsiteX4" fmla="*/ 9965 w 9175"/>
                <a:gd name="connsiteY4" fmla="*/ 4310 h 6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75" h="6977">
                  <a:moveTo>
                    <a:pt x="7717" y="7209"/>
                  </a:moveTo>
                  <a:lnTo>
                    <a:pt x="1230" y="3261"/>
                  </a:lnTo>
                  <a:cubicBezTo>
                    <a:pt x="1230" y="3261"/>
                    <a:pt x="385" y="2049"/>
                    <a:pt x="1038" y="932"/>
                  </a:cubicBezTo>
                  <a:cubicBezTo>
                    <a:pt x="1692" y="-187"/>
                    <a:pt x="4577" y="372"/>
                    <a:pt x="4577" y="372"/>
                  </a:cubicBezTo>
                  <a:lnTo>
                    <a:pt x="9965" y="4310"/>
                  </a:ln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1" name="フリーフォーム: 図形 140">
              <a:extLst>
                <a:ext uri="{FF2B5EF4-FFF2-40B4-BE49-F238E27FC236}">
                  <a16:creationId xmlns:a16="http://schemas.microsoft.com/office/drawing/2014/main" id="{0711E037-0799-0533-C27D-44E1E70B2F60}"/>
                </a:ext>
              </a:extLst>
            </p:cNvPr>
            <p:cNvSpPr/>
            <p:nvPr/>
          </p:nvSpPr>
          <p:spPr>
            <a:xfrm>
              <a:off x="7070470" y="1318265"/>
              <a:ext cx="21105" cy="16075"/>
            </a:xfrm>
            <a:custGeom>
              <a:avLst/>
              <a:gdLst>
                <a:gd name="connsiteX0" fmla="*/ 788 w 21105"/>
                <a:gd name="connsiteY0" fmla="*/ 231 h 16075"/>
                <a:gd name="connsiteX1" fmla="*/ 12010 w 21105"/>
                <a:gd name="connsiteY1" fmla="*/ 10708 h 16075"/>
                <a:gd name="connsiteX2" fmla="*/ 15262 w 21105"/>
                <a:gd name="connsiteY2" fmla="*/ 12104 h 16075"/>
                <a:gd name="connsiteX3" fmla="*/ 20108 w 21105"/>
                <a:gd name="connsiteY3" fmla="*/ 15927 h 16075"/>
                <a:gd name="connsiteX4" fmla="*/ 21894 w 21105"/>
                <a:gd name="connsiteY4" fmla="*/ 14900 h 16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105" h="16075">
                  <a:moveTo>
                    <a:pt x="788" y="231"/>
                  </a:moveTo>
                  <a:cubicBezTo>
                    <a:pt x="788" y="231"/>
                    <a:pt x="10607" y="9775"/>
                    <a:pt x="12010" y="10708"/>
                  </a:cubicBezTo>
                  <a:cubicBezTo>
                    <a:pt x="13413" y="11639"/>
                    <a:pt x="13413" y="10893"/>
                    <a:pt x="15262" y="12104"/>
                  </a:cubicBezTo>
                  <a:cubicBezTo>
                    <a:pt x="17127" y="13317"/>
                    <a:pt x="18658" y="17593"/>
                    <a:pt x="20108" y="15927"/>
                  </a:cubicBezTo>
                  <a:cubicBezTo>
                    <a:pt x="21574" y="14259"/>
                    <a:pt x="21894" y="14900"/>
                    <a:pt x="21894" y="14900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2" name="フリーフォーム: 図形 141">
              <a:extLst>
                <a:ext uri="{FF2B5EF4-FFF2-40B4-BE49-F238E27FC236}">
                  <a16:creationId xmlns:a16="http://schemas.microsoft.com/office/drawing/2014/main" id="{0922EB69-8514-EE48-AB19-F8A97C59046C}"/>
                </a:ext>
              </a:extLst>
            </p:cNvPr>
            <p:cNvSpPr/>
            <p:nvPr/>
          </p:nvSpPr>
          <p:spPr>
            <a:xfrm>
              <a:off x="7092803" y="1319204"/>
              <a:ext cx="8002" cy="10731"/>
            </a:xfrm>
            <a:custGeom>
              <a:avLst/>
              <a:gdLst>
                <a:gd name="connsiteX0" fmla="*/ 8793 w 8002"/>
                <a:gd name="connsiteY0" fmla="*/ 231 h 10731"/>
                <a:gd name="connsiteX1" fmla="*/ 6083 w 8002"/>
                <a:gd name="connsiteY1" fmla="*/ 5388 h 10731"/>
                <a:gd name="connsiteX2" fmla="*/ 790 w 8002"/>
                <a:gd name="connsiteY2" fmla="*/ 10962 h 10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02" h="10731">
                  <a:moveTo>
                    <a:pt x="8793" y="231"/>
                  </a:moveTo>
                  <a:cubicBezTo>
                    <a:pt x="8793" y="231"/>
                    <a:pt x="7661" y="3617"/>
                    <a:pt x="6083" y="5388"/>
                  </a:cubicBezTo>
                  <a:cubicBezTo>
                    <a:pt x="4489" y="7157"/>
                    <a:pt x="790" y="10962"/>
                    <a:pt x="790" y="10962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3" name="フリーフォーム: 図形 142">
              <a:extLst>
                <a:ext uri="{FF2B5EF4-FFF2-40B4-BE49-F238E27FC236}">
                  <a16:creationId xmlns:a16="http://schemas.microsoft.com/office/drawing/2014/main" id="{67D5AC8F-F928-8B83-A625-73CA11E43C6B}"/>
                </a:ext>
              </a:extLst>
            </p:cNvPr>
            <p:cNvSpPr/>
            <p:nvPr/>
          </p:nvSpPr>
          <p:spPr>
            <a:xfrm>
              <a:off x="6927720" y="1232466"/>
              <a:ext cx="201587" cy="86636"/>
            </a:xfrm>
            <a:custGeom>
              <a:avLst/>
              <a:gdLst>
                <a:gd name="connsiteX0" fmla="*/ 10851 w 201587"/>
                <a:gd name="connsiteY0" fmla="*/ 51015 h 86636"/>
                <a:gd name="connsiteX1" fmla="*/ 3025 w 201587"/>
                <a:gd name="connsiteY1" fmla="*/ 58751 h 86636"/>
                <a:gd name="connsiteX2" fmla="*/ 3120 w 201587"/>
                <a:gd name="connsiteY2" fmla="*/ 76832 h 86636"/>
                <a:gd name="connsiteX3" fmla="*/ 25947 w 201587"/>
                <a:gd name="connsiteY3" fmla="*/ 86804 h 86636"/>
                <a:gd name="connsiteX4" fmla="*/ 80195 w 201587"/>
                <a:gd name="connsiteY4" fmla="*/ 80933 h 86636"/>
                <a:gd name="connsiteX5" fmla="*/ 134808 w 201587"/>
                <a:gd name="connsiteY5" fmla="*/ 58099 h 86636"/>
                <a:gd name="connsiteX6" fmla="*/ 180750 w 201587"/>
                <a:gd name="connsiteY6" fmla="*/ 25014 h 86636"/>
                <a:gd name="connsiteX7" fmla="*/ 202366 w 201587"/>
                <a:gd name="connsiteY7" fmla="*/ 222 h 86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1587" h="86636">
                  <a:moveTo>
                    <a:pt x="10851" y="51015"/>
                  </a:moveTo>
                  <a:cubicBezTo>
                    <a:pt x="10851" y="51015"/>
                    <a:pt x="5352" y="51015"/>
                    <a:pt x="3025" y="58751"/>
                  </a:cubicBezTo>
                  <a:cubicBezTo>
                    <a:pt x="697" y="66487"/>
                    <a:pt x="-610" y="71520"/>
                    <a:pt x="3120" y="76832"/>
                  </a:cubicBezTo>
                  <a:cubicBezTo>
                    <a:pt x="6834" y="82145"/>
                    <a:pt x="8046" y="86431"/>
                    <a:pt x="25947" y="86804"/>
                  </a:cubicBezTo>
                  <a:cubicBezTo>
                    <a:pt x="43833" y="87177"/>
                    <a:pt x="65656" y="85687"/>
                    <a:pt x="80195" y="80933"/>
                  </a:cubicBezTo>
                  <a:cubicBezTo>
                    <a:pt x="94733" y="76180"/>
                    <a:pt x="123809" y="65276"/>
                    <a:pt x="134808" y="58099"/>
                  </a:cubicBezTo>
                  <a:cubicBezTo>
                    <a:pt x="145808" y="50923"/>
                    <a:pt x="168269" y="37875"/>
                    <a:pt x="180750" y="25014"/>
                  </a:cubicBezTo>
                  <a:cubicBezTo>
                    <a:pt x="193232" y="12151"/>
                    <a:pt x="202366" y="222"/>
                    <a:pt x="202366" y="222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4" name="フリーフォーム: 図形 143">
              <a:extLst>
                <a:ext uri="{FF2B5EF4-FFF2-40B4-BE49-F238E27FC236}">
                  <a16:creationId xmlns:a16="http://schemas.microsoft.com/office/drawing/2014/main" id="{995E979C-90F7-08E7-FCEF-86A73DED0FA7}"/>
                </a:ext>
              </a:extLst>
            </p:cNvPr>
            <p:cNvSpPr/>
            <p:nvPr/>
          </p:nvSpPr>
          <p:spPr>
            <a:xfrm>
              <a:off x="7107293" y="1247521"/>
              <a:ext cx="44682" cy="48899"/>
            </a:xfrm>
            <a:custGeom>
              <a:avLst/>
              <a:gdLst>
                <a:gd name="connsiteX0" fmla="*/ 796 w 44682"/>
                <a:gd name="connsiteY0" fmla="*/ 49121 h 48899"/>
                <a:gd name="connsiteX1" fmla="*/ 23990 w 44682"/>
                <a:gd name="connsiteY1" fmla="*/ 29218 h 48899"/>
                <a:gd name="connsiteX2" fmla="*/ 41127 w 44682"/>
                <a:gd name="connsiteY2" fmla="*/ 8262 h 48899"/>
                <a:gd name="connsiteX3" fmla="*/ 45479 w 44682"/>
                <a:gd name="connsiteY3" fmla="*/ 222 h 48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682" h="48899">
                  <a:moveTo>
                    <a:pt x="796" y="49121"/>
                  </a:moveTo>
                  <a:cubicBezTo>
                    <a:pt x="796" y="49121"/>
                    <a:pt x="19383" y="34622"/>
                    <a:pt x="23990" y="29218"/>
                  </a:cubicBezTo>
                  <a:cubicBezTo>
                    <a:pt x="28613" y="23814"/>
                    <a:pt x="36775" y="16169"/>
                    <a:pt x="41127" y="8262"/>
                  </a:cubicBezTo>
                  <a:cubicBezTo>
                    <a:pt x="45479" y="354"/>
                    <a:pt x="45479" y="222"/>
                    <a:pt x="45479" y="222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5" name="フリーフォーム: 図形 144">
              <a:extLst>
                <a:ext uri="{FF2B5EF4-FFF2-40B4-BE49-F238E27FC236}">
                  <a16:creationId xmlns:a16="http://schemas.microsoft.com/office/drawing/2014/main" id="{47574F64-18BC-2D2F-F6EC-57BC9061117A}"/>
                </a:ext>
              </a:extLst>
            </p:cNvPr>
            <p:cNvSpPr/>
            <p:nvPr/>
          </p:nvSpPr>
          <p:spPr>
            <a:xfrm>
              <a:off x="7109015" y="1257395"/>
              <a:ext cx="42721" cy="44296"/>
            </a:xfrm>
            <a:custGeom>
              <a:avLst/>
              <a:gdLst>
                <a:gd name="connsiteX0" fmla="*/ 796 w 42721"/>
                <a:gd name="connsiteY0" fmla="*/ 44520 h 44296"/>
                <a:gd name="connsiteX1" fmla="*/ 22795 w 42721"/>
                <a:gd name="connsiteY1" fmla="*/ 24617 h 44296"/>
                <a:gd name="connsiteX2" fmla="*/ 39533 w 42721"/>
                <a:gd name="connsiteY2" fmla="*/ 5506 h 44296"/>
                <a:gd name="connsiteX3" fmla="*/ 43518 w 42721"/>
                <a:gd name="connsiteY3" fmla="*/ 229 h 4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21" h="44296">
                  <a:moveTo>
                    <a:pt x="796" y="44520"/>
                  </a:moveTo>
                  <a:cubicBezTo>
                    <a:pt x="796" y="44520"/>
                    <a:pt x="19639" y="28440"/>
                    <a:pt x="22795" y="24617"/>
                  </a:cubicBezTo>
                  <a:cubicBezTo>
                    <a:pt x="25967" y="20795"/>
                    <a:pt x="35564" y="11184"/>
                    <a:pt x="39533" y="5506"/>
                  </a:cubicBezTo>
                  <a:cubicBezTo>
                    <a:pt x="43518" y="-171"/>
                    <a:pt x="43518" y="229"/>
                    <a:pt x="43518" y="229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6" name="フリーフォーム: 図形 145">
              <a:extLst>
                <a:ext uri="{FF2B5EF4-FFF2-40B4-BE49-F238E27FC236}">
                  <a16:creationId xmlns:a16="http://schemas.microsoft.com/office/drawing/2014/main" id="{47888186-46A7-8DEF-A9E7-7B73FBCF040C}"/>
                </a:ext>
              </a:extLst>
            </p:cNvPr>
            <p:cNvSpPr/>
            <p:nvPr/>
          </p:nvSpPr>
          <p:spPr>
            <a:xfrm>
              <a:off x="7108871" y="1264786"/>
              <a:ext cx="42928" cy="42178"/>
            </a:xfrm>
            <a:custGeom>
              <a:avLst/>
              <a:gdLst>
                <a:gd name="connsiteX0" fmla="*/ 796 w 42928"/>
                <a:gd name="connsiteY0" fmla="*/ 42402 h 42178"/>
                <a:gd name="connsiteX1" fmla="*/ 40601 w 42928"/>
                <a:gd name="connsiteY1" fmla="*/ 4837 h 42178"/>
                <a:gd name="connsiteX2" fmla="*/ 43725 w 42928"/>
                <a:gd name="connsiteY2" fmla="*/ 224 h 42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928" h="42178">
                  <a:moveTo>
                    <a:pt x="796" y="42402"/>
                  </a:moveTo>
                  <a:cubicBezTo>
                    <a:pt x="796" y="42402"/>
                    <a:pt x="37476" y="9188"/>
                    <a:pt x="40601" y="4837"/>
                  </a:cubicBezTo>
                  <a:cubicBezTo>
                    <a:pt x="43725" y="487"/>
                    <a:pt x="43725" y="224"/>
                    <a:pt x="43725" y="224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7" name="フリーフォーム: 図形 146">
              <a:extLst>
                <a:ext uri="{FF2B5EF4-FFF2-40B4-BE49-F238E27FC236}">
                  <a16:creationId xmlns:a16="http://schemas.microsoft.com/office/drawing/2014/main" id="{9997006C-4B40-EEAB-8A44-39003FDA8147}"/>
                </a:ext>
              </a:extLst>
            </p:cNvPr>
            <p:cNvSpPr/>
            <p:nvPr/>
          </p:nvSpPr>
          <p:spPr>
            <a:xfrm>
              <a:off x="7110322" y="1281394"/>
              <a:ext cx="30447" cy="29787"/>
            </a:xfrm>
            <a:custGeom>
              <a:avLst/>
              <a:gdLst>
                <a:gd name="connsiteX0" fmla="*/ 795 w 30447"/>
                <a:gd name="connsiteY0" fmla="*/ 30013 h 29787"/>
                <a:gd name="connsiteX1" fmla="*/ 24787 w 30447"/>
                <a:gd name="connsiteY1" fmla="*/ 7211 h 29787"/>
                <a:gd name="connsiteX2" fmla="*/ 31243 w 30447"/>
                <a:gd name="connsiteY2" fmla="*/ 226 h 29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447" h="29787">
                  <a:moveTo>
                    <a:pt x="795" y="30013"/>
                  </a:moveTo>
                  <a:cubicBezTo>
                    <a:pt x="795" y="30013"/>
                    <a:pt x="18331" y="14198"/>
                    <a:pt x="24787" y="7211"/>
                  </a:cubicBezTo>
                  <a:cubicBezTo>
                    <a:pt x="31243" y="226"/>
                    <a:pt x="31243" y="226"/>
                    <a:pt x="31243" y="226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8" name="フリーフォーム: 図形 147">
              <a:extLst>
                <a:ext uri="{FF2B5EF4-FFF2-40B4-BE49-F238E27FC236}">
                  <a16:creationId xmlns:a16="http://schemas.microsoft.com/office/drawing/2014/main" id="{FD8B8422-08BD-B8D9-FF1C-1937859F5995}"/>
                </a:ext>
              </a:extLst>
            </p:cNvPr>
            <p:cNvSpPr/>
            <p:nvPr/>
          </p:nvSpPr>
          <p:spPr>
            <a:xfrm>
              <a:off x="7110449" y="1299582"/>
              <a:ext cx="18332" cy="16476"/>
            </a:xfrm>
            <a:custGeom>
              <a:avLst/>
              <a:gdLst>
                <a:gd name="connsiteX0" fmla="*/ 794 w 18332"/>
                <a:gd name="connsiteY0" fmla="*/ 16705 h 16476"/>
                <a:gd name="connsiteX1" fmla="*/ 15301 w 18332"/>
                <a:gd name="connsiteY1" fmla="*/ 4051 h 16476"/>
                <a:gd name="connsiteX2" fmla="*/ 19126 w 18332"/>
                <a:gd name="connsiteY2" fmla="*/ 228 h 16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332" h="16476">
                  <a:moveTo>
                    <a:pt x="794" y="16705"/>
                  </a:moveTo>
                  <a:cubicBezTo>
                    <a:pt x="794" y="16705"/>
                    <a:pt x="11475" y="7873"/>
                    <a:pt x="15301" y="4051"/>
                  </a:cubicBezTo>
                  <a:cubicBezTo>
                    <a:pt x="19126" y="228"/>
                    <a:pt x="19126" y="228"/>
                    <a:pt x="19126" y="228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9" name="フリーフォーム: 図形 148">
              <a:extLst>
                <a:ext uri="{FF2B5EF4-FFF2-40B4-BE49-F238E27FC236}">
                  <a16:creationId xmlns:a16="http://schemas.microsoft.com/office/drawing/2014/main" id="{8B835238-CA87-C57E-FA2C-8A4E0973B615}"/>
                </a:ext>
              </a:extLst>
            </p:cNvPr>
            <p:cNvSpPr/>
            <p:nvPr/>
          </p:nvSpPr>
          <p:spPr>
            <a:xfrm>
              <a:off x="7110944" y="1304591"/>
              <a:ext cx="16785" cy="16025"/>
            </a:xfrm>
            <a:custGeom>
              <a:avLst/>
              <a:gdLst>
                <a:gd name="connsiteX0" fmla="*/ 794 w 16785"/>
                <a:gd name="connsiteY0" fmla="*/ 16254 h 16025"/>
                <a:gd name="connsiteX1" fmla="*/ 14153 w 16785"/>
                <a:gd name="connsiteY1" fmla="*/ 3656 h 16025"/>
                <a:gd name="connsiteX2" fmla="*/ 17580 w 16785"/>
                <a:gd name="connsiteY2" fmla="*/ 229 h 1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85" h="16025">
                  <a:moveTo>
                    <a:pt x="794" y="16254"/>
                  </a:moveTo>
                  <a:cubicBezTo>
                    <a:pt x="794" y="16254"/>
                    <a:pt x="10725" y="7083"/>
                    <a:pt x="14153" y="3656"/>
                  </a:cubicBezTo>
                  <a:cubicBezTo>
                    <a:pt x="17580" y="229"/>
                    <a:pt x="17580" y="229"/>
                    <a:pt x="17580" y="229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0" name="フリーフォーム: 図形 149">
              <a:extLst>
                <a:ext uri="{FF2B5EF4-FFF2-40B4-BE49-F238E27FC236}">
                  <a16:creationId xmlns:a16="http://schemas.microsoft.com/office/drawing/2014/main" id="{32F6D65B-9C6C-9704-8CB9-56AD87D3990F}"/>
                </a:ext>
              </a:extLst>
            </p:cNvPr>
            <p:cNvSpPr/>
            <p:nvPr/>
          </p:nvSpPr>
          <p:spPr>
            <a:xfrm>
              <a:off x="7113813" y="1310655"/>
              <a:ext cx="12593" cy="11946"/>
            </a:xfrm>
            <a:custGeom>
              <a:avLst/>
              <a:gdLst>
                <a:gd name="connsiteX0" fmla="*/ 794 w 12593"/>
                <a:gd name="connsiteY0" fmla="*/ 12176 h 11946"/>
                <a:gd name="connsiteX1" fmla="*/ 10758 w 12593"/>
                <a:gd name="connsiteY1" fmla="*/ 3129 h 11946"/>
                <a:gd name="connsiteX2" fmla="*/ 13388 w 12593"/>
                <a:gd name="connsiteY2" fmla="*/ 230 h 11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593" h="11946">
                  <a:moveTo>
                    <a:pt x="794" y="12176"/>
                  </a:moveTo>
                  <a:cubicBezTo>
                    <a:pt x="794" y="12176"/>
                    <a:pt x="8112" y="5897"/>
                    <a:pt x="10758" y="3129"/>
                  </a:cubicBezTo>
                  <a:cubicBezTo>
                    <a:pt x="13388" y="360"/>
                    <a:pt x="13388" y="230"/>
                    <a:pt x="13388" y="230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1" name="フリーフォーム: 図形 150">
              <a:extLst>
                <a:ext uri="{FF2B5EF4-FFF2-40B4-BE49-F238E27FC236}">
                  <a16:creationId xmlns:a16="http://schemas.microsoft.com/office/drawing/2014/main" id="{C6FED8D9-2A5B-2275-C772-E9032AB0EA68}"/>
                </a:ext>
              </a:extLst>
            </p:cNvPr>
            <p:cNvSpPr/>
            <p:nvPr/>
          </p:nvSpPr>
          <p:spPr>
            <a:xfrm>
              <a:off x="7127129" y="1290274"/>
              <a:ext cx="14118" cy="35203"/>
            </a:xfrm>
            <a:custGeom>
              <a:avLst/>
              <a:gdLst>
                <a:gd name="connsiteX0" fmla="*/ 14915 w 14118"/>
                <a:gd name="connsiteY0" fmla="*/ 35432 h 35203"/>
                <a:gd name="connsiteX1" fmla="*/ 4426 w 14118"/>
                <a:gd name="connsiteY1" fmla="*/ 23508 h 35203"/>
                <a:gd name="connsiteX2" fmla="*/ 1398 w 14118"/>
                <a:gd name="connsiteY2" fmla="*/ 14545 h 35203"/>
                <a:gd name="connsiteX3" fmla="*/ 2449 w 14118"/>
                <a:gd name="connsiteY3" fmla="*/ 9536 h 35203"/>
                <a:gd name="connsiteX4" fmla="*/ 6180 w 14118"/>
                <a:gd name="connsiteY4" fmla="*/ 228 h 3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18" h="35203">
                  <a:moveTo>
                    <a:pt x="14915" y="35432"/>
                  </a:moveTo>
                  <a:cubicBezTo>
                    <a:pt x="14915" y="35432"/>
                    <a:pt x="6004" y="27462"/>
                    <a:pt x="4426" y="23508"/>
                  </a:cubicBezTo>
                  <a:cubicBezTo>
                    <a:pt x="2848" y="19553"/>
                    <a:pt x="1398" y="14545"/>
                    <a:pt x="1398" y="14545"/>
                  </a:cubicBezTo>
                  <a:cubicBezTo>
                    <a:pt x="1398" y="14545"/>
                    <a:pt x="-500" y="18052"/>
                    <a:pt x="2449" y="9536"/>
                  </a:cubicBezTo>
                  <a:cubicBezTo>
                    <a:pt x="5398" y="1022"/>
                    <a:pt x="6180" y="228"/>
                    <a:pt x="6180" y="228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2" name="フリーフォーム: 図形 151">
              <a:extLst>
                <a:ext uri="{FF2B5EF4-FFF2-40B4-BE49-F238E27FC236}">
                  <a16:creationId xmlns:a16="http://schemas.microsoft.com/office/drawing/2014/main" id="{7F06183B-F759-BC6D-DDEA-307EF80503AF}"/>
                </a:ext>
              </a:extLst>
            </p:cNvPr>
            <p:cNvSpPr/>
            <p:nvPr/>
          </p:nvSpPr>
          <p:spPr>
            <a:xfrm>
              <a:off x="7136290" y="1312405"/>
              <a:ext cx="9006" cy="2821"/>
            </a:xfrm>
            <a:custGeom>
              <a:avLst/>
              <a:gdLst>
                <a:gd name="connsiteX0" fmla="*/ 798 w 9006"/>
                <a:gd name="connsiteY0" fmla="*/ 588 h 2821"/>
                <a:gd name="connsiteX1" fmla="*/ 5803 w 9006"/>
                <a:gd name="connsiteY1" fmla="*/ 1246 h 2821"/>
                <a:gd name="connsiteX2" fmla="*/ 9805 w 9006"/>
                <a:gd name="connsiteY2" fmla="*/ 3051 h 2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006" h="2821">
                  <a:moveTo>
                    <a:pt x="798" y="588"/>
                  </a:moveTo>
                  <a:cubicBezTo>
                    <a:pt x="798" y="588"/>
                    <a:pt x="1802" y="-558"/>
                    <a:pt x="5803" y="1246"/>
                  </a:cubicBezTo>
                  <a:cubicBezTo>
                    <a:pt x="9805" y="3051"/>
                    <a:pt x="9805" y="3051"/>
                    <a:pt x="9805" y="3051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3" name="フリーフォーム: 図形 152">
              <a:extLst>
                <a:ext uri="{FF2B5EF4-FFF2-40B4-BE49-F238E27FC236}">
                  <a16:creationId xmlns:a16="http://schemas.microsoft.com/office/drawing/2014/main" id="{78225D28-C6A4-CD55-A2F2-A8B279D34A48}"/>
                </a:ext>
              </a:extLst>
            </p:cNvPr>
            <p:cNvSpPr/>
            <p:nvPr/>
          </p:nvSpPr>
          <p:spPr>
            <a:xfrm>
              <a:off x="7140642" y="1298924"/>
              <a:ext cx="9739" cy="3628"/>
            </a:xfrm>
            <a:custGeom>
              <a:avLst/>
              <a:gdLst>
                <a:gd name="connsiteX0" fmla="*/ 799 w 9739"/>
                <a:gd name="connsiteY0" fmla="*/ 227 h 3628"/>
                <a:gd name="connsiteX1" fmla="*/ 10539 w 9739"/>
                <a:gd name="connsiteY1" fmla="*/ 3855 h 3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739" h="3628">
                  <a:moveTo>
                    <a:pt x="799" y="227"/>
                  </a:moveTo>
                  <a:lnTo>
                    <a:pt x="10539" y="3855"/>
                  </a:ln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4" name="フリーフォーム: 図形 153">
              <a:extLst>
                <a:ext uri="{FF2B5EF4-FFF2-40B4-BE49-F238E27FC236}">
                  <a16:creationId xmlns:a16="http://schemas.microsoft.com/office/drawing/2014/main" id="{370D5CA8-18C1-CB74-0CCA-CE7C31A1C0FC}"/>
                </a:ext>
              </a:extLst>
            </p:cNvPr>
            <p:cNvSpPr/>
            <p:nvPr/>
          </p:nvSpPr>
          <p:spPr>
            <a:xfrm>
              <a:off x="7136771" y="1303537"/>
              <a:ext cx="9673" cy="8804"/>
            </a:xfrm>
            <a:custGeom>
              <a:avLst/>
              <a:gdLst>
                <a:gd name="connsiteX0" fmla="*/ 10472 w 9673"/>
                <a:gd name="connsiteY0" fmla="*/ 9032 h 8804"/>
                <a:gd name="connsiteX1" fmla="*/ 2948 w 9673"/>
                <a:gd name="connsiteY1" fmla="*/ 6160 h 8804"/>
                <a:gd name="connsiteX2" fmla="*/ 971 w 9673"/>
                <a:gd name="connsiteY2" fmla="*/ 2072 h 8804"/>
                <a:gd name="connsiteX3" fmla="*/ 4924 w 9673"/>
                <a:gd name="connsiteY3" fmla="*/ 228 h 8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73" h="8804">
                  <a:moveTo>
                    <a:pt x="10472" y="9032"/>
                  </a:moveTo>
                  <a:cubicBezTo>
                    <a:pt x="10472" y="9032"/>
                    <a:pt x="4270" y="7346"/>
                    <a:pt x="2948" y="6160"/>
                  </a:cubicBezTo>
                  <a:cubicBezTo>
                    <a:pt x="1640" y="4972"/>
                    <a:pt x="317" y="3786"/>
                    <a:pt x="971" y="2072"/>
                  </a:cubicBezTo>
                  <a:cubicBezTo>
                    <a:pt x="1640" y="360"/>
                    <a:pt x="4924" y="228"/>
                    <a:pt x="4924" y="228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5" name="フリーフォーム: 図形 154">
              <a:extLst>
                <a:ext uri="{FF2B5EF4-FFF2-40B4-BE49-F238E27FC236}">
                  <a16:creationId xmlns:a16="http://schemas.microsoft.com/office/drawing/2014/main" id="{25F1B6B7-4A04-499B-4930-DA85EDCEE875}"/>
                </a:ext>
              </a:extLst>
            </p:cNvPr>
            <p:cNvSpPr/>
            <p:nvPr/>
          </p:nvSpPr>
          <p:spPr>
            <a:xfrm>
              <a:off x="7156535" y="1204677"/>
              <a:ext cx="48429" cy="24620"/>
            </a:xfrm>
            <a:custGeom>
              <a:avLst/>
              <a:gdLst>
                <a:gd name="connsiteX0" fmla="*/ 805 w 48429"/>
                <a:gd name="connsiteY0" fmla="*/ 24832 h 24620"/>
                <a:gd name="connsiteX1" fmla="*/ 17862 w 48429"/>
                <a:gd name="connsiteY1" fmla="*/ 12741 h 24620"/>
                <a:gd name="connsiteX2" fmla="*/ 30376 w 48429"/>
                <a:gd name="connsiteY2" fmla="*/ 352 h 24620"/>
                <a:gd name="connsiteX3" fmla="*/ 49234 w 48429"/>
                <a:gd name="connsiteY3" fmla="*/ 3384 h 24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429" h="24620">
                  <a:moveTo>
                    <a:pt x="805" y="24832"/>
                  </a:moveTo>
                  <a:cubicBezTo>
                    <a:pt x="805" y="24832"/>
                    <a:pt x="10737" y="20254"/>
                    <a:pt x="17862" y="12741"/>
                  </a:cubicBezTo>
                  <a:cubicBezTo>
                    <a:pt x="24972" y="5228"/>
                    <a:pt x="28925" y="1275"/>
                    <a:pt x="30376" y="352"/>
                  </a:cubicBezTo>
                  <a:cubicBezTo>
                    <a:pt x="31826" y="-571"/>
                    <a:pt x="49234" y="3384"/>
                    <a:pt x="49234" y="3384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6" name="フリーフォーム: 図形 155">
              <a:extLst>
                <a:ext uri="{FF2B5EF4-FFF2-40B4-BE49-F238E27FC236}">
                  <a16:creationId xmlns:a16="http://schemas.microsoft.com/office/drawing/2014/main" id="{C6E04BBD-C0C2-F68F-B939-85F31FD8475A}"/>
                </a:ext>
              </a:extLst>
            </p:cNvPr>
            <p:cNvSpPr/>
            <p:nvPr/>
          </p:nvSpPr>
          <p:spPr>
            <a:xfrm>
              <a:off x="7119375" y="1291674"/>
              <a:ext cx="70429" cy="284442"/>
            </a:xfrm>
            <a:custGeom>
              <a:avLst/>
              <a:gdLst>
                <a:gd name="connsiteX0" fmla="*/ 71229 w 70429"/>
                <a:gd name="connsiteY0" fmla="*/ 284693 h 284442"/>
                <a:gd name="connsiteX1" fmla="*/ 63849 w 70429"/>
                <a:gd name="connsiteY1" fmla="*/ 273875 h 284442"/>
                <a:gd name="connsiteX2" fmla="*/ 29847 w 70429"/>
                <a:gd name="connsiteY2" fmla="*/ 256740 h 284442"/>
                <a:gd name="connsiteX3" fmla="*/ 2683 w 70429"/>
                <a:gd name="connsiteY3" fmla="*/ 210609 h 284442"/>
                <a:gd name="connsiteX4" fmla="*/ 10861 w 70429"/>
                <a:gd name="connsiteY4" fmla="*/ 117819 h 284442"/>
                <a:gd name="connsiteX5" fmla="*/ 34581 w 70429"/>
                <a:gd name="connsiteY5" fmla="*/ 53762 h 284442"/>
                <a:gd name="connsiteX6" fmla="*/ 54890 w 70429"/>
                <a:gd name="connsiteY6" fmla="*/ 16594 h 284442"/>
                <a:gd name="connsiteX7" fmla="*/ 56468 w 70429"/>
                <a:gd name="connsiteY7" fmla="*/ 250 h 284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29" h="284442">
                  <a:moveTo>
                    <a:pt x="71229" y="284693"/>
                  </a:moveTo>
                  <a:cubicBezTo>
                    <a:pt x="71229" y="284693"/>
                    <a:pt x="71484" y="276512"/>
                    <a:pt x="63849" y="273875"/>
                  </a:cubicBezTo>
                  <a:cubicBezTo>
                    <a:pt x="56197" y="271238"/>
                    <a:pt x="41181" y="268076"/>
                    <a:pt x="29847" y="256740"/>
                  </a:cubicBezTo>
                  <a:cubicBezTo>
                    <a:pt x="18513" y="245406"/>
                    <a:pt x="7434" y="235915"/>
                    <a:pt x="2683" y="210609"/>
                  </a:cubicBezTo>
                  <a:cubicBezTo>
                    <a:pt x="-2051" y="185302"/>
                    <a:pt x="2683" y="144444"/>
                    <a:pt x="10861" y="117819"/>
                  </a:cubicBezTo>
                  <a:cubicBezTo>
                    <a:pt x="19039" y="91195"/>
                    <a:pt x="26946" y="66679"/>
                    <a:pt x="34581" y="53762"/>
                  </a:cubicBezTo>
                  <a:cubicBezTo>
                    <a:pt x="42233" y="40847"/>
                    <a:pt x="53041" y="24503"/>
                    <a:pt x="54890" y="16594"/>
                  </a:cubicBezTo>
                  <a:cubicBezTo>
                    <a:pt x="56723" y="8686"/>
                    <a:pt x="56468" y="250"/>
                    <a:pt x="56468" y="250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7" name="フリーフォーム: 図形 156">
              <a:extLst>
                <a:ext uri="{FF2B5EF4-FFF2-40B4-BE49-F238E27FC236}">
                  <a16:creationId xmlns:a16="http://schemas.microsoft.com/office/drawing/2014/main" id="{255C685E-8668-7C15-A51F-9A3C62F8211B}"/>
                </a:ext>
              </a:extLst>
            </p:cNvPr>
            <p:cNvSpPr/>
            <p:nvPr/>
          </p:nvSpPr>
          <p:spPr>
            <a:xfrm>
              <a:off x="7167917" y="1340970"/>
              <a:ext cx="30845" cy="66429"/>
            </a:xfrm>
            <a:custGeom>
              <a:avLst/>
              <a:gdLst>
                <a:gd name="connsiteX0" fmla="*/ 806 w 30845"/>
                <a:gd name="connsiteY0" fmla="*/ 66669 h 66429"/>
                <a:gd name="connsiteX1" fmla="*/ 13462 w 30845"/>
                <a:gd name="connsiteY1" fmla="*/ 42416 h 66429"/>
                <a:gd name="connsiteX2" fmla="*/ 16890 w 30845"/>
                <a:gd name="connsiteY2" fmla="*/ 24755 h 66429"/>
                <a:gd name="connsiteX3" fmla="*/ 26119 w 30845"/>
                <a:gd name="connsiteY3" fmla="*/ 4193 h 66429"/>
                <a:gd name="connsiteX4" fmla="*/ 31651 w 30845"/>
                <a:gd name="connsiteY4" fmla="*/ 240 h 66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45" h="66429">
                  <a:moveTo>
                    <a:pt x="806" y="66669"/>
                  </a:moveTo>
                  <a:cubicBezTo>
                    <a:pt x="806" y="66669"/>
                    <a:pt x="12681" y="45053"/>
                    <a:pt x="13462" y="42416"/>
                  </a:cubicBezTo>
                  <a:cubicBezTo>
                    <a:pt x="14260" y="39780"/>
                    <a:pt x="14785" y="29762"/>
                    <a:pt x="16890" y="24755"/>
                  </a:cubicBezTo>
                  <a:cubicBezTo>
                    <a:pt x="18994" y="19747"/>
                    <a:pt x="20588" y="8148"/>
                    <a:pt x="26119" y="4193"/>
                  </a:cubicBezTo>
                  <a:cubicBezTo>
                    <a:pt x="31651" y="240"/>
                    <a:pt x="31651" y="240"/>
                    <a:pt x="31651" y="240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8" name="フリーフォーム: 図形 157">
              <a:extLst>
                <a:ext uri="{FF2B5EF4-FFF2-40B4-BE49-F238E27FC236}">
                  <a16:creationId xmlns:a16="http://schemas.microsoft.com/office/drawing/2014/main" id="{856BD293-008A-784C-EB29-3F28E7226EEB}"/>
                </a:ext>
              </a:extLst>
            </p:cNvPr>
            <p:cNvSpPr/>
            <p:nvPr/>
          </p:nvSpPr>
          <p:spPr>
            <a:xfrm>
              <a:off x="7255449" y="1414780"/>
              <a:ext cx="28024" cy="147238"/>
            </a:xfrm>
            <a:custGeom>
              <a:avLst/>
              <a:gdLst>
                <a:gd name="connsiteX0" fmla="*/ 28845 w 28024"/>
                <a:gd name="connsiteY0" fmla="*/ 147498 h 147238"/>
                <a:gd name="connsiteX1" fmla="*/ 821 w 28024"/>
                <a:gd name="connsiteY1" fmla="*/ 260 h 14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024" h="147238">
                  <a:moveTo>
                    <a:pt x="28845" y="147498"/>
                  </a:moveTo>
                  <a:lnTo>
                    <a:pt x="821" y="260"/>
                  </a:ln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9" name="フリーフォーム: 図形 158">
              <a:extLst>
                <a:ext uri="{FF2B5EF4-FFF2-40B4-BE49-F238E27FC236}">
                  <a16:creationId xmlns:a16="http://schemas.microsoft.com/office/drawing/2014/main" id="{3518D2C6-9630-F155-9884-9007580A3340}"/>
                </a:ext>
              </a:extLst>
            </p:cNvPr>
            <p:cNvSpPr/>
            <p:nvPr/>
          </p:nvSpPr>
          <p:spPr>
            <a:xfrm>
              <a:off x="7234088" y="1433231"/>
              <a:ext cx="26079" cy="136017"/>
            </a:xfrm>
            <a:custGeom>
              <a:avLst/>
              <a:gdLst>
                <a:gd name="connsiteX0" fmla="*/ 26896 w 26079"/>
                <a:gd name="connsiteY0" fmla="*/ 136280 h 136017"/>
                <a:gd name="connsiteX1" fmla="*/ 817 w 26079"/>
                <a:gd name="connsiteY1" fmla="*/ 262 h 13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079" h="136017">
                  <a:moveTo>
                    <a:pt x="26896" y="136280"/>
                  </a:moveTo>
                  <a:lnTo>
                    <a:pt x="817" y="262"/>
                  </a:ln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0" name="フリーフォーム: 図形 159">
              <a:extLst>
                <a:ext uri="{FF2B5EF4-FFF2-40B4-BE49-F238E27FC236}">
                  <a16:creationId xmlns:a16="http://schemas.microsoft.com/office/drawing/2014/main" id="{DCD0B84B-BE4C-1139-084E-4538A810F8EC}"/>
                </a:ext>
              </a:extLst>
            </p:cNvPr>
            <p:cNvSpPr/>
            <p:nvPr/>
          </p:nvSpPr>
          <p:spPr>
            <a:xfrm>
              <a:off x="7200341" y="1416361"/>
              <a:ext cx="27769" cy="150876"/>
            </a:xfrm>
            <a:custGeom>
              <a:avLst/>
              <a:gdLst>
                <a:gd name="connsiteX0" fmla="*/ 28580 w 27769"/>
                <a:gd name="connsiteY0" fmla="*/ 151137 h 150876"/>
                <a:gd name="connsiteX1" fmla="*/ 811 w 27769"/>
                <a:gd name="connsiteY1" fmla="*/ 260 h 150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769" h="150876">
                  <a:moveTo>
                    <a:pt x="28580" y="151137"/>
                  </a:moveTo>
                  <a:lnTo>
                    <a:pt x="811" y="260"/>
                  </a:ln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1" name="フリーフォーム: 図形 160">
              <a:extLst>
                <a:ext uri="{FF2B5EF4-FFF2-40B4-BE49-F238E27FC236}">
                  <a16:creationId xmlns:a16="http://schemas.microsoft.com/office/drawing/2014/main" id="{9F312019-2FA6-54AD-AF7A-31A1C34B23E3}"/>
                </a:ext>
              </a:extLst>
            </p:cNvPr>
            <p:cNvSpPr/>
            <p:nvPr/>
          </p:nvSpPr>
          <p:spPr>
            <a:xfrm>
              <a:off x="7194283" y="1496498"/>
              <a:ext cx="7442" cy="53590"/>
            </a:xfrm>
            <a:custGeom>
              <a:avLst/>
              <a:gdLst>
                <a:gd name="connsiteX0" fmla="*/ 7041 w 7442"/>
                <a:gd name="connsiteY0" fmla="*/ 53856 h 53590"/>
                <a:gd name="connsiteX1" fmla="*/ 7392 w 7442"/>
                <a:gd name="connsiteY1" fmla="*/ 31107 h 53590"/>
                <a:gd name="connsiteX2" fmla="*/ 808 w 7442"/>
                <a:gd name="connsiteY2" fmla="*/ 266 h 53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442" h="53590">
                  <a:moveTo>
                    <a:pt x="7041" y="53856"/>
                  </a:moveTo>
                  <a:cubicBezTo>
                    <a:pt x="7041" y="53856"/>
                    <a:pt x="9512" y="41388"/>
                    <a:pt x="7392" y="31107"/>
                  </a:cubicBezTo>
                  <a:cubicBezTo>
                    <a:pt x="5288" y="20826"/>
                    <a:pt x="808" y="266"/>
                    <a:pt x="808" y="266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2" name="フリーフォーム: 図形 161">
              <a:extLst>
                <a:ext uri="{FF2B5EF4-FFF2-40B4-BE49-F238E27FC236}">
                  <a16:creationId xmlns:a16="http://schemas.microsoft.com/office/drawing/2014/main" id="{1AEDE521-90B3-8EC9-4BD9-F4A7B2B9B0B5}"/>
                </a:ext>
              </a:extLst>
            </p:cNvPr>
            <p:cNvSpPr/>
            <p:nvPr/>
          </p:nvSpPr>
          <p:spPr>
            <a:xfrm>
              <a:off x="7165478" y="1389413"/>
              <a:ext cx="93382" cy="26654"/>
            </a:xfrm>
            <a:custGeom>
              <a:avLst/>
              <a:gdLst>
                <a:gd name="connsiteX0" fmla="*/ 811 w 93382"/>
                <a:gd name="connsiteY0" fmla="*/ 26900 h 26654"/>
                <a:gd name="connsiteX1" fmla="*/ 6964 w 93382"/>
                <a:gd name="connsiteY1" fmla="*/ 23359 h 26654"/>
                <a:gd name="connsiteX2" fmla="*/ 22427 w 93382"/>
                <a:gd name="connsiteY2" fmla="*/ 21122 h 26654"/>
                <a:gd name="connsiteX3" fmla="*/ 56349 w 93382"/>
                <a:gd name="connsiteY3" fmla="*/ 14784 h 26654"/>
                <a:gd name="connsiteX4" fmla="*/ 83751 w 93382"/>
                <a:gd name="connsiteY4" fmla="*/ 8633 h 26654"/>
                <a:gd name="connsiteX5" fmla="*/ 94193 w 93382"/>
                <a:gd name="connsiteY5" fmla="*/ 245 h 26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3382" h="26654">
                  <a:moveTo>
                    <a:pt x="811" y="26900"/>
                  </a:moveTo>
                  <a:lnTo>
                    <a:pt x="6964" y="23359"/>
                  </a:lnTo>
                  <a:cubicBezTo>
                    <a:pt x="6964" y="23359"/>
                    <a:pt x="12559" y="22986"/>
                    <a:pt x="22427" y="21122"/>
                  </a:cubicBezTo>
                  <a:cubicBezTo>
                    <a:pt x="32310" y="19257"/>
                    <a:pt x="47773" y="16088"/>
                    <a:pt x="56349" y="14784"/>
                  </a:cubicBezTo>
                  <a:cubicBezTo>
                    <a:pt x="64925" y="13479"/>
                    <a:pt x="78906" y="10498"/>
                    <a:pt x="83751" y="8633"/>
                  </a:cubicBezTo>
                  <a:cubicBezTo>
                    <a:pt x="88598" y="6769"/>
                    <a:pt x="94193" y="245"/>
                    <a:pt x="94193" y="245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3" name="フリーフォーム: 図形 162">
              <a:extLst>
                <a:ext uri="{FF2B5EF4-FFF2-40B4-BE49-F238E27FC236}">
                  <a16:creationId xmlns:a16="http://schemas.microsoft.com/office/drawing/2014/main" id="{F097A050-A191-C853-A5D2-4492C575D356}"/>
                </a:ext>
              </a:extLst>
            </p:cNvPr>
            <p:cNvSpPr/>
            <p:nvPr/>
          </p:nvSpPr>
          <p:spPr>
            <a:xfrm>
              <a:off x="7206542" y="1331722"/>
              <a:ext cx="26684" cy="5160"/>
            </a:xfrm>
            <a:custGeom>
              <a:avLst/>
              <a:gdLst>
                <a:gd name="connsiteX0" fmla="*/ 27497 w 26684"/>
                <a:gd name="connsiteY0" fmla="*/ 233 h 5160"/>
                <a:gd name="connsiteX1" fmla="*/ 12672 w 26684"/>
                <a:gd name="connsiteY1" fmla="*/ 4602 h 5160"/>
                <a:gd name="connsiteX2" fmla="*/ 812 w 26684"/>
                <a:gd name="connsiteY2" fmla="*/ 5393 h 5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84" h="5160">
                  <a:moveTo>
                    <a:pt x="27497" y="233"/>
                  </a:moveTo>
                  <a:cubicBezTo>
                    <a:pt x="27497" y="233"/>
                    <a:pt x="17024" y="3944"/>
                    <a:pt x="12672" y="4602"/>
                  </a:cubicBezTo>
                  <a:cubicBezTo>
                    <a:pt x="8320" y="5262"/>
                    <a:pt x="812" y="5393"/>
                    <a:pt x="812" y="5393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4" name="フリーフォーム: 図形 163">
              <a:extLst>
                <a:ext uri="{FF2B5EF4-FFF2-40B4-BE49-F238E27FC236}">
                  <a16:creationId xmlns:a16="http://schemas.microsoft.com/office/drawing/2014/main" id="{16C72C85-A1E9-619D-A69B-22A72C237600}"/>
                </a:ext>
              </a:extLst>
            </p:cNvPr>
            <p:cNvSpPr/>
            <p:nvPr/>
          </p:nvSpPr>
          <p:spPr>
            <a:xfrm>
              <a:off x="7116523" y="1176741"/>
              <a:ext cx="14283" cy="45100"/>
            </a:xfrm>
            <a:custGeom>
              <a:avLst/>
              <a:gdLst>
                <a:gd name="connsiteX0" fmla="*/ 795 w 14283"/>
                <a:gd name="connsiteY0" fmla="*/ 209 h 45100"/>
                <a:gd name="connsiteX1" fmla="*/ 12655 w 14283"/>
                <a:gd name="connsiteY1" fmla="*/ 20891 h 45100"/>
                <a:gd name="connsiteX2" fmla="*/ 15078 w 14283"/>
                <a:gd name="connsiteY2" fmla="*/ 45309 h 4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283" h="45100">
                  <a:moveTo>
                    <a:pt x="795" y="209"/>
                  </a:moveTo>
                  <a:cubicBezTo>
                    <a:pt x="795" y="209"/>
                    <a:pt x="10599" y="6911"/>
                    <a:pt x="12655" y="20891"/>
                  </a:cubicBezTo>
                  <a:cubicBezTo>
                    <a:pt x="14711" y="34871"/>
                    <a:pt x="15078" y="45309"/>
                    <a:pt x="15078" y="45309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5" name="フリーフォーム: 図形 164">
              <a:extLst>
                <a:ext uri="{FF2B5EF4-FFF2-40B4-BE49-F238E27FC236}">
                  <a16:creationId xmlns:a16="http://schemas.microsoft.com/office/drawing/2014/main" id="{84F294DD-CAA4-C310-2518-73B5DBD71C0D}"/>
                </a:ext>
              </a:extLst>
            </p:cNvPr>
            <p:cNvSpPr/>
            <p:nvPr/>
          </p:nvSpPr>
          <p:spPr>
            <a:xfrm>
              <a:off x="5877830" y="1413461"/>
              <a:ext cx="13291" cy="36641"/>
            </a:xfrm>
            <a:custGeom>
              <a:avLst/>
              <a:gdLst>
                <a:gd name="connsiteX0" fmla="*/ 579 w 13291"/>
                <a:gd name="connsiteY0" fmla="*/ 250 h 36641"/>
                <a:gd name="connsiteX1" fmla="*/ 10207 w 13291"/>
                <a:gd name="connsiteY1" fmla="*/ 8553 h 36641"/>
                <a:gd name="connsiteX2" fmla="*/ 13635 w 13291"/>
                <a:gd name="connsiteY2" fmla="*/ 26610 h 36641"/>
                <a:gd name="connsiteX3" fmla="*/ 9538 w 13291"/>
                <a:gd name="connsiteY3" fmla="*/ 36892 h 36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91" h="36641">
                  <a:moveTo>
                    <a:pt x="579" y="250"/>
                  </a:moveTo>
                  <a:cubicBezTo>
                    <a:pt x="579" y="250"/>
                    <a:pt x="7689" y="1963"/>
                    <a:pt x="10207" y="8553"/>
                  </a:cubicBezTo>
                  <a:cubicBezTo>
                    <a:pt x="12710" y="15143"/>
                    <a:pt x="14543" y="22129"/>
                    <a:pt x="13635" y="26610"/>
                  </a:cubicBezTo>
                  <a:cubicBezTo>
                    <a:pt x="12710" y="31092"/>
                    <a:pt x="9538" y="36892"/>
                    <a:pt x="9538" y="36892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6" name="フリーフォーム: 図形 165">
              <a:extLst>
                <a:ext uri="{FF2B5EF4-FFF2-40B4-BE49-F238E27FC236}">
                  <a16:creationId xmlns:a16="http://schemas.microsoft.com/office/drawing/2014/main" id="{CC1A7F95-894C-F752-AFF2-222ECDEA06B9}"/>
                </a:ext>
              </a:extLst>
            </p:cNvPr>
            <p:cNvSpPr/>
            <p:nvPr/>
          </p:nvSpPr>
          <p:spPr>
            <a:xfrm>
              <a:off x="7012795" y="1185442"/>
              <a:ext cx="45151" cy="69502"/>
            </a:xfrm>
            <a:custGeom>
              <a:avLst/>
              <a:gdLst>
                <a:gd name="connsiteX0" fmla="*/ 22922 w 45151"/>
                <a:gd name="connsiteY0" fmla="*/ 1925 h 69502"/>
                <a:gd name="connsiteX1" fmla="*/ 34910 w 45151"/>
                <a:gd name="connsiteY1" fmla="*/ 213 h 69502"/>
                <a:gd name="connsiteX2" fmla="*/ 37683 w 45151"/>
                <a:gd name="connsiteY2" fmla="*/ 2848 h 69502"/>
                <a:gd name="connsiteX3" fmla="*/ 45590 w 45151"/>
                <a:gd name="connsiteY3" fmla="*/ 29472 h 69502"/>
                <a:gd name="connsiteX4" fmla="*/ 45319 w 45151"/>
                <a:gd name="connsiteY4" fmla="*/ 57811 h 69502"/>
                <a:gd name="connsiteX5" fmla="*/ 38337 w 45151"/>
                <a:gd name="connsiteY5" fmla="*/ 61106 h 69502"/>
                <a:gd name="connsiteX6" fmla="*/ 32279 w 45151"/>
                <a:gd name="connsiteY6" fmla="*/ 62424 h 69502"/>
                <a:gd name="connsiteX7" fmla="*/ 29633 w 45151"/>
                <a:gd name="connsiteY7" fmla="*/ 64136 h 69502"/>
                <a:gd name="connsiteX8" fmla="*/ 25297 w 45151"/>
                <a:gd name="connsiteY8" fmla="*/ 65191 h 69502"/>
                <a:gd name="connsiteX9" fmla="*/ 16466 w 45151"/>
                <a:gd name="connsiteY9" fmla="*/ 69672 h 69502"/>
                <a:gd name="connsiteX10" fmla="*/ 6439 w 45151"/>
                <a:gd name="connsiteY10" fmla="*/ 64136 h 69502"/>
                <a:gd name="connsiteX11" fmla="*/ 780 w 45151"/>
                <a:gd name="connsiteY11" fmla="*/ 61974 h 6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5151" h="69502">
                  <a:moveTo>
                    <a:pt x="22922" y="1925"/>
                  </a:moveTo>
                  <a:lnTo>
                    <a:pt x="34910" y="213"/>
                  </a:lnTo>
                  <a:cubicBezTo>
                    <a:pt x="34910" y="213"/>
                    <a:pt x="36886" y="1529"/>
                    <a:pt x="37683" y="2848"/>
                  </a:cubicBezTo>
                  <a:cubicBezTo>
                    <a:pt x="38464" y="4166"/>
                    <a:pt x="45590" y="20378"/>
                    <a:pt x="45590" y="29472"/>
                  </a:cubicBezTo>
                  <a:cubicBezTo>
                    <a:pt x="45590" y="38567"/>
                    <a:pt x="46515" y="54779"/>
                    <a:pt x="45319" y="57811"/>
                  </a:cubicBezTo>
                  <a:cubicBezTo>
                    <a:pt x="44139" y="60841"/>
                    <a:pt x="38337" y="61106"/>
                    <a:pt x="38337" y="61106"/>
                  </a:cubicBezTo>
                  <a:cubicBezTo>
                    <a:pt x="38337" y="61106"/>
                    <a:pt x="33730" y="62819"/>
                    <a:pt x="32279" y="62424"/>
                  </a:cubicBezTo>
                  <a:cubicBezTo>
                    <a:pt x="30829" y="62029"/>
                    <a:pt x="29633" y="64136"/>
                    <a:pt x="29633" y="64136"/>
                  </a:cubicBezTo>
                  <a:cubicBezTo>
                    <a:pt x="29633" y="64136"/>
                    <a:pt x="26349" y="64664"/>
                    <a:pt x="25297" y="65191"/>
                  </a:cubicBezTo>
                  <a:cubicBezTo>
                    <a:pt x="24229" y="65719"/>
                    <a:pt x="17391" y="70200"/>
                    <a:pt x="16466" y="69672"/>
                  </a:cubicBezTo>
                  <a:cubicBezTo>
                    <a:pt x="15541" y="69145"/>
                    <a:pt x="8033" y="67061"/>
                    <a:pt x="6439" y="64136"/>
                  </a:cubicBezTo>
                  <a:cubicBezTo>
                    <a:pt x="4861" y="61212"/>
                    <a:pt x="780" y="61974"/>
                    <a:pt x="780" y="61974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7" name="フリーフォーム: 図形 166">
              <a:extLst>
                <a:ext uri="{FF2B5EF4-FFF2-40B4-BE49-F238E27FC236}">
                  <a16:creationId xmlns:a16="http://schemas.microsoft.com/office/drawing/2014/main" id="{A83C2170-4DE0-67E4-B346-2A7FB118ABFC}"/>
                </a:ext>
              </a:extLst>
            </p:cNvPr>
            <p:cNvSpPr/>
            <p:nvPr/>
          </p:nvSpPr>
          <p:spPr>
            <a:xfrm>
              <a:off x="7016415" y="1187154"/>
              <a:ext cx="18522" cy="12885"/>
            </a:xfrm>
            <a:custGeom>
              <a:avLst/>
              <a:gdLst>
                <a:gd name="connsiteX0" fmla="*/ 1478 w 18522"/>
                <a:gd name="connsiteY0" fmla="*/ 13093 h 12885"/>
                <a:gd name="connsiteX1" fmla="*/ 1112 w 18522"/>
                <a:gd name="connsiteY1" fmla="*/ 7853 h 12885"/>
                <a:gd name="connsiteX2" fmla="*/ 11250 w 18522"/>
                <a:gd name="connsiteY2" fmla="*/ 6007 h 12885"/>
                <a:gd name="connsiteX3" fmla="*/ 15347 w 18522"/>
                <a:gd name="connsiteY3" fmla="*/ 7326 h 12885"/>
                <a:gd name="connsiteX4" fmla="*/ 16797 w 18522"/>
                <a:gd name="connsiteY4" fmla="*/ 5877 h 12885"/>
                <a:gd name="connsiteX5" fmla="*/ 19300 w 18522"/>
                <a:gd name="connsiteY5" fmla="*/ 208 h 12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522" h="12885">
                  <a:moveTo>
                    <a:pt x="1478" y="13093"/>
                  </a:moveTo>
                  <a:cubicBezTo>
                    <a:pt x="1478" y="13093"/>
                    <a:pt x="187" y="8381"/>
                    <a:pt x="1112" y="7853"/>
                  </a:cubicBezTo>
                  <a:cubicBezTo>
                    <a:pt x="2036" y="7326"/>
                    <a:pt x="10469" y="6403"/>
                    <a:pt x="11250" y="6007"/>
                  </a:cubicBezTo>
                  <a:cubicBezTo>
                    <a:pt x="12047" y="5612"/>
                    <a:pt x="13817" y="4397"/>
                    <a:pt x="15347" y="7326"/>
                  </a:cubicBezTo>
                  <a:cubicBezTo>
                    <a:pt x="16877" y="10254"/>
                    <a:pt x="16128" y="8907"/>
                    <a:pt x="16797" y="5877"/>
                  </a:cubicBezTo>
                  <a:cubicBezTo>
                    <a:pt x="17451" y="2845"/>
                    <a:pt x="19300" y="208"/>
                    <a:pt x="19300" y="208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8" name="フリーフォーム: 図形 167">
              <a:extLst>
                <a:ext uri="{FF2B5EF4-FFF2-40B4-BE49-F238E27FC236}">
                  <a16:creationId xmlns:a16="http://schemas.microsoft.com/office/drawing/2014/main" id="{7F480CC3-A77A-B9FD-C68C-133CD01CA677}"/>
                </a:ext>
              </a:extLst>
            </p:cNvPr>
            <p:cNvSpPr/>
            <p:nvPr/>
          </p:nvSpPr>
          <p:spPr>
            <a:xfrm>
              <a:off x="7032546" y="1197195"/>
              <a:ext cx="9171" cy="52169"/>
            </a:xfrm>
            <a:custGeom>
              <a:avLst/>
              <a:gdLst>
                <a:gd name="connsiteX0" fmla="*/ 780 w 9171"/>
                <a:gd name="connsiteY0" fmla="*/ 213 h 52169"/>
                <a:gd name="connsiteX1" fmla="*/ 5020 w 9171"/>
                <a:gd name="connsiteY1" fmla="*/ 14425 h 52169"/>
                <a:gd name="connsiteX2" fmla="*/ 9627 w 9171"/>
                <a:gd name="connsiteY2" fmla="*/ 35250 h 52169"/>
                <a:gd name="connsiteX3" fmla="*/ 9882 w 9171"/>
                <a:gd name="connsiteY3" fmla="*/ 52383 h 52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1" h="52169">
                  <a:moveTo>
                    <a:pt x="780" y="213"/>
                  </a:moveTo>
                  <a:cubicBezTo>
                    <a:pt x="780" y="213"/>
                    <a:pt x="2773" y="5463"/>
                    <a:pt x="5020" y="14425"/>
                  </a:cubicBezTo>
                  <a:cubicBezTo>
                    <a:pt x="7252" y="23387"/>
                    <a:pt x="9101" y="31427"/>
                    <a:pt x="9627" y="35250"/>
                  </a:cubicBezTo>
                  <a:cubicBezTo>
                    <a:pt x="10153" y="39073"/>
                    <a:pt x="9882" y="52383"/>
                    <a:pt x="9882" y="52383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9" name="フリーフォーム: 図形 168">
              <a:extLst>
                <a:ext uri="{FF2B5EF4-FFF2-40B4-BE49-F238E27FC236}">
                  <a16:creationId xmlns:a16="http://schemas.microsoft.com/office/drawing/2014/main" id="{B7231F5C-2EF2-E682-AA3A-FF4241DC5A91}"/>
                </a:ext>
              </a:extLst>
            </p:cNvPr>
            <p:cNvSpPr/>
            <p:nvPr/>
          </p:nvSpPr>
          <p:spPr>
            <a:xfrm>
              <a:off x="7016749" y="1194799"/>
              <a:ext cx="10313" cy="49745"/>
            </a:xfrm>
            <a:custGeom>
              <a:avLst/>
              <a:gdLst>
                <a:gd name="connsiteX0" fmla="*/ 777 w 10313"/>
                <a:gd name="connsiteY0" fmla="*/ 213 h 49745"/>
                <a:gd name="connsiteX1" fmla="*/ 4730 w 10313"/>
                <a:gd name="connsiteY1" fmla="*/ 11416 h 49745"/>
                <a:gd name="connsiteX2" fmla="*/ 10390 w 10313"/>
                <a:gd name="connsiteY2" fmla="*/ 32900 h 49745"/>
                <a:gd name="connsiteX3" fmla="*/ 11091 w 10313"/>
                <a:gd name="connsiteY3" fmla="*/ 49958 h 49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13" h="49745">
                  <a:moveTo>
                    <a:pt x="777" y="213"/>
                  </a:moveTo>
                  <a:cubicBezTo>
                    <a:pt x="777" y="213"/>
                    <a:pt x="2355" y="3640"/>
                    <a:pt x="4730" y="11416"/>
                  </a:cubicBezTo>
                  <a:cubicBezTo>
                    <a:pt x="7106" y="19192"/>
                    <a:pt x="9736" y="25256"/>
                    <a:pt x="10390" y="32900"/>
                  </a:cubicBezTo>
                  <a:cubicBezTo>
                    <a:pt x="11059" y="40545"/>
                    <a:pt x="11091" y="49958"/>
                    <a:pt x="11091" y="49958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0" name="フリーフォーム: 図形 169">
              <a:extLst>
                <a:ext uri="{FF2B5EF4-FFF2-40B4-BE49-F238E27FC236}">
                  <a16:creationId xmlns:a16="http://schemas.microsoft.com/office/drawing/2014/main" id="{BE10B51F-DBD4-1123-8754-9B6ABD44AD56}"/>
                </a:ext>
              </a:extLst>
            </p:cNvPr>
            <p:cNvSpPr/>
            <p:nvPr/>
          </p:nvSpPr>
          <p:spPr>
            <a:xfrm>
              <a:off x="7032434" y="1192822"/>
              <a:ext cx="14156" cy="48595"/>
            </a:xfrm>
            <a:custGeom>
              <a:avLst/>
              <a:gdLst>
                <a:gd name="connsiteX0" fmla="*/ 780 w 14156"/>
                <a:gd name="connsiteY0" fmla="*/ 213 h 48595"/>
                <a:gd name="connsiteX1" fmla="*/ 10265 w 14156"/>
                <a:gd name="connsiteY1" fmla="*/ 9966 h 48595"/>
                <a:gd name="connsiteX2" fmla="*/ 14872 w 14156"/>
                <a:gd name="connsiteY2" fmla="*/ 41204 h 48595"/>
                <a:gd name="connsiteX3" fmla="*/ 12290 w 14156"/>
                <a:gd name="connsiteY3" fmla="*/ 48807 h 48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56" h="48595">
                  <a:moveTo>
                    <a:pt x="780" y="213"/>
                  </a:moveTo>
                  <a:cubicBezTo>
                    <a:pt x="780" y="213"/>
                    <a:pt x="6966" y="-52"/>
                    <a:pt x="10265" y="9966"/>
                  </a:cubicBezTo>
                  <a:cubicBezTo>
                    <a:pt x="13565" y="19983"/>
                    <a:pt x="15303" y="33998"/>
                    <a:pt x="14872" y="41204"/>
                  </a:cubicBezTo>
                  <a:cubicBezTo>
                    <a:pt x="14458" y="48409"/>
                    <a:pt x="12290" y="48807"/>
                    <a:pt x="12290" y="48807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1" name="フリーフォーム: 図形 170">
              <a:extLst>
                <a:ext uri="{FF2B5EF4-FFF2-40B4-BE49-F238E27FC236}">
                  <a16:creationId xmlns:a16="http://schemas.microsoft.com/office/drawing/2014/main" id="{F9AC7344-C951-2968-230A-75BFD115671B}"/>
                </a:ext>
              </a:extLst>
            </p:cNvPr>
            <p:cNvSpPr/>
            <p:nvPr/>
          </p:nvSpPr>
          <p:spPr>
            <a:xfrm>
              <a:off x="6863684" y="1153897"/>
              <a:ext cx="24436" cy="138663"/>
            </a:xfrm>
            <a:custGeom>
              <a:avLst/>
              <a:gdLst>
                <a:gd name="connsiteX0" fmla="*/ 25189 w 24436"/>
                <a:gd name="connsiteY0" fmla="*/ 138803 h 138663"/>
                <a:gd name="connsiteX1" fmla="*/ 15114 w 24436"/>
                <a:gd name="connsiteY1" fmla="*/ 57160 h 138663"/>
                <a:gd name="connsiteX2" fmla="*/ 14189 w 24436"/>
                <a:gd name="connsiteY2" fmla="*/ 47467 h 138663"/>
                <a:gd name="connsiteX3" fmla="*/ 12324 w 24436"/>
                <a:gd name="connsiteY3" fmla="*/ 15034 h 138663"/>
                <a:gd name="connsiteX4" fmla="*/ 1787 w 24436"/>
                <a:gd name="connsiteY4" fmla="*/ 215 h 138663"/>
                <a:gd name="connsiteX5" fmla="*/ 767 w 24436"/>
                <a:gd name="connsiteY5" fmla="*/ 3290 h 138663"/>
                <a:gd name="connsiteX6" fmla="*/ 6075 w 24436"/>
                <a:gd name="connsiteY6" fmla="*/ 43831 h 138663"/>
                <a:gd name="connsiteX7" fmla="*/ 10140 w 24436"/>
                <a:gd name="connsiteY7" fmla="*/ 67344 h 138663"/>
                <a:gd name="connsiteX8" fmla="*/ 20167 w 24436"/>
                <a:gd name="connsiteY8" fmla="*/ 128896 h 138663"/>
                <a:gd name="connsiteX9" fmla="*/ 22144 w 24436"/>
                <a:gd name="connsiteY9" fmla="*/ 138650 h 138663"/>
                <a:gd name="connsiteX10" fmla="*/ 25189 w 24436"/>
                <a:gd name="connsiteY10" fmla="*/ 138803 h 138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436" h="138663">
                  <a:moveTo>
                    <a:pt x="25189" y="138803"/>
                  </a:moveTo>
                  <a:cubicBezTo>
                    <a:pt x="25189" y="138803"/>
                    <a:pt x="16054" y="66107"/>
                    <a:pt x="15114" y="57160"/>
                  </a:cubicBezTo>
                  <a:cubicBezTo>
                    <a:pt x="14189" y="48212"/>
                    <a:pt x="14189" y="47467"/>
                    <a:pt x="14189" y="47467"/>
                  </a:cubicBezTo>
                  <a:cubicBezTo>
                    <a:pt x="14189" y="47467"/>
                    <a:pt x="12691" y="17457"/>
                    <a:pt x="12324" y="15034"/>
                  </a:cubicBezTo>
                  <a:cubicBezTo>
                    <a:pt x="11942" y="12611"/>
                    <a:pt x="2536" y="29"/>
                    <a:pt x="1787" y="215"/>
                  </a:cubicBezTo>
                  <a:cubicBezTo>
                    <a:pt x="1038" y="402"/>
                    <a:pt x="671" y="29"/>
                    <a:pt x="767" y="3290"/>
                  </a:cubicBezTo>
                  <a:cubicBezTo>
                    <a:pt x="863" y="6552"/>
                    <a:pt x="5055" y="36656"/>
                    <a:pt x="6075" y="43831"/>
                  </a:cubicBezTo>
                  <a:cubicBezTo>
                    <a:pt x="7095" y="51008"/>
                    <a:pt x="7781" y="54690"/>
                    <a:pt x="10140" y="67344"/>
                  </a:cubicBezTo>
                  <a:cubicBezTo>
                    <a:pt x="12515" y="79997"/>
                    <a:pt x="19641" y="126128"/>
                    <a:pt x="20167" y="128896"/>
                  </a:cubicBezTo>
                  <a:cubicBezTo>
                    <a:pt x="20693" y="131664"/>
                    <a:pt x="20693" y="138254"/>
                    <a:pt x="22144" y="138650"/>
                  </a:cubicBezTo>
                  <a:cubicBezTo>
                    <a:pt x="23594" y="139045"/>
                    <a:pt x="25189" y="138803"/>
                    <a:pt x="25189" y="138803"/>
                  </a:cubicBezTo>
                  <a:close/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2" name="フリーフォーム: 図形 171">
              <a:extLst>
                <a:ext uri="{FF2B5EF4-FFF2-40B4-BE49-F238E27FC236}">
                  <a16:creationId xmlns:a16="http://schemas.microsoft.com/office/drawing/2014/main" id="{7D7CB004-D347-2593-8DBB-F6DD97F94B50}"/>
                </a:ext>
              </a:extLst>
            </p:cNvPr>
            <p:cNvSpPr/>
            <p:nvPr/>
          </p:nvSpPr>
          <p:spPr>
            <a:xfrm>
              <a:off x="6598776" y="1275537"/>
              <a:ext cx="6472" cy="48878"/>
            </a:xfrm>
            <a:custGeom>
              <a:avLst/>
              <a:gdLst>
                <a:gd name="connsiteX0" fmla="*/ 704 w 6472"/>
                <a:gd name="connsiteY0" fmla="*/ 227 h 48878"/>
                <a:gd name="connsiteX1" fmla="*/ 5502 w 6472"/>
                <a:gd name="connsiteY1" fmla="*/ 29478 h 48878"/>
                <a:gd name="connsiteX2" fmla="*/ 7176 w 6472"/>
                <a:gd name="connsiteY2" fmla="*/ 49105 h 48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72" h="48878">
                  <a:moveTo>
                    <a:pt x="704" y="227"/>
                  </a:moveTo>
                  <a:cubicBezTo>
                    <a:pt x="704" y="227"/>
                    <a:pt x="4577" y="20065"/>
                    <a:pt x="5502" y="29478"/>
                  </a:cubicBezTo>
                  <a:cubicBezTo>
                    <a:pt x="6443" y="38892"/>
                    <a:pt x="7176" y="49105"/>
                    <a:pt x="7176" y="49105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3" name="フリーフォーム: 図形 172">
              <a:extLst>
                <a:ext uri="{FF2B5EF4-FFF2-40B4-BE49-F238E27FC236}">
                  <a16:creationId xmlns:a16="http://schemas.microsoft.com/office/drawing/2014/main" id="{41E96249-C6B3-640B-02B3-FD80CF155423}"/>
                </a:ext>
              </a:extLst>
            </p:cNvPr>
            <p:cNvSpPr/>
            <p:nvPr/>
          </p:nvSpPr>
          <p:spPr>
            <a:xfrm>
              <a:off x="6577702" y="1279313"/>
              <a:ext cx="7109" cy="48999"/>
            </a:xfrm>
            <a:custGeom>
              <a:avLst/>
              <a:gdLst>
                <a:gd name="connsiteX0" fmla="*/ 7810 w 7109"/>
                <a:gd name="connsiteY0" fmla="*/ 49227 h 48999"/>
                <a:gd name="connsiteX1" fmla="*/ 3921 w 7109"/>
                <a:gd name="connsiteY1" fmla="*/ 32041 h 48999"/>
                <a:gd name="connsiteX2" fmla="*/ 701 w 7109"/>
                <a:gd name="connsiteY2" fmla="*/ 227 h 48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09" h="48999">
                  <a:moveTo>
                    <a:pt x="7810" y="49227"/>
                  </a:moveTo>
                  <a:cubicBezTo>
                    <a:pt x="7810" y="49227"/>
                    <a:pt x="4766" y="40427"/>
                    <a:pt x="3921" y="32041"/>
                  </a:cubicBezTo>
                  <a:cubicBezTo>
                    <a:pt x="3092" y="23653"/>
                    <a:pt x="701" y="227"/>
                    <a:pt x="701" y="227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4" name="フリーフォーム: 図形 173">
              <a:extLst>
                <a:ext uri="{FF2B5EF4-FFF2-40B4-BE49-F238E27FC236}">
                  <a16:creationId xmlns:a16="http://schemas.microsoft.com/office/drawing/2014/main" id="{82D4574E-A5F5-B151-0A6A-69293BA5E38A}"/>
                </a:ext>
              </a:extLst>
            </p:cNvPr>
            <p:cNvSpPr/>
            <p:nvPr/>
          </p:nvSpPr>
          <p:spPr>
            <a:xfrm>
              <a:off x="6537499" y="1274678"/>
              <a:ext cx="31520" cy="49588"/>
            </a:xfrm>
            <a:custGeom>
              <a:avLst/>
              <a:gdLst>
                <a:gd name="connsiteX0" fmla="*/ 8252 w 31520"/>
                <a:gd name="connsiteY0" fmla="*/ 49815 h 49588"/>
                <a:gd name="connsiteX1" fmla="*/ 32195 w 31520"/>
                <a:gd name="connsiteY1" fmla="*/ 44131 h 49588"/>
                <a:gd name="connsiteX2" fmla="*/ 28847 w 31520"/>
                <a:gd name="connsiteY2" fmla="*/ 27448 h 49588"/>
                <a:gd name="connsiteX3" fmla="*/ 25213 w 31520"/>
                <a:gd name="connsiteY3" fmla="*/ 9926 h 49588"/>
                <a:gd name="connsiteX4" fmla="*/ 24464 w 31520"/>
                <a:gd name="connsiteY4" fmla="*/ 978 h 49588"/>
                <a:gd name="connsiteX5" fmla="*/ 23061 w 31520"/>
                <a:gd name="connsiteY5" fmla="*/ 234 h 49588"/>
                <a:gd name="connsiteX6" fmla="*/ 2003 w 31520"/>
                <a:gd name="connsiteY6" fmla="*/ 3869 h 49588"/>
                <a:gd name="connsiteX7" fmla="*/ 696 w 31520"/>
                <a:gd name="connsiteY7" fmla="*/ 7409 h 49588"/>
                <a:gd name="connsiteX8" fmla="*/ 1253 w 31520"/>
                <a:gd name="connsiteY8" fmla="*/ 20364 h 49588"/>
                <a:gd name="connsiteX9" fmla="*/ 5350 w 31520"/>
                <a:gd name="connsiteY9" fmla="*/ 43292 h 49588"/>
                <a:gd name="connsiteX10" fmla="*/ 8252 w 31520"/>
                <a:gd name="connsiteY10" fmla="*/ 49815 h 49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1520" h="49588">
                  <a:moveTo>
                    <a:pt x="8252" y="49815"/>
                  </a:moveTo>
                  <a:cubicBezTo>
                    <a:pt x="8252" y="49815"/>
                    <a:pt x="32004" y="45342"/>
                    <a:pt x="32195" y="44131"/>
                  </a:cubicBezTo>
                  <a:cubicBezTo>
                    <a:pt x="32386" y="42919"/>
                    <a:pt x="31270" y="33039"/>
                    <a:pt x="28847" y="27448"/>
                  </a:cubicBezTo>
                  <a:cubicBezTo>
                    <a:pt x="26424" y="21856"/>
                    <a:pt x="25213" y="9926"/>
                    <a:pt x="25213" y="9926"/>
                  </a:cubicBezTo>
                  <a:lnTo>
                    <a:pt x="24464" y="978"/>
                  </a:lnTo>
                  <a:cubicBezTo>
                    <a:pt x="24464" y="978"/>
                    <a:pt x="24926" y="140"/>
                    <a:pt x="23061" y="234"/>
                  </a:cubicBezTo>
                  <a:cubicBezTo>
                    <a:pt x="21195" y="326"/>
                    <a:pt x="2656" y="2936"/>
                    <a:pt x="2003" y="3869"/>
                  </a:cubicBezTo>
                  <a:cubicBezTo>
                    <a:pt x="1349" y="4799"/>
                    <a:pt x="696" y="6105"/>
                    <a:pt x="696" y="7409"/>
                  </a:cubicBezTo>
                  <a:cubicBezTo>
                    <a:pt x="696" y="8715"/>
                    <a:pt x="1253" y="16637"/>
                    <a:pt x="1253" y="20364"/>
                  </a:cubicBezTo>
                  <a:cubicBezTo>
                    <a:pt x="1253" y="24093"/>
                    <a:pt x="3405" y="38631"/>
                    <a:pt x="5350" y="43292"/>
                  </a:cubicBezTo>
                  <a:cubicBezTo>
                    <a:pt x="7311" y="47952"/>
                    <a:pt x="8252" y="49815"/>
                    <a:pt x="8252" y="49815"/>
                  </a:cubicBezTo>
                  <a:close/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5" name="フリーフォーム: 図形 174">
              <a:extLst>
                <a:ext uri="{FF2B5EF4-FFF2-40B4-BE49-F238E27FC236}">
                  <a16:creationId xmlns:a16="http://schemas.microsoft.com/office/drawing/2014/main" id="{6C490E44-1158-BD01-FDFA-F30D846092F0}"/>
                </a:ext>
              </a:extLst>
            </p:cNvPr>
            <p:cNvSpPr/>
            <p:nvPr/>
          </p:nvSpPr>
          <p:spPr>
            <a:xfrm>
              <a:off x="6514350" y="1245381"/>
              <a:ext cx="134153" cy="41253"/>
            </a:xfrm>
            <a:custGeom>
              <a:avLst/>
              <a:gdLst>
                <a:gd name="connsiteX0" fmla="*/ 1979 w 134153"/>
                <a:gd name="connsiteY0" fmla="*/ 23054 h 41253"/>
                <a:gd name="connsiteX1" fmla="*/ 1166 w 134153"/>
                <a:gd name="connsiteY1" fmla="*/ 32475 h 41253"/>
                <a:gd name="connsiteX2" fmla="*/ 7144 w 134153"/>
                <a:gd name="connsiteY2" fmla="*/ 41474 h 41253"/>
                <a:gd name="connsiteX3" fmla="*/ 134448 w 134153"/>
                <a:gd name="connsiteY3" fmla="*/ 17782 h 41253"/>
                <a:gd name="connsiteX4" fmla="*/ 134672 w 134153"/>
                <a:gd name="connsiteY4" fmla="*/ 11492 h 41253"/>
                <a:gd name="connsiteX5" fmla="*/ 133316 w 134153"/>
                <a:gd name="connsiteY5" fmla="*/ 913 h 41253"/>
                <a:gd name="connsiteX6" fmla="*/ 127992 w 134153"/>
                <a:gd name="connsiteY6" fmla="*/ 448 h 41253"/>
                <a:gd name="connsiteX7" fmla="*/ 79580 w 134153"/>
                <a:gd name="connsiteY7" fmla="*/ 7623 h 41253"/>
                <a:gd name="connsiteX8" fmla="*/ 75116 w 134153"/>
                <a:gd name="connsiteY8" fmla="*/ 7390 h 41253"/>
                <a:gd name="connsiteX9" fmla="*/ 69696 w 134153"/>
                <a:gd name="connsiteY9" fmla="*/ 9021 h 41253"/>
                <a:gd name="connsiteX10" fmla="*/ 69377 w 134153"/>
                <a:gd name="connsiteY10" fmla="*/ 10700 h 41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153" h="41253">
                  <a:moveTo>
                    <a:pt x="1979" y="23054"/>
                  </a:moveTo>
                  <a:cubicBezTo>
                    <a:pt x="1979" y="23054"/>
                    <a:pt x="-237" y="28072"/>
                    <a:pt x="1166" y="32475"/>
                  </a:cubicBezTo>
                  <a:cubicBezTo>
                    <a:pt x="2553" y="36878"/>
                    <a:pt x="5996" y="41341"/>
                    <a:pt x="7144" y="41474"/>
                  </a:cubicBezTo>
                  <a:cubicBezTo>
                    <a:pt x="8308" y="41606"/>
                    <a:pt x="133779" y="18308"/>
                    <a:pt x="134448" y="17782"/>
                  </a:cubicBezTo>
                  <a:cubicBezTo>
                    <a:pt x="135102" y="17255"/>
                    <a:pt x="134799" y="12982"/>
                    <a:pt x="134672" y="11492"/>
                  </a:cubicBezTo>
                  <a:cubicBezTo>
                    <a:pt x="134528" y="10000"/>
                    <a:pt x="134194" y="2125"/>
                    <a:pt x="133316" y="913"/>
                  </a:cubicBezTo>
                  <a:cubicBezTo>
                    <a:pt x="132424" y="-298"/>
                    <a:pt x="127992" y="448"/>
                    <a:pt x="127992" y="448"/>
                  </a:cubicBezTo>
                  <a:lnTo>
                    <a:pt x="79580" y="7623"/>
                  </a:lnTo>
                  <a:cubicBezTo>
                    <a:pt x="79580" y="7623"/>
                    <a:pt x="78320" y="7017"/>
                    <a:pt x="75116" y="7390"/>
                  </a:cubicBezTo>
                  <a:cubicBezTo>
                    <a:pt x="71896" y="7763"/>
                    <a:pt x="70127" y="8602"/>
                    <a:pt x="69696" y="9021"/>
                  </a:cubicBezTo>
                  <a:cubicBezTo>
                    <a:pt x="69282" y="9440"/>
                    <a:pt x="69377" y="10700"/>
                    <a:pt x="69377" y="10700"/>
                  </a:cubicBezTo>
                  <a:close/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6" name="フリーフォーム: 図形 175">
              <a:extLst>
                <a:ext uri="{FF2B5EF4-FFF2-40B4-BE49-F238E27FC236}">
                  <a16:creationId xmlns:a16="http://schemas.microsoft.com/office/drawing/2014/main" id="{809C91CB-E791-8B1E-6C84-83F0145B81BA}"/>
                </a:ext>
              </a:extLst>
            </p:cNvPr>
            <p:cNvSpPr/>
            <p:nvPr/>
          </p:nvSpPr>
          <p:spPr>
            <a:xfrm>
              <a:off x="6583027" y="1255859"/>
              <a:ext cx="10584" cy="3635"/>
            </a:xfrm>
            <a:custGeom>
              <a:avLst/>
              <a:gdLst>
                <a:gd name="connsiteX0" fmla="*/ 702 w 10584"/>
                <a:gd name="connsiteY0" fmla="*/ 219 h 3635"/>
                <a:gd name="connsiteX1" fmla="*/ 4671 w 10584"/>
                <a:gd name="connsiteY1" fmla="*/ 3854 h 3635"/>
                <a:gd name="connsiteX2" fmla="*/ 10394 w 10584"/>
                <a:gd name="connsiteY2" fmla="*/ 2548 h 3635"/>
                <a:gd name="connsiteX3" fmla="*/ 11287 w 10584"/>
                <a:gd name="connsiteY3" fmla="*/ 685 h 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4" h="3635">
                  <a:moveTo>
                    <a:pt x="702" y="219"/>
                  </a:moveTo>
                  <a:cubicBezTo>
                    <a:pt x="702" y="219"/>
                    <a:pt x="845" y="3900"/>
                    <a:pt x="4671" y="3854"/>
                  </a:cubicBezTo>
                  <a:cubicBezTo>
                    <a:pt x="8481" y="3808"/>
                    <a:pt x="9692" y="3527"/>
                    <a:pt x="10394" y="2548"/>
                  </a:cubicBezTo>
                  <a:cubicBezTo>
                    <a:pt x="11095" y="1570"/>
                    <a:pt x="11287" y="685"/>
                    <a:pt x="11287" y="685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7" name="フリーフォーム: 図形 176">
              <a:extLst>
                <a:ext uri="{FF2B5EF4-FFF2-40B4-BE49-F238E27FC236}">
                  <a16:creationId xmlns:a16="http://schemas.microsoft.com/office/drawing/2014/main" id="{2EADFFAC-BB00-F22F-0E79-A2C847E9067E}"/>
                </a:ext>
              </a:extLst>
            </p:cNvPr>
            <p:cNvSpPr/>
            <p:nvPr/>
          </p:nvSpPr>
          <p:spPr>
            <a:xfrm>
              <a:off x="6589371" y="1251955"/>
              <a:ext cx="12388" cy="8796"/>
            </a:xfrm>
            <a:custGeom>
              <a:avLst/>
              <a:gdLst>
                <a:gd name="connsiteX0" fmla="*/ 10140 w 12388"/>
                <a:gd name="connsiteY0" fmla="*/ 219 h 8796"/>
                <a:gd name="connsiteX1" fmla="*/ 12627 w 12388"/>
                <a:gd name="connsiteY1" fmla="*/ 1606 h 8796"/>
                <a:gd name="connsiteX2" fmla="*/ 12674 w 12388"/>
                <a:gd name="connsiteY2" fmla="*/ 5008 h 8796"/>
                <a:gd name="connsiteX3" fmla="*/ 9694 w 12388"/>
                <a:gd name="connsiteY3" fmla="*/ 7617 h 8796"/>
                <a:gd name="connsiteX4" fmla="*/ 703 w 12388"/>
                <a:gd name="connsiteY4" fmla="*/ 9015 h 8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8" h="8796">
                  <a:moveTo>
                    <a:pt x="10140" y="219"/>
                  </a:moveTo>
                  <a:cubicBezTo>
                    <a:pt x="10140" y="219"/>
                    <a:pt x="12117" y="394"/>
                    <a:pt x="12627" y="1606"/>
                  </a:cubicBezTo>
                  <a:cubicBezTo>
                    <a:pt x="13137" y="2817"/>
                    <a:pt x="13328" y="4123"/>
                    <a:pt x="12674" y="5008"/>
                  </a:cubicBezTo>
                  <a:cubicBezTo>
                    <a:pt x="12021" y="5894"/>
                    <a:pt x="11367" y="7292"/>
                    <a:pt x="9694" y="7617"/>
                  </a:cubicBezTo>
                  <a:cubicBezTo>
                    <a:pt x="8020" y="7944"/>
                    <a:pt x="703" y="9015"/>
                    <a:pt x="703" y="9015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8" name="フリーフォーム: 図形 177">
              <a:extLst>
                <a:ext uri="{FF2B5EF4-FFF2-40B4-BE49-F238E27FC236}">
                  <a16:creationId xmlns:a16="http://schemas.microsoft.com/office/drawing/2014/main" id="{3F4B7C4F-679D-E331-C3E8-7B90F39701B2}"/>
                </a:ext>
              </a:extLst>
            </p:cNvPr>
            <p:cNvSpPr/>
            <p:nvPr/>
          </p:nvSpPr>
          <p:spPr>
            <a:xfrm>
              <a:off x="6628809" y="1247510"/>
              <a:ext cx="3921" cy="18489"/>
            </a:xfrm>
            <a:custGeom>
              <a:avLst/>
              <a:gdLst>
                <a:gd name="connsiteX0" fmla="*/ 709 w 3921"/>
                <a:gd name="connsiteY0" fmla="*/ 219 h 18489"/>
                <a:gd name="connsiteX1" fmla="*/ 3515 w 3921"/>
                <a:gd name="connsiteY1" fmla="*/ 8599 h 18489"/>
                <a:gd name="connsiteX2" fmla="*/ 4631 w 3921"/>
                <a:gd name="connsiteY2" fmla="*/ 18709 h 18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21" h="18489">
                  <a:moveTo>
                    <a:pt x="709" y="219"/>
                  </a:moveTo>
                  <a:cubicBezTo>
                    <a:pt x="709" y="219"/>
                    <a:pt x="2989" y="6162"/>
                    <a:pt x="3515" y="8599"/>
                  </a:cubicBezTo>
                  <a:cubicBezTo>
                    <a:pt x="4041" y="11038"/>
                    <a:pt x="4631" y="18709"/>
                    <a:pt x="4631" y="18709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9" name="フリーフォーム: 図形 178">
              <a:extLst>
                <a:ext uri="{FF2B5EF4-FFF2-40B4-BE49-F238E27FC236}">
                  <a16:creationId xmlns:a16="http://schemas.microsoft.com/office/drawing/2014/main" id="{65525E00-FFF7-0423-6753-F705EFAC0643}"/>
                </a:ext>
              </a:extLst>
            </p:cNvPr>
            <p:cNvSpPr/>
            <p:nvPr/>
          </p:nvSpPr>
          <p:spPr>
            <a:xfrm>
              <a:off x="6622321" y="1248472"/>
              <a:ext cx="3331" cy="18874"/>
            </a:xfrm>
            <a:custGeom>
              <a:avLst/>
              <a:gdLst>
                <a:gd name="connsiteX0" fmla="*/ 708 w 3331"/>
                <a:gd name="connsiteY0" fmla="*/ 219 h 18874"/>
                <a:gd name="connsiteX1" fmla="*/ 2892 w 3331"/>
                <a:gd name="connsiteY1" fmla="*/ 7637 h 18874"/>
                <a:gd name="connsiteX2" fmla="*/ 4040 w 3331"/>
                <a:gd name="connsiteY2" fmla="*/ 19094 h 1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1" h="18874">
                  <a:moveTo>
                    <a:pt x="708" y="219"/>
                  </a:moveTo>
                  <a:cubicBezTo>
                    <a:pt x="708" y="219"/>
                    <a:pt x="2286" y="4606"/>
                    <a:pt x="2892" y="7637"/>
                  </a:cubicBezTo>
                  <a:cubicBezTo>
                    <a:pt x="3482" y="10669"/>
                    <a:pt x="4040" y="19094"/>
                    <a:pt x="4040" y="19094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0" name="フリーフォーム: 図形 179">
              <a:extLst>
                <a:ext uri="{FF2B5EF4-FFF2-40B4-BE49-F238E27FC236}">
                  <a16:creationId xmlns:a16="http://schemas.microsoft.com/office/drawing/2014/main" id="{27A351F9-4527-AF92-CF90-B7755F33F37C}"/>
                </a:ext>
              </a:extLst>
            </p:cNvPr>
            <p:cNvSpPr/>
            <p:nvPr/>
          </p:nvSpPr>
          <p:spPr>
            <a:xfrm>
              <a:off x="6672280" y="1208419"/>
              <a:ext cx="125547" cy="133315"/>
            </a:xfrm>
            <a:custGeom>
              <a:avLst/>
              <a:gdLst>
                <a:gd name="connsiteX0" fmla="*/ 25037 w 125547"/>
                <a:gd name="connsiteY0" fmla="*/ 133299 h 133315"/>
                <a:gd name="connsiteX1" fmla="*/ 54305 w 125547"/>
                <a:gd name="connsiteY1" fmla="*/ 128555 h 133315"/>
                <a:gd name="connsiteX2" fmla="*/ 123632 w 125547"/>
                <a:gd name="connsiteY2" fmla="*/ 117220 h 133315"/>
                <a:gd name="connsiteX3" fmla="*/ 126008 w 125547"/>
                <a:gd name="connsiteY3" fmla="*/ 106939 h 133315"/>
                <a:gd name="connsiteX4" fmla="*/ 114403 w 125547"/>
                <a:gd name="connsiteY4" fmla="*/ 21794 h 133315"/>
                <a:gd name="connsiteX5" fmla="*/ 111804 w 125547"/>
                <a:gd name="connsiteY5" fmla="*/ 10755 h 133315"/>
                <a:gd name="connsiteX6" fmla="*/ 106767 w 125547"/>
                <a:gd name="connsiteY6" fmla="*/ 224 h 133315"/>
                <a:gd name="connsiteX7" fmla="*/ 6116 w 125547"/>
                <a:gd name="connsiteY7" fmla="*/ 14204 h 133315"/>
                <a:gd name="connsiteX8" fmla="*/ 8634 w 125547"/>
                <a:gd name="connsiteY8" fmla="*/ 48967 h 133315"/>
                <a:gd name="connsiteX9" fmla="*/ 11472 w 125547"/>
                <a:gd name="connsiteY9" fmla="*/ 58831 h 133315"/>
                <a:gd name="connsiteX10" fmla="*/ 2831 w 125547"/>
                <a:gd name="connsiteY10" fmla="*/ 38467 h 133315"/>
                <a:gd name="connsiteX11" fmla="*/ 727 w 125547"/>
                <a:gd name="connsiteY11" fmla="*/ 34448 h 133315"/>
                <a:gd name="connsiteX12" fmla="*/ 1046 w 125547"/>
                <a:gd name="connsiteY12" fmla="*/ 39587 h 133315"/>
                <a:gd name="connsiteX13" fmla="*/ 3294 w 125547"/>
                <a:gd name="connsiteY13" fmla="*/ 48551 h 133315"/>
                <a:gd name="connsiteX14" fmla="*/ 8825 w 125547"/>
                <a:gd name="connsiteY14" fmla="*/ 59161 h 133315"/>
                <a:gd name="connsiteX15" fmla="*/ 18326 w 125547"/>
                <a:gd name="connsiteY15" fmla="*/ 109576 h 133315"/>
                <a:gd name="connsiteX16" fmla="*/ 21483 w 125547"/>
                <a:gd name="connsiteY16" fmla="*/ 119724 h 133315"/>
                <a:gd name="connsiteX17" fmla="*/ 25037 w 125547"/>
                <a:gd name="connsiteY17" fmla="*/ 133299 h 133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5547" h="133315">
                  <a:moveTo>
                    <a:pt x="25037" y="133299"/>
                  </a:moveTo>
                  <a:cubicBezTo>
                    <a:pt x="25037" y="133299"/>
                    <a:pt x="21610" y="135145"/>
                    <a:pt x="54305" y="128555"/>
                  </a:cubicBezTo>
                  <a:cubicBezTo>
                    <a:pt x="86984" y="121965"/>
                    <a:pt x="120731" y="119329"/>
                    <a:pt x="123632" y="117220"/>
                  </a:cubicBezTo>
                  <a:cubicBezTo>
                    <a:pt x="126533" y="115111"/>
                    <a:pt x="126533" y="115638"/>
                    <a:pt x="126008" y="106939"/>
                  </a:cubicBezTo>
                  <a:cubicBezTo>
                    <a:pt x="125481" y="98240"/>
                    <a:pt x="114403" y="21794"/>
                    <a:pt x="114403" y="21794"/>
                  </a:cubicBezTo>
                  <a:cubicBezTo>
                    <a:pt x="114403" y="21794"/>
                    <a:pt x="112745" y="13364"/>
                    <a:pt x="111804" y="10755"/>
                  </a:cubicBezTo>
                  <a:cubicBezTo>
                    <a:pt x="110880" y="8145"/>
                    <a:pt x="107978" y="411"/>
                    <a:pt x="106767" y="224"/>
                  </a:cubicBezTo>
                  <a:cubicBezTo>
                    <a:pt x="105555" y="38"/>
                    <a:pt x="6402" y="13645"/>
                    <a:pt x="6116" y="14204"/>
                  </a:cubicBezTo>
                  <a:cubicBezTo>
                    <a:pt x="5845" y="14762"/>
                    <a:pt x="8443" y="48036"/>
                    <a:pt x="8634" y="48967"/>
                  </a:cubicBezTo>
                  <a:cubicBezTo>
                    <a:pt x="8825" y="49900"/>
                    <a:pt x="11663" y="57843"/>
                    <a:pt x="11472" y="58831"/>
                  </a:cubicBezTo>
                  <a:cubicBezTo>
                    <a:pt x="11264" y="59820"/>
                    <a:pt x="2831" y="41169"/>
                    <a:pt x="2831" y="38467"/>
                  </a:cubicBezTo>
                  <a:cubicBezTo>
                    <a:pt x="2831" y="35765"/>
                    <a:pt x="727" y="34448"/>
                    <a:pt x="727" y="34448"/>
                  </a:cubicBezTo>
                  <a:cubicBezTo>
                    <a:pt x="727" y="34448"/>
                    <a:pt x="855" y="37150"/>
                    <a:pt x="1046" y="39587"/>
                  </a:cubicBezTo>
                  <a:cubicBezTo>
                    <a:pt x="1253" y="42026"/>
                    <a:pt x="2497" y="45980"/>
                    <a:pt x="3294" y="48551"/>
                  </a:cubicBezTo>
                  <a:cubicBezTo>
                    <a:pt x="4091" y="51121"/>
                    <a:pt x="8825" y="58238"/>
                    <a:pt x="8825" y="59161"/>
                  </a:cubicBezTo>
                  <a:cubicBezTo>
                    <a:pt x="8825" y="60083"/>
                    <a:pt x="17657" y="101008"/>
                    <a:pt x="18326" y="109576"/>
                  </a:cubicBezTo>
                  <a:cubicBezTo>
                    <a:pt x="18980" y="118143"/>
                    <a:pt x="21084" y="118406"/>
                    <a:pt x="21483" y="119724"/>
                  </a:cubicBezTo>
                  <a:cubicBezTo>
                    <a:pt x="21881" y="121042"/>
                    <a:pt x="25037" y="133299"/>
                    <a:pt x="25037" y="133299"/>
                  </a:cubicBezTo>
                  <a:close/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1" name="フリーフォーム: 図形 180">
              <a:extLst>
                <a:ext uri="{FF2B5EF4-FFF2-40B4-BE49-F238E27FC236}">
                  <a16:creationId xmlns:a16="http://schemas.microsoft.com/office/drawing/2014/main" id="{6B41175F-C25F-11E1-4F6E-F4F22D775531}"/>
                </a:ext>
              </a:extLst>
            </p:cNvPr>
            <p:cNvSpPr/>
            <p:nvPr/>
          </p:nvSpPr>
          <p:spPr>
            <a:xfrm>
              <a:off x="6778319" y="1208421"/>
              <a:ext cx="13692" cy="112514"/>
            </a:xfrm>
            <a:custGeom>
              <a:avLst/>
              <a:gdLst>
                <a:gd name="connsiteX0" fmla="*/ 736 w 13692"/>
                <a:gd name="connsiteY0" fmla="*/ 221 h 112514"/>
                <a:gd name="connsiteX1" fmla="*/ 1389 w 13692"/>
                <a:gd name="connsiteY1" fmla="*/ 16189 h 112514"/>
                <a:gd name="connsiteX2" fmla="*/ 14429 w 13692"/>
                <a:gd name="connsiteY2" fmla="*/ 112735 h 112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692" h="112514">
                  <a:moveTo>
                    <a:pt x="736" y="221"/>
                  </a:moveTo>
                  <a:cubicBezTo>
                    <a:pt x="736" y="221"/>
                    <a:pt x="800" y="10852"/>
                    <a:pt x="1389" y="16189"/>
                  </a:cubicBezTo>
                  <a:cubicBezTo>
                    <a:pt x="1980" y="21527"/>
                    <a:pt x="14429" y="112735"/>
                    <a:pt x="14429" y="112735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2" name="フリーフォーム: 図形 181">
              <a:extLst>
                <a:ext uri="{FF2B5EF4-FFF2-40B4-BE49-F238E27FC236}">
                  <a16:creationId xmlns:a16="http://schemas.microsoft.com/office/drawing/2014/main" id="{2560F7AD-56A9-BF37-97E6-94C64FF170DD}"/>
                </a:ext>
              </a:extLst>
            </p:cNvPr>
            <p:cNvSpPr/>
            <p:nvPr/>
          </p:nvSpPr>
          <p:spPr>
            <a:xfrm>
              <a:off x="7100502" y="1392395"/>
              <a:ext cx="12593" cy="80127"/>
            </a:xfrm>
            <a:custGeom>
              <a:avLst/>
              <a:gdLst>
                <a:gd name="connsiteX0" fmla="*/ 13386 w 12593"/>
                <a:gd name="connsiteY0" fmla="*/ 250 h 80127"/>
                <a:gd name="connsiteX1" fmla="*/ 9559 w 12593"/>
                <a:gd name="connsiteY1" fmla="*/ 38318 h 80127"/>
                <a:gd name="connsiteX2" fmla="*/ 3502 w 12593"/>
                <a:gd name="connsiteY2" fmla="*/ 78651 h 80127"/>
                <a:gd name="connsiteX3" fmla="*/ 792 w 12593"/>
                <a:gd name="connsiteY3" fmla="*/ 80309 h 8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593" h="80127">
                  <a:moveTo>
                    <a:pt x="13386" y="250"/>
                  </a:moveTo>
                  <a:cubicBezTo>
                    <a:pt x="13386" y="250"/>
                    <a:pt x="12987" y="14856"/>
                    <a:pt x="9559" y="38318"/>
                  </a:cubicBezTo>
                  <a:cubicBezTo>
                    <a:pt x="6132" y="61779"/>
                    <a:pt x="5845" y="76406"/>
                    <a:pt x="3502" y="78651"/>
                  </a:cubicBezTo>
                  <a:cubicBezTo>
                    <a:pt x="1143" y="80894"/>
                    <a:pt x="792" y="80309"/>
                    <a:pt x="792" y="80309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3" name="フリーフォーム: 図形 182">
              <a:extLst>
                <a:ext uri="{FF2B5EF4-FFF2-40B4-BE49-F238E27FC236}">
                  <a16:creationId xmlns:a16="http://schemas.microsoft.com/office/drawing/2014/main" id="{25BA9E96-E389-EB19-2849-A7657E3813C4}"/>
                </a:ext>
              </a:extLst>
            </p:cNvPr>
            <p:cNvSpPr/>
            <p:nvPr/>
          </p:nvSpPr>
          <p:spPr>
            <a:xfrm>
              <a:off x="7140594" y="1418491"/>
              <a:ext cx="18539" cy="8574"/>
            </a:xfrm>
            <a:custGeom>
              <a:avLst/>
              <a:gdLst>
                <a:gd name="connsiteX0" fmla="*/ 800 w 18539"/>
                <a:gd name="connsiteY0" fmla="*/ 8823 h 8574"/>
                <a:gd name="connsiteX1" fmla="*/ 19339 w 18539"/>
                <a:gd name="connsiteY1" fmla="*/ 248 h 8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539" h="8574">
                  <a:moveTo>
                    <a:pt x="800" y="8823"/>
                  </a:moveTo>
                  <a:lnTo>
                    <a:pt x="19339" y="248"/>
                  </a:ln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4" name="フリーフォーム: 図形 183">
              <a:extLst>
                <a:ext uri="{FF2B5EF4-FFF2-40B4-BE49-F238E27FC236}">
                  <a16:creationId xmlns:a16="http://schemas.microsoft.com/office/drawing/2014/main" id="{B68F468C-A09A-9B55-9905-C026E6F8CE5A}"/>
                </a:ext>
              </a:extLst>
            </p:cNvPr>
            <p:cNvSpPr/>
            <p:nvPr/>
          </p:nvSpPr>
          <p:spPr>
            <a:xfrm>
              <a:off x="7133255" y="1422779"/>
              <a:ext cx="16616" cy="65424"/>
            </a:xfrm>
            <a:custGeom>
              <a:avLst/>
              <a:gdLst>
                <a:gd name="connsiteX0" fmla="*/ 2446 w 16616"/>
                <a:gd name="connsiteY0" fmla="*/ 65679 h 65424"/>
                <a:gd name="connsiteX1" fmla="*/ 1522 w 16616"/>
                <a:gd name="connsiteY1" fmla="*/ 48345 h 65424"/>
                <a:gd name="connsiteX2" fmla="*/ 17415 w 16616"/>
                <a:gd name="connsiteY2" fmla="*/ 254 h 65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616" h="65424">
                  <a:moveTo>
                    <a:pt x="2446" y="65679"/>
                  </a:moveTo>
                  <a:cubicBezTo>
                    <a:pt x="2446" y="65679"/>
                    <a:pt x="-535" y="60460"/>
                    <a:pt x="1522" y="48345"/>
                  </a:cubicBezTo>
                  <a:cubicBezTo>
                    <a:pt x="3562" y="36228"/>
                    <a:pt x="17415" y="254"/>
                    <a:pt x="17415" y="254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5" name="フリーフォーム: 図形 184">
              <a:extLst>
                <a:ext uri="{FF2B5EF4-FFF2-40B4-BE49-F238E27FC236}">
                  <a16:creationId xmlns:a16="http://schemas.microsoft.com/office/drawing/2014/main" id="{04AED8A1-DCD1-CA02-B1BD-4BC444F85A62}"/>
                </a:ext>
              </a:extLst>
            </p:cNvPr>
            <p:cNvSpPr/>
            <p:nvPr/>
          </p:nvSpPr>
          <p:spPr>
            <a:xfrm>
              <a:off x="7202667" y="1244621"/>
              <a:ext cx="22334" cy="7516"/>
            </a:xfrm>
            <a:custGeom>
              <a:avLst/>
              <a:gdLst>
                <a:gd name="connsiteX0" fmla="*/ 23145 w 22334"/>
                <a:gd name="connsiteY0" fmla="*/ 218 h 7516"/>
                <a:gd name="connsiteX1" fmla="*/ 10679 w 22334"/>
                <a:gd name="connsiteY1" fmla="*/ 6329 h 7516"/>
                <a:gd name="connsiteX2" fmla="*/ 812 w 22334"/>
                <a:gd name="connsiteY2" fmla="*/ 7727 h 7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334" h="7516">
                  <a:moveTo>
                    <a:pt x="23145" y="218"/>
                  </a:moveTo>
                  <a:cubicBezTo>
                    <a:pt x="23145" y="218"/>
                    <a:pt x="20849" y="4745"/>
                    <a:pt x="10679" y="6329"/>
                  </a:cubicBezTo>
                  <a:cubicBezTo>
                    <a:pt x="525" y="7914"/>
                    <a:pt x="812" y="7727"/>
                    <a:pt x="812" y="7727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6" name="フリーフォーム: 図形 185">
              <a:extLst>
                <a:ext uri="{FF2B5EF4-FFF2-40B4-BE49-F238E27FC236}">
                  <a16:creationId xmlns:a16="http://schemas.microsoft.com/office/drawing/2014/main" id="{02F8FBC5-B576-7675-DF9C-3AEC5A4D138E}"/>
                </a:ext>
              </a:extLst>
            </p:cNvPr>
            <p:cNvSpPr/>
            <p:nvPr/>
          </p:nvSpPr>
          <p:spPr>
            <a:xfrm>
              <a:off x="7115152" y="1257071"/>
              <a:ext cx="49457" cy="187330"/>
            </a:xfrm>
            <a:custGeom>
              <a:avLst/>
              <a:gdLst>
                <a:gd name="connsiteX0" fmla="*/ 798 w 49457"/>
                <a:gd name="connsiteY0" fmla="*/ 187566 h 187330"/>
                <a:gd name="connsiteX1" fmla="*/ 14954 w 49457"/>
                <a:gd name="connsiteY1" fmla="*/ 130527 h 187330"/>
                <a:gd name="connsiteX2" fmla="*/ 40682 w 49457"/>
                <a:gd name="connsiteY2" fmla="*/ 74981 h 187330"/>
                <a:gd name="connsiteX3" fmla="*/ 50007 w 49457"/>
                <a:gd name="connsiteY3" fmla="*/ 43480 h 187330"/>
                <a:gd name="connsiteX4" fmla="*/ 50007 w 49457"/>
                <a:gd name="connsiteY4" fmla="*/ 4522 h 187330"/>
                <a:gd name="connsiteX5" fmla="*/ 41049 w 49457"/>
                <a:gd name="connsiteY5" fmla="*/ 236 h 187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457" h="187330">
                  <a:moveTo>
                    <a:pt x="798" y="187566"/>
                  </a:moveTo>
                  <a:cubicBezTo>
                    <a:pt x="798" y="187566"/>
                    <a:pt x="9374" y="144135"/>
                    <a:pt x="14954" y="130527"/>
                  </a:cubicBezTo>
                  <a:cubicBezTo>
                    <a:pt x="20549" y="116920"/>
                    <a:pt x="39184" y="78895"/>
                    <a:pt x="40682" y="74981"/>
                  </a:cubicBezTo>
                  <a:cubicBezTo>
                    <a:pt x="42180" y="71066"/>
                    <a:pt x="49450" y="47953"/>
                    <a:pt x="50007" y="43480"/>
                  </a:cubicBezTo>
                  <a:cubicBezTo>
                    <a:pt x="50565" y="39006"/>
                    <a:pt x="50007" y="5455"/>
                    <a:pt x="50007" y="4522"/>
                  </a:cubicBezTo>
                  <a:cubicBezTo>
                    <a:pt x="50007" y="3591"/>
                    <a:pt x="41049" y="236"/>
                    <a:pt x="41049" y="236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7" name="フリーフォーム: 図形 186">
              <a:extLst>
                <a:ext uri="{FF2B5EF4-FFF2-40B4-BE49-F238E27FC236}">
                  <a16:creationId xmlns:a16="http://schemas.microsoft.com/office/drawing/2014/main" id="{E0FFA3C5-F330-0288-5A60-C2ABBC82B124}"/>
                </a:ext>
              </a:extLst>
            </p:cNvPr>
            <p:cNvSpPr/>
            <p:nvPr/>
          </p:nvSpPr>
          <p:spPr>
            <a:xfrm>
              <a:off x="7172938" y="1260984"/>
              <a:ext cx="28574" cy="14539"/>
            </a:xfrm>
            <a:custGeom>
              <a:avLst/>
              <a:gdLst>
                <a:gd name="connsiteX0" fmla="*/ 806 w 28574"/>
                <a:gd name="connsiteY0" fmla="*/ 221 h 14539"/>
                <a:gd name="connsiteX1" fmla="*/ 16077 w 28574"/>
                <a:gd name="connsiteY1" fmla="*/ 2458 h 14539"/>
                <a:gd name="connsiteX2" fmla="*/ 29133 w 28574"/>
                <a:gd name="connsiteY2" fmla="*/ 2086 h 14539"/>
                <a:gd name="connsiteX3" fmla="*/ 29133 w 28574"/>
                <a:gd name="connsiteY3" fmla="*/ 14761 h 14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4" h="14539">
                  <a:moveTo>
                    <a:pt x="806" y="221"/>
                  </a:moveTo>
                  <a:cubicBezTo>
                    <a:pt x="806" y="221"/>
                    <a:pt x="10307" y="2271"/>
                    <a:pt x="16077" y="2458"/>
                  </a:cubicBezTo>
                  <a:cubicBezTo>
                    <a:pt x="21864" y="2644"/>
                    <a:pt x="28575" y="781"/>
                    <a:pt x="29133" y="2086"/>
                  </a:cubicBezTo>
                  <a:cubicBezTo>
                    <a:pt x="29691" y="3390"/>
                    <a:pt x="29133" y="14761"/>
                    <a:pt x="29133" y="14761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8" name="フリーフォーム: 図形 187">
              <a:extLst>
                <a:ext uri="{FF2B5EF4-FFF2-40B4-BE49-F238E27FC236}">
                  <a16:creationId xmlns:a16="http://schemas.microsoft.com/office/drawing/2014/main" id="{6E788D73-98F8-7477-9B45-92E0E54DCDCF}"/>
                </a:ext>
              </a:extLst>
            </p:cNvPr>
            <p:cNvSpPr/>
            <p:nvPr/>
          </p:nvSpPr>
          <p:spPr>
            <a:xfrm>
              <a:off x="6923303" y="1354007"/>
              <a:ext cx="101539" cy="107937"/>
            </a:xfrm>
            <a:custGeom>
              <a:avLst/>
              <a:gdLst>
                <a:gd name="connsiteX0" fmla="*/ 769 w 101539"/>
                <a:gd name="connsiteY0" fmla="*/ 2498 h 107937"/>
                <a:gd name="connsiteX1" fmla="*/ 38453 w 101539"/>
                <a:gd name="connsiteY1" fmla="*/ 6451 h 107937"/>
                <a:gd name="connsiteX2" fmla="*/ 90660 w 101539"/>
                <a:gd name="connsiteY2" fmla="*/ 53110 h 107937"/>
                <a:gd name="connsiteX3" fmla="*/ 101468 w 101539"/>
                <a:gd name="connsiteY3" fmla="*/ 90543 h 107937"/>
                <a:gd name="connsiteX4" fmla="*/ 84587 w 101539"/>
                <a:gd name="connsiteY4" fmla="*/ 107941 h 107937"/>
                <a:gd name="connsiteX5" fmla="*/ 61121 w 101539"/>
                <a:gd name="connsiteY5" fmla="*/ 104777 h 107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1539" h="107937">
                  <a:moveTo>
                    <a:pt x="769" y="2498"/>
                  </a:moveTo>
                  <a:cubicBezTo>
                    <a:pt x="769" y="2498"/>
                    <a:pt x="18958" y="-4620"/>
                    <a:pt x="38453" y="6451"/>
                  </a:cubicBezTo>
                  <a:cubicBezTo>
                    <a:pt x="57965" y="17524"/>
                    <a:pt x="86962" y="45202"/>
                    <a:pt x="90660" y="53110"/>
                  </a:cubicBezTo>
                  <a:cubicBezTo>
                    <a:pt x="94342" y="61019"/>
                    <a:pt x="105422" y="77361"/>
                    <a:pt x="101468" y="90543"/>
                  </a:cubicBezTo>
                  <a:cubicBezTo>
                    <a:pt x="97499" y="103723"/>
                    <a:pt x="91712" y="106623"/>
                    <a:pt x="84587" y="107941"/>
                  </a:cubicBezTo>
                  <a:cubicBezTo>
                    <a:pt x="77477" y="109258"/>
                    <a:pt x="61121" y="104777"/>
                    <a:pt x="61121" y="104777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9" name="フリーフォーム: 図形 188">
              <a:extLst>
                <a:ext uri="{FF2B5EF4-FFF2-40B4-BE49-F238E27FC236}">
                  <a16:creationId xmlns:a16="http://schemas.microsoft.com/office/drawing/2014/main" id="{2F949798-FB09-1902-82A3-45EE39C3573E}"/>
                </a:ext>
              </a:extLst>
            </p:cNvPr>
            <p:cNvSpPr/>
            <p:nvPr/>
          </p:nvSpPr>
          <p:spPr>
            <a:xfrm>
              <a:off x="6906618" y="1356259"/>
              <a:ext cx="16684" cy="37167"/>
            </a:xfrm>
            <a:custGeom>
              <a:avLst/>
              <a:gdLst>
                <a:gd name="connsiteX0" fmla="*/ 4659 w 16684"/>
                <a:gd name="connsiteY0" fmla="*/ 37408 h 37167"/>
                <a:gd name="connsiteX1" fmla="*/ 2682 w 16684"/>
                <a:gd name="connsiteY1" fmla="*/ 13947 h 37167"/>
                <a:gd name="connsiteX2" fmla="*/ 17443 w 16684"/>
                <a:gd name="connsiteY2" fmla="*/ 240 h 3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684" h="37167">
                  <a:moveTo>
                    <a:pt x="4659" y="37408"/>
                  </a:moveTo>
                  <a:cubicBezTo>
                    <a:pt x="4659" y="37408"/>
                    <a:pt x="-2595" y="26469"/>
                    <a:pt x="2682" y="13947"/>
                  </a:cubicBezTo>
                  <a:cubicBezTo>
                    <a:pt x="7943" y="1426"/>
                    <a:pt x="17443" y="240"/>
                    <a:pt x="17443" y="240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0" name="フリーフォーム: 図形 189">
              <a:extLst>
                <a:ext uri="{FF2B5EF4-FFF2-40B4-BE49-F238E27FC236}">
                  <a16:creationId xmlns:a16="http://schemas.microsoft.com/office/drawing/2014/main" id="{6A930B5D-DA68-B231-60B9-D6B28EE153BC}"/>
                </a:ext>
              </a:extLst>
            </p:cNvPr>
            <p:cNvSpPr/>
            <p:nvPr/>
          </p:nvSpPr>
          <p:spPr>
            <a:xfrm>
              <a:off x="6704369" y="1316190"/>
              <a:ext cx="84869" cy="24072"/>
            </a:xfrm>
            <a:custGeom>
              <a:avLst/>
              <a:gdLst>
                <a:gd name="connsiteX0" fmla="*/ 3918 w 84869"/>
                <a:gd name="connsiteY0" fmla="*/ 24304 h 24072"/>
                <a:gd name="connsiteX1" fmla="*/ 729 w 84869"/>
                <a:gd name="connsiteY1" fmla="*/ 14862 h 24072"/>
                <a:gd name="connsiteX2" fmla="*/ 84945 w 84869"/>
                <a:gd name="connsiteY2" fmla="*/ 232 h 24072"/>
                <a:gd name="connsiteX3" fmla="*/ 85599 w 84869"/>
                <a:gd name="connsiteY3" fmla="*/ 10946 h 24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869" h="24072">
                  <a:moveTo>
                    <a:pt x="3918" y="24304"/>
                  </a:moveTo>
                  <a:lnTo>
                    <a:pt x="729" y="14862"/>
                  </a:lnTo>
                  <a:lnTo>
                    <a:pt x="84945" y="232"/>
                  </a:lnTo>
                  <a:lnTo>
                    <a:pt x="85599" y="10946"/>
                  </a:ln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1" name="フリーフォーム: 図形 190">
              <a:extLst>
                <a:ext uri="{FF2B5EF4-FFF2-40B4-BE49-F238E27FC236}">
                  <a16:creationId xmlns:a16="http://schemas.microsoft.com/office/drawing/2014/main" id="{4BFF6344-454B-8DFD-15E5-DDA898855D3B}"/>
                </a:ext>
              </a:extLst>
            </p:cNvPr>
            <p:cNvSpPr/>
            <p:nvPr/>
          </p:nvSpPr>
          <p:spPr>
            <a:xfrm>
              <a:off x="6548240" y="1263543"/>
              <a:ext cx="10301" cy="12631"/>
            </a:xfrm>
            <a:custGeom>
              <a:avLst/>
              <a:gdLst>
                <a:gd name="connsiteX0" fmla="*/ 1417 w 10301"/>
                <a:gd name="connsiteY0" fmla="*/ 12853 h 12631"/>
                <a:gd name="connsiteX1" fmla="*/ 699 w 10301"/>
                <a:gd name="connsiteY1" fmla="*/ 4694 h 12631"/>
                <a:gd name="connsiteX2" fmla="*/ 3872 w 10301"/>
                <a:gd name="connsiteY2" fmla="*/ 806 h 12631"/>
                <a:gd name="connsiteX3" fmla="*/ 9212 w 10301"/>
                <a:gd name="connsiteY3" fmla="*/ 411 h 12631"/>
                <a:gd name="connsiteX4" fmla="*/ 9929 w 10301"/>
                <a:gd name="connsiteY4" fmla="*/ 5880 h 12631"/>
                <a:gd name="connsiteX5" fmla="*/ 10997 w 10301"/>
                <a:gd name="connsiteY5" fmla="*/ 11498 h 1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301" h="12631">
                  <a:moveTo>
                    <a:pt x="1417" y="12853"/>
                  </a:moveTo>
                  <a:cubicBezTo>
                    <a:pt x="1417" y="12853"/>
                    <a:pt x="636" y="7594"/>
                    <a:pt x="699" y="4694"/>
                  </a:cubicBezTo>
                  <a:cubicBezTo>
                    <a:pt x="763" y="1795"/>
                    <a:pt x="3872" y="806"/>
                    <a:pt x="3872" y="806"/>
                  </a:cubicBezTo>
                  <a:cubicBezTo>
                    <a:pt x="3872" y="806"/>
                    <a:pt x="8542" y="-182"/>
                    <a:pt x="9212" y="411"/>
                  </a:cubicBezTo>
                  <a:cubicBezTo>
                    <a:pt x="9866" y="1004"/>
                    <a:pt x="9929" y="5617"/>
                    <a:pt x="9929" y="5880"/>
                  </a:cubicBezTo>
                  <a:cubicBezTo>
                    <a:pt x="9929" y="6145"/>
                    <a:pt x="10997" y="11498"/>
                    <a:pt x="10997" y="11498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2" name="フリーフォーム: 図形 191">
              <a:extLst>
                <a:ext uri="{FF2B5EF4-FFF2-40B4-BE49-F238E27FC236}">
                  <a16:creationId xmlns:a16="http://schemas.microsoft.com/office/drawing/2014/main" id="{B5D65DAD-87D5-343A-5166-DC896D75EE86}"/>
                </a:ext>
              </a:extLst>
            </p:cNvPr>
            <p:cNvSpPr/>
            <p:nvPr/>
          </p:nvSpPr>
          <p:spPr>
            <a:xfrm>
              <a:off x="6551676" y="1265837"/>
              <a:ext cx="3948" cy="9873"/>
            </a:xfrm>
            <a:custGeom>
              <a:avLst/>
              <a:gdLst>
                <a:gd name="connsiteX0" fmla="*/ 1647 w 3948"/>
                <a:gd name="connsiteY0" fmla="*/ 10004 h 9873"/>
                <a:gd name="connsiteX1" fmla="*/ 1025 w 3948"/>
                <a:gd name="connsiteY1" fmla="*/ 10095 h 9873"/>
                <a:gd name="connsiteX2" fmla="*/ 834 w 3948"/>
                <a:gd name="connsiteY2" fmla="*/ 2070 h 9873"/>
                <a:gd name="connsiteX3" fmla="*/ 2205 w 3948"/>
                <a:gd name="connsiteY3" fmla="*/ 226 h 9873"/>
                <a:gd name="connsiteX4" fmla="*/ 3337 w 3948"/>
                <a:gd name="connsiteY4" fmla="*/ 1610 h 9873"/>
                <a:gd name="connsiteX5" fmla="*/ 4644 w 3948"/>
                <a:gd name="connsiteY5" fmla="*/ 9580 h 9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48" h="9873">
                  <a:moveTo>
                    <a:pt x="1647" y="10004"/>
                  </a:moveTo>
                  <a:lnTo>
                    <a:pt x="1025" y="10095"/>
                  </a:lnTo>
                  <a:cubicBezTo>
                    <a:pt x="1025" y="10095"/>
                    <a:pt x="436" y="3719"/>
                    <a:pt x="834" y="2070"/>
                  </a:cubicBezTo>
                  <a:cubicBezTo>
                    <a:pt x="1217" y="424"/>
                    <a:pt x="1679" y="291"/>
                    <a:pt x="2205" y="226"/>
                  </a:cubicBezTo>
                  <a:cubicBezTo>
                    <a:pt x="2731" y="159"/>
                    <a:pt x="3337" y="884"/>
                    <a:pt x="3337" y="1610"/>
                  </a:cubicBezTo>
                  <a:cubicBezTo>
                    <a:pt x="3337" y="2335"/>
                    <a:pt x="4644" y="9580"/>
                    <a:pt x="4644" y="9580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3" name="フリーフォーム: 図形 192">
              <a:extLst>
                <a:ext uri="{FF2B5EF4-FFF2-40B4-BE49-F238E27FC236}">
                  <a16:creationId xmlns:a16="http://schemas.microsoft.com/office/drawing/2014/main" id="{D92D5653-0E58-BF11-1291-B10F8BDB185E}"/>
                </a:ext>
              </a:extLst>
            </p:cNvPr>
            <p:cNvSpPr/>
            <p:nvPr/>
          </p:nvSpPr>
          <p:spPr>
            <a:xfrm>
              <a:off x="6539061" y="1263894"/>
              <a:ext cx="2056" cy="13688"/>
            </a:xfrm>
            <a:custGeom>
              <a:avLst/>
              <a:gdLst>
                <a:gd name="connsiteX0" fmla="*/ 821 w 2056"/>
                <a:gd name="connsiteY0" fmla="*/ 222 h 13688"/>
                <a:gd name="connsiteX1" fmla="*/ 996 w 2056"/>
                <a:gd name="connsiteY1" fmla="*/ 8031 h 13688"/>
                <a:gd name="connsiteX2" fmla="*/ 2750 w 2056"/>
                <a:gd name="connsiteY2" fmla="*/ 13910 h 13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56" h="13688">
                  <a:moveTo>
                    <a:pt x="821" y="222"/>
                  </a:moveTo>
                  <a:cubicBezTo>
                    <a:pt x="821" y="222"/>
                    <a:pt x="439" y="5514"/>
                    <a:pt x="996" y="8031"/>
                  </a:cubicBezTo>
                  <a:cubicBezTo>
                    <a:pt x="1554" y="10547"/>
                    <a:pt x="2750" y="13910"/>
                    <a:pt x="2750" y="13910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4" name="フリーフォーム: 図形 193">
              <a:extLst>
                <a:ext uri="{FF2B5EF4-FFF2-40B4-BE49-F238E27FC236}">
                  <a16:creationId xmlns:a16="http://schemas.microsoft.com/office/drawing/2014/main" id="{F5ECF182-05A9-2484-A50E-23D3FAF2260A}"/>
                </a:ext>
              </a:extLst>
            </p:cNvPr>
            <p:cNvSpPr/>
            <p:nvPr/>
          </p:nvSpPr>
          <p:spPr>
            <a:xfrm>
              <a:off x="6648129" y="1253937"/>
              <a:ext cx="2243" cy="6433"/>
            </a:xfrm>
            <a:custGeom>
              <a:avLst/>
              <a:gdLst>
                <a:gd name="connsiteX0" fmla="*/ 712 w 2243"/>
                <a:gd name="connsiteY0" fmla="*/ 219 h 6433"/>
                <a:gd name="connsiteX1" fmla="*/ 2785 w 2243"/>
                <a:gd name="connsiteY1" fmla="*/ 1678 h 6433"/>
                <a:gd name="connsiteX2" fmla="*/ 2578 w 2243"/>
                <a:gd name="connsiteY2" fmla="*/ 5665 h 6433"/>
                <a:gd name="connsiteX3" fmla="*/ 1079 w 2243"/>
                <a:gd name="connsiteY3" fmla="*/ 6653 h 6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43" h="6433">
                  <a:moveTo>
                    <a:pt x="712" y="219"/>
                  </a:moveTo>
                  <a:cubicBezTo>
                    <a:pt x="712" y="219"/>
                    <a:pt x="2450" y="557"/>
                    <a:pt x="2785" y="1678"/>
                  </a:cubicBezTo>
                  <a:cubicBezTo>
                    <a:pt x="3104" y="2798"/>
                    <a:pt x="2944" y="5105"/>
                    <a:pt x="2578" y="5665"/>
                  </a:cubicBezTo>
                  <a:cubicBezTo>
                    <a:pt x="2227" y="6226"/>
                    <a:pt x="1079" y="6653"/>
                    <a:pt x="1079" y="6653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5" name="フリーフォーム: 図形 194">
              <a:extLst>
                <a:ext uri="{FF2B5EF4-FFF2-40B4-BE49-F238E27FC236}">
                  <a16:creationId xmlns:a16="http://schemas.microsoft.com/office/drawing/2014/main" id="{589977FB-AF29-5A7F-8C98-65A50D39009F}"/>
                </a:ext>
              </a:extLst>
            </p:cNvPr>
            <p:cNvSpPr/>
            <p:nvPr/>
          </p:nvSpPr>
          <p:spPr>
            <a:xfrm>
              <a:off x="6643188" y="1245428"/>
              <a:ext cx="2024" cy="18145"/>
            </a:xfrm>
            <a:custGeom>
              <a:avLst/>
              <a:gdLst>
                <a:gd name="connsiteX0" fmla="*/ 712 w 2024"/>
                <a:gd name="connsiteY0" fmla="*/ 219 h 18145"/>
                <a:gd name="connsiteX1" fmla="*/ 2385 w 2024"/>
                <a:gd name="connsiteY1" fmla="*/ 8967 h 18145"/>
                <a:gd name="connsiteX2" fmla="*/ 2736 w 2024"/>
                <a:gd name="connsiteY2" fmla="*/ 18364 h 18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" h="18145">
                  <a:moveTo>
                    <a:pt x="712" y="219"/>
                  </a:moveTo>
                  <a:cubicBezTo>
                    <a:pt x="712" y="219"/>
                    <a:pt x="2115" y="5870"/>
                    <a:pt x="2385" y="8967"/>
                  </a:cubicBezTo>
                  <a:cubicBezTo>
                    <a:pt x="2656" y="12064"/>
                    <a:pt x="2736" y="18364"/>
                    <a:pt x="2736" y="18364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6" name="フリーフォーム: 図形 195">
              <a:extLst>
                <a:ext uri="{FF2B5EF4-FFF2-40B4-BE49-F238E27FC236}">
                  <a16:creationId xmlns:a16="http://schemas.microsoft.com/office/drawing/2014/main" id="{A8479465-49FE-2B11-644C-2EAB91D4875A}"/>
                </a:ext>
              </a:extLst>
            </p:cNvPr>
            <p:cNvSpPr/>
            <p:nvPr/>
          </p:nvSpPr>
          <p:spPr>
            <a:xfrm>
              <a:off x="6774095" y="1264992"/>
              <a:ext cx="13597" cy="24176"/>
            </a:xfrm>
            <a:custGeom>
              <a:avLst/>
              <a:gdLst>
                <a:gd name="connsiteX0" fmla="*/ 11049 w 13597"/>
                <a:gd name="connsiteY0" fmla="*/ 223 h 24176"/>
                <a:gd name="connsiteX1" fmla="*/ 735 w 13597"/>
                <a:gd name="connsiteY1" fmla="*/ 1468 h 24176"/>
                <a:gd name="connsiteX2" fmla="*/ 3238 w 13597"/>
                <a:gd name="connsiteY2" fmla="*/ 24005 h 24176"/>
                <a:gd name="connsiteX3" fmla="*/ 14333 w 13597"/>
                <a:gd name="connsiteY3" fmla="*/ 24399 h 2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97" h="24176">
                  <a:moveTo>
                    <a:pt x="11049" y="223"/>
                  </a:moveTo>
                  <a:lnTo>
                    <a:pt x="735" y="1468"/>
                  </a:lnTo>
                  <a:cubicBezTo>
                    <a:pt x="735" y="1468"/>
                    <a:pt x="2712" y="23874"/>
                    <a:pt x="3238" y="24005"/>
                  </a:cubicBezTo>
                  <a:cubicBezTo>
                    <a:pt x="3764" y="24137"/>
                    <a:pt x="14333" y="24399"/>
                    <a:pt x="14333" y="24399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7" name="フリーフォーム: 図形 196">
              <a:extLst>
                <a:ext uri="{FF2B5EF4-FFF2-40B4-BE49-F238E27FC236}">
                  <a16:creationId xmlns:a16="http://schemas.microsoft.com/office/drawing/2014/main" id="{2DBF343B-3D41-1084-9E00-24130065355B}"/>
                </a:ext>
              </a:extLst>
            </p:cNvPr>
            <p:cNvSpPr/>
            <p:nvPr/>
          </p:nvSpPr>
          <p:spPr>
            <a:xfrm>
              <a:off x="6684299" y="1285875"/>
              <a:ext cx="17885" cy="22251"/>
            </a:xfrm>
            <a:custGeom>
              <a:avLst/>
              <a:gdLst>
                <a:gd name="connsiteX0" fmla="*/ 720 w 17885"/>
                <a:gd name="connsiteY0" fmla="*/ 1184 h 22251"/>
                <a:gd name="connsiteX1" fmla="*/ 14732 w 17885"/>
                <a:gd name="connsiteY1" fmla="*/ 226 h 22251"/>
                <a:gd name="connsiteX2" fmla="*/ 18606 w 17885"/>
                <a:gd name="connsiteY2" fmla="*/ 20299 h 22251"/>
                <a:gd name="connsiteX3" fmla="*/ 4849 w 17885"/>
                <a:gd name="connsiteY3" fmla="*/ 22478 h 22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885" h="22251">
                  <a:moveTo>
                    <a:pt x="720" y="1184"/>
                  </a:moveTo>
                  <a:lnTo>
                    <a:pt x="14732" y="226"/>
                  </a:lnTo>
                  <a:lnTo>
                    <a:pt x="18606" y="20299"/>
                  </a:lnTo>
                  <a:lnTo>
                    <a:pt x="4849" y="22478"/>
                  </a:ln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8" name="フリーフォーム: 図形 197">
              <a:extLst>
                <a:ext uri="{FF2B5EF4-FFF2-40B4-BE49-F238E27FC236}">
                  <a16:creationId xmlns:a16="http://schemas.microsoft.com/office/drawing/2014/main" id="{72D17643-00EF-65E4-871E-C936654BDDE9}"/>
                </a:ext>
              </a:extLst>
            </p:cNvPr>
            <p:cNvSpPr/>
            <p:nvPr/>
          </p:nvSpPr>
          <p:spPr>
            <a:xfrm>
              <a:off x="6681239" y="1253063"/>
              <a:ext cx="101543" cy="18776"/>
            </a:xfrm>
            <a:custGeom>
              <a:avLst/>
              <a:gdLst>
                <a:gd name="connsiteX0" fmla="*/ 727 w 101543"/>
                <a:gd name="connsiteY0" fmla="*/ 18997 h 18776"/>
                <a:gd name="connsiteX1" fmla="*/ 102271 w 101543"/>
                <a:gd name="connsiteY1" fmla="*/ 220 h 1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43" h="18776">
                  <a:moveTo>
                    <a:pt x="727" y="18997"/>
                  </a:moveTo>
                  <a:lnTo>
                    <a:pt x="102271" y="220"/>
                  </a:ln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9" name="フリーフォーム: 図形 198">
              <a:extLst>
                <a:ext uri="{FF2B5EF4-FFF2-40B4-BE49-F238E27FC236}">
                  <a16:creationId xmlns:a16="http://schemas.microsoft.com/office/drawing/2014/main" id="{FEE6CCAB-C3DF-6D49-FEBB-2088DFC80641}"/>
                </a:ext>
              </a:extLst>
            </p:cNvPr>
            <p:cNvSpPr/>
            <p:nvPr/>
          </p:nvSpPr>
          <p:spPr>
            <a:xfrm>
              <a:off x="6693035" y="1306649"/>
              <a:ext cx="97032" cy="21271"/>
            </a:xfrm>
            <a:custGeom>
              <a:avLst/>
              <a:gdLst>
                <a:gd name="connsiteX0" fmla="*/ 728 w 97032"/>
                <a:gd name="connsiteY0" fmla="*/ 21501 h 21271"/>
                <a:gd name="connsiteX1" fmla="*/ 97761 w 97032"/>
                <a:gd name="connsiteY1" fmla="*/ 230 h 21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7032" h="21271">
                  <a:moveTo>
                    <a:pt x="728" y="21501"/>
                  </a:moveTo>
                  <a:lnTo>
                    <a:pt x="97761" y="230"/>
                  </a:ln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0" name="フリーフォーム: 図形 199">
              <a:extLst>
                <a:ext uri="{FF2B5EF4-FFF2-40B4-BE49-F238E27FC236}">
                  <a16:creationId xmlns:a16="http://schemas.microsoft.com/office/drawing/2014/main" id="{F16888E0-82A9-10C2-8E69-A87823DFD87D}"/>
                </a:ext>
              </a:extLst>
            </p:cNvPr>
            <p:cNvSpPr/>
            <p:nvPr/>
          </p:nvSpPr>
          <p:spPr>
            <a:xfrm>
              <a:off x="6789733" y="1303231"/>
              <a:ext cx="6456" cy="996"/>
            </a:xfrm>
            <a:custGeom>
              <a:avLst/>
              <a:gdLst>
                <a:gd name="connsiteX0" fmla="*/ 737 w 6456"/>
                <a:gd name="connsiteY0" fmla="*/ 1224 h 996"/>
                <a:gd name="connsiteX1" fmla="*/ 7194 w 6456"/>
                <a:gd name="connsiteY1" fmla="*/ 227 h 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56" h="996">
                  <a:moveTo>
                    <a:pt x="737" y="1224"/>
                  </a:moveTo>
                  <a:lnTo>
                    <a:pt x="7194" y="227"/>
                  </a:ln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1" name="フリーフォーム: 図形 200">
              <a:extLst>
                <a:ext uri="{FF2B5EF4-FFF2-40B4-BE49-F238E27FC236}">
                  <a16:creationId xmlns:a16="http://schemas.microsoft.com/office/drawing/2014/main" id="{51043061-B05E-D3A0-1510-C405E884CE2D}"/>
                </a:ext>
              </a:extLst>
            </p:cNvPr>
            <p:cNvSpPr/>
            <p:nvPr/>
          </p:nvSpPr>
          <p:spPr>
            <a:xfrm>
              <a:off x="6782783" y="1253063"/>
              <a:ext cx="6567" cy="570"/>
            </a:xfrm>
            <a:custGeom>
              <a:avLst/>
              <a:gdLst>
                <a:gd name="connsiteX0" fmla="*/ 736 w 6567"/>
                <a:gd name="connsiteY0" fmla="*/ 219 h 570"/>
                <a:gd name="connsiteX1" fmla="*/ 7304 w 6567"/>
                <a:gd name="connsiteY1" fmla="*/ 789 h 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67" h="570">
                  <a:moveTo>
                    <a:pt x="736" y="219"/>
                  </a:moveTo>
                  <a:lnTo>
                    <a:pt x="7304" y="789"/>
                  </a:ln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2" name="フリーフォーム: 図形 201">
              <a:extLst>
                <a:ext uri="{FF2B5EF4-FFF2-40B4-BE49-F238E27FC236}">
                  <a16:creationId xmlns:a16="http://schemas.microsoft.com/office/drawing/2014/main" id="{F02FB2FB-262F-E588-A97F-D5EEC26FFF6B}"/>
                </a:ext>
              </a:extLst>
            </p:cNvPr>
            <p:cNvSpPr/>
            <p:nvPr/>
          </p:nvSpPr>
          <p:spPr>
            <a:xfrm>
              <a:off x="6784409" y="1264992"/>
              <a:ext cx="6615" cy="463"/>
            </a:xfrm>
            <a:custGeom>
              <a:avLst/>
              <a:gdLst>
                <a:gd name="connsiteX0" fmla="*/ 737 w 6615"/>
                <a:gd name="connsiteY0" fmla="*/ 221 h 463"/>
                <a:gd name="connsiteX1" fmla="*/ 7352 w 6615"/>
                <a:gd name="connsiteY1" fmla="*/ 685 h 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15" h="463">
                  <a:moveTo>
                    <a:pt x="737" y="221"/>
                  </a:moveTo>
                  <a:lnTo>
                    <a:pt x="7352" y="685"/>
                  </a:ln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3" name="フリーフォーム: 図形 202">
              <a:extLst>
                <a:ext uri="{FF2B5EF4-FFF2-40B4-BE49-F238E27FC236}">
                  <a16:creationId xmlns:a16="http://schemas.microsoft.com/office/drawing/2014/main" id="{C5BC3314-A92C-064A-81FC-BB71E520E91E}"/>
                </a:ext>
              </a:extLst>
            </p:cNvPr>
            <p:cNvSpPr/>
            <p:nvPr/>
          </p:nvSpPr>
          <p:spPr>
            <a:xfrm>
              <a:off x="6779818" y="1215714"/>
              <a:ext cx="2327" cy="15273"/>
            </a:xfrm>
            <a:custGeom>
              <a:avLst/>
              <a:gdLst>
                <a:gd name="connsiteX0" fmla="*/ 735 w 2327"/>
                <a:gd name="connsiteY0" fmla="*/ 15486 h 15273"/>
                <a:gd name="connsiteX1" fmla="*/ 3063 w 2327"/>
                <a:gd name="connsiteY1" fmla="*/ 213 h 15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27" h="15273">
                  <a:moveTo>
                    <a:pt x="735" y="15486"/>
                  </a:moveTo>
                  <a:lnTo>
                    <a:pt x="3063" y="213"/>
                  </a:ln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4" name="フリーフォーム: 図形 203">
              <a:extLst>
                <a:ext uri="{FF2B5EF4-FFF2-40B4-BE49-F238E27FC236}">
                  <a16:creationId xmlns:a16="http://schemas.microsoft.com/office/drawing/2014/main" id="{00781A22-197A-B6B0-FDAF-6D4566C546E2}"/>
                </a:ext>
              </a:extLst>
            </p:cNvPr>
            <p:cNvSpPr/>
            <p:nvPr/>
          </p:nvSpPr>
          <p:spPr>
            <a:xfrm>
              <a:off x="6674974" y="1232963"/>
              <a:ext cx="5212" cy="24200"/>
            </a:xfrm>
            <a:custGeom>
              <a:avLst/>
              <a:gdLst>
                <a:gd name="connsiteX0" fmla="*/ 4001 w 5212"/>
                <a:gd name="connsiteY0" fmla="*/ 217 h 24200"/>
                <a:gd name="connsiteX1" fmla="*/ 717 w 5212"/>
                <a:gd name="connsiteY1" fmla="*/ 8387 h 24200"/>
                <a:gd name="connsiteX2" fmla="*/ 5930 w 5212"/>
                <a:gd name="connsiteY2" fmla="*/ 24417 h 2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12" h="24200">
                  <a:moveTo>
                    <a:pt x="4001" y="217"/>
                  </a:moveTo>
                  <a:cubicBezTo>
                    <a:pt x="4001" y="217"/>
                    <a:pt x="717" y="7269"/>
                    <a:pt x="717" y="8387"/>
                  </a:cubicBezTo>
                  <a:cubicBezTo>
                    <a:pt x="717" y="9506"/>
                    <a:pt x="5930" y="24417"/>
                    <a:pt x="5930" y="24417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5" name="フリーフォーム: 図形 204">
              <a:extLst>
                <a:ext uri="{FF2B5EF4-FFF2-40B4-BE49-F238E27FC236}">
                  <a16:creationId xmlns:a16="http://schemas.microsoft.com/office/drawing/2014/main" id="{9EEFD93A-5531-1AD5-3E99-0E153457EC15}"/>
                </a:ext>
              </a:extLst>
            </p:cNvPr>
            <p:cNvSpPr/>
            <p:nvPr/>
          </p:nvSpPr>
          <p:spPr>
            <a:xfrm>
              <a:off x="6886240" y="1277506"/>
              <a:ext cx="58918" cy="56547"/>
            </a:xfrm>
            <a:custGeom>
              <a:avLst/>
              <a:gdLst>
                <a:gd name="connsiteX0" fmla="*/ 59677 w 58918"/>
                <a:gd name="connsiteY0" fmla="*/ 56775 h 56547"/>
                <a:gd name="connsiteX1" fmla="*/ 18103 w 58918"/>
                <a:gd name="connsiteY1" fmla="*/ 18005 h 56547"/>
                <a:gd name="connsiteX2" fmla="*/ 759 w 58918"/>
                <a:gd name="connsiteY2" fmla="*/ 228 h 56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918" h="56547">
                  <a:moveTo>
                    <a:pt x="59677" y="56775"/>
                  </a:moveTo>
                  <a:cubicBezTo>
                    <a:pt x="59677" y="56775"/>
                    <a:pt x="35446" y="35781"/>
                    <a:pt x="18103" y="18005"/>
                  </a:cubicBezTo>
                  <a:cubicBezTo>
                    <a:pt x="759" y="228"/>
                    <a:pt x="759" y="228"/>
                    <a:pt x="759" y="228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6" name="フリーフォーム: 図形 205">
              <a:extLst>
                <a:ext uri="{FF2B5EF4-FFF2-40B4-BE49-F238E27FC236}">
                  <a16:creationId xmlns:a16="http://schemas.microsoft.com/office/drawing/2014/main" id="{9FD4C7E9-3A18-0210-D50D-1B73A746EECB}"/>
                </a:ext>
              </a:extLst>
            </p:cNvPr>
            <p:cNvSpPr/>
            <p:nvPr/>
          </p:nvSpPr>
          <p:spPr>
            <a:xfrm>
              <a:off x="6947225" y="1311313"/>
              <a:ext cx="92797" cy="31128"/>
            </a:xfrm>
            <a:custGeom>
              <a:avLst/>
              <a:gdLst>
                <a:gd name="connsiteX0" fmla="*/ 93570 w 92797"/>
                <a:gd name="connsiteY0" fmla="*/ 231 h 31128"/>
                <a:gd name="connsiteX1" fmla="*/ 45109 w 92797"/>
                <a:gd name="connsiteY1" fmla="*/ 11041 h 31128"/>
                <a:gd name="connsiteX2" fmla="*/ 4476 w 92797"/>
                <a:gd name="connsiteY2" fmla="*/ 12720 h 31128"/>
                <a:gd name="connsiteX3" fmla="*/ 17340 w 92797"/>
                <a:gd name="connsiteY3" fmla="*/ 19429 h 31128"/>
                <a:gd name="connsiteX4" fmla="*/ 73070 w 92797"/>
                <a:gd name="connsiteY4" fmla="*/ 31359 h 31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97" h="31128">
                  <a:moveTo>
                    <a:pt x="93570" y="231"/>
                  </a:moveTo>
                  <a:cubicBezTo>
                    <a:pt x="93570" y="231"/>
                    <a:pt x="59839" y="10483"/>
                    <a:pt x="45109" y="11041"/>
                  </a:cubicBezTo>
                  <a:cubicBezTo>
                    <a:pt x="30380" y="11601"/>
                    <a:pt x="5592" y="11787"/>
                    <a:pt x="4476" y="12720"/>
                  </a:cubicBezTo>
                  <a:cubicBezTo>
                    <a:pt x="3360" y="13651"/>
                    <a:pt x="-8564" y="17006"/>
                    <a:pt x="17340" y="19429"/>
                  </a:cubicBezTo>
                  <a:cubicBezTo>
                    <a:pt x="43244" y="21852"/>
                    <a:pt x="73070" y="31359"/>
                    <a:pt x="73070" y="31359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7" name="フリーフォーム: 図形 206">
              <a:extLst>
                <a:ext uri="{FF2B5EF4-FFF2-40B4-BE49-F238E27FC236}">
                  <a16:creationId xmlns:a16="http://schemas.microsoft.com/office/drawing/2014/main" id="{C48E823A-3CBA-DF8F-2E90-12FF47088018}"/>
                </a:ext>
              </a:extLst>
            </p:cNvPr>
            <p:cNvSpPr/>
            <p:nvPr/>
          </p:nvSpPr>
          <p:spPr>
            <a:xfrm>
              <a:off x="7023443" y="1337595"/>
              <a:ext cx="96554" cy="79315"/>
            </a:xfrm>
            <a:custGeom>
              <a:avLst/>
              <a:gdLst>
                <a:gd name="connsiteX0" fmla="*/ 786 w 96554"/>
                <a:gd name="connsiteY0" fmla="*/ 51275 h 79315"/>
                <a:gd name="connsiteX1" fmla="*/ 22211 w 96554"/>
                <a:gd name="connsiteY1" fmla="*/ 76103 h 79315"/>
                <a:gd name="connsiteX2" fmla="*/ 29113 w 96554"/>
                <a:gd name="connsiteY2" fmla="*/ 78526 h 79315"/>
                <a:gd name="connsiteX3" fmla="*/ 47940 w 96554"/>
                <a:gd name="connsiteY3" fmla="*/ 51313 h 79315"/>
                <a:gd name="connsiteX4" fmla="*/ 97341 w 96554"/>
                <a:gd name="connsiteY4" fmla="*/ 240 h 79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554" h="79315">
                  <a:moveTo>
                    <a:pt x="786" y="51275"/>
                  </a:moveTo>
                  <a:cubicBezTo>
                    <a:pt x="786" y="51275"/>
                    <a:pt x="18497" y="72936"/>
                    <a:pt x="22211" y="76103"/>
                  </a:cubicBezTo>
                  <a:cubicBezTo>
                    <a:pt x="25941" y="79272"/>
                    <a:pt x="27902" y="80670"/>
                    <a:pt x="29113" y="78526"/>
                  </a:cubicBezTo>
                  <a:cubicBezTo>
                    <a:pt x="30325" y="76384"/>
                    <a:pt x="45325" y="55413"/>
                    <a:pt x="47940" y="51313"/>
                  </a:cubicBezTo>
                  <a:cubicBezTo>
                    <a:pt x="50554" y="47212"/>
                    <a:pt x="97341" y="240"/>
                    <a:pt x="97341" y="240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8" name="フリーフォーム: 図形 207">
              <a:extLst>
                <a:ext uri="{FF2B5EF4-FFF2-40B4-BE49-F238E27FC236}">
                  <a16:creationId xmlns:a16="http://schemas.microsoft.com/office/drawing/2014/main" id="{F775FFF1-D6E4-C139-0227-1398EEF927AE}"/>
                </a:ext>
              </a:extLst>
            </p:cNvPr>
            <p:cNvSpPr/>
            <p:nvPr/>
          </p:nvSpPr>
          <p:spPr>
            <a:xfrm>
              <a:off x="7110482" y="1333013"/>
              <a:ext cx="19607" cy="9254"/>
            </a:xfrm>
            <a:custGeom>
              <a:avLst/>
              <a:gdLst>
                <a:gd name="connsiteX0" fmla="*/ 795 w 19607"/>
                <a:gd name="connsiteY0" fmla="*/ 2112 h 9254"/>
                <a:gd name="connsiteX1" fmla="*/ 5927 w 19607"/>
                <a:gd name="connsiteY1" fmla="*/ 435 h 9254"/>
                <a:gd name="connsiteX2" fmla="*/ 20402 w 19607"/>
                <a:gd name="connsiteY2" fmla="*/ 9487 h 9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607" h="9254">
                  <a:moveTo>
                    <a:pt x="795" y="2112"/>
                  </a:moveTo>
                  <a:cubicBezTo>
                    <a:pt x="795" y="2112"/>
                    <a:pt x="3966" y="-498"/>
                    <a:pt x="5927" y="435"/>
                  </a:cubicBezTo>
                  <a:cubicBezTo>
                    <a:pt x="7888" y="1366"/>
                    <a:pt x="20402" y="9487"/>
                    <a:pt x="20402" y="9487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9" name="フリーフォーム: 図形 208">
              <a:extLst>
                <a:ext uri="{FF2B5EF4-FFF2-40B4-BE49-F238E27FC236}">
                  <a16:creationId xmlns:a16="http://schemas.microsoft.com/office/drawing/2014/main" id="{E8FCCE29-9B54-A684-E333-2E3CCD0D6BBD}"/>
                </a:ext>
              </a:extLst>
            </p:cNvPr>
            <p:cNvSpPr/>
            <p:nvPr/>
          </p:nvSpPr>
          <p:spPr>
            <a:xfrm>
              <a:off x="7042095" y="1416256"/>
              <a:ext cx="6392" cy="10255"/>
            </a:xfrm>
            <a:custGeom>
              <a:avLst/>
              <a:gdLst>
                <a:gd name="connsiteX0" fmla="*/ 781 w 6392"/>
                <a:gd name="connsiteY0" fmla="*/ 10201 h 10255"/>
                <a:gd name="connsiteX1" fmla="*/ 4496 w 6392"/>
                <a:gd name="connsiteY1" fmla="*/ 8634 h 10255"/>
                <a:gd name="connsiteX2" fmla="*/ 7174 w 6392"/>
                <a:gd name="connsiteY2" fmla="*/ 248 h 10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92" h="10255">
                  <a:moveTo>
                    <a:pt x="781" y="10201"/>
                  </a:moveTo>
                  <a:cubicBezTo>
                    <a:pt x="781" y="10201"/>
                    <a:pt x="2120" y="11524"/>
                    <a:pt x="4496" y="8634"/>
                  </a:cubicBezTo>
                  <a:cubicBezTo>
                    <a:pt x="6871" y="5746"/>
                    <a:pt x="7174" y="248"/>
                    <a:pt x="7174" y="248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0" name="フリーフォーム: 図形 209">
              <a:extLst>
                <a:ext uri="{FF2B5EF4-FFF2-40B4-BE49-F238E27FC236}">
                  <a16:creationId xmlns:a16="http://schemas.microsoft.com/office/drawing/2014/main" id="{BD47CFBF-91C0-3A66-4378-66FD4170F9E5}"/>
                </a:ext>
              </a:extLst>
            </p:cNvPr>
            <p:cNvSpPr/>
            <p:nvPr/>
          </p:nvSpPr>
          <p:spPr>
            <a:xfrm>
              <a:off x="6919886" y="1364273"/>
              <a:ext cx="94775" cy="87549"/>
            </a:xfrm>
            <a:custGeom>
              <a:avLst/>
              <a:gdLst>
                <a:gd name="connsiteX0" fmla="*/ 2734 w 94775"/>
                <a:gd name="connsiteY0" fmla="*/ 29860 h 87549"/>
                <a:gd name="connsiteX1" fmla="*/ 1427 w 94775"/>
                <a:gd name="connsiteY1" fmla="*/ 14016 h 87549"/>
                <a:gd name="connsiteX2" fmla="*/ 19137 w 94775"/>
                <a:gd name="connsiteY2" fmla="*/ 409 h 87549"/>
                <a:gd name="connsiteX3" fmla="*/ 63135 w 94775"/>
                <a:gd name="connsiteY3" fmla="*/ 18302 h 87549"/>
                <a:gd name="connsiteX4" fmla="*/ 92211 w 94775"/>
                <a:gd name="connsiteY4" fmla="*/ 54836 h 87549"/>
                <a:gd name="connsiteX5" fmla="*/ 92019 w 94775"/>
                <a:gd name="connsiteY5" fmla="*/ 82423 h 87549"/>
                <a:gd name="connsiteX6" fmla="*/ 72269 w 94775"/>
                <a:gd name="connsiteY6" fmla="*/ 87269 h 87549"/>
                <a:gd name="connsiteX7" fmla="*/ 42060 w 94775"/>
                <a:gd name="connsiteY7" fmla="*/ 74408 h 87549"/>
                <a:gd name="connsiteX8" fmla="*/ 20444 w 94775"/>
                <a:gd name="connsiteY8" fmla="*/ 57259 h 87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775" h="87549">
                  <a:moveTo>
                    <a:pt x="2734" y="29860"/>
                  </a:moveTo>
                  <a:cubicBezTo>
                    <a:pt x="2734" y="29860"/>
                    <a:pt x="-613" y="22217"/>
                    <a:pt x="1427" y="14016"/>
                  </a:cubicBezTo>
                  <a:cubicBezTo>
                    <a:pt x="3483" y="5814"/>
                    <a:pt x="5349" y="-897"/>
                    <a:pt x="19137" y="409"/>
                  </a:cubicBezTo>
                  <a:cubicBezTo>
                    <a:pt x="32926" y="1713"/>
                    <a:pt x="43925" y="967"/>
                    <a:pt x="63135" y="18302"/>
                  </a:cubicBezTo>
                  <a:cubicBezTo>
                    <a:pt x="82327" y="35638"/>
                    <a:pt x="88289" y="41788"/>
                    <a:pt x="92211" y="54836"/>
                  </a:cubicBezTo>
                  <a:cubicBezTo>
                    <a:pt x="96116" y="67885"/>
                    <a:pt x="97232" y="75900"/>
                    <a:pt x="92019" y="82423"/>
                  </a:cubicBezTo>
                  <a:cubicBezTo>
                    <a:pt x="86807" y="88948"/>
                    <a:pt x="77673" y="88015"/>
                    <a:pt x="72269" y="87269"/>
                  </a:cubicBezTo>
                  <a:cubicBezTo>
                    <a:pt x="66849" y="86525"/>
                    <a:pt x="56981" y="84473"/>
                    <a:pt x="42060" y="74408"/>
                  </a:cubicBezTo>
                  <a:cubicBezTo>
                    <a:pt x="27155" y="64343"/>
                    <a:pt x="20444" y="57259"/>
                    <a:pt x="20444" y="57259"/>
                  </a:cubicBezTo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1" name="フリーフォーム: 図形 210">
              <a:extLst>
                <a:ext uri="{FF2B5EF4-FFF2-40B4-BE49-F238E27FC236}">
                  <a16:creationId xmlns:a16="http://schemas.microsoft.com/office/drawing/2014/main" id="{A93DD118-2420-1A49-9850-A208D9D3C8F8}"/>
                </a:ext>
              </a:extLst>
            </p:cNvPr>
            <p:cNvSpPr/>
            <p:nvPr/>
          </p:nvSpPr>
          <p:spPr>
            <a:xfrm>
              <a:off x="6518928" y="1289828"/>
              <a:ext cx="20643" cy="47119"/>
            </a:xfrm>
            <a:custGeom>
              <a:avLst/>
              <a:gdLst>
                <a:gd name="connsiteX0" fmla="*/ 691 w 20643"/>
                <a:gd name="connsiteY0" fmla="*/ 229 h 47119"/>
                <a:gd name="connsiteX1" fmla="*/ 21335 w 20643"/>
                <a:gd name="connsiteY1" fmla="*/ 47349 h 47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643" h="47119">
                  <a:moveTo>
                    <a:pt x="691" y="229"/>
                  </a:moveTo>
                  <a:lnTo>
                    <a:pt x="21335" y="47349"/>
                  </a:lnTo>
                </a:path>
              </a:pathLst>
            </a:custGeom>
            <a:noFill/>
            <a:ln w="1591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2" name="フリーフォーム: 図形 211">
              <a:extLst>
                <a:ext uri="{FF2B5EF4-FFF2-40B4-BE49-F238E27FC236}">
                  <a16:creationId xmlns:a16="http://schemas.microsoft.com/office/drawing/2014/main" id="{91BCBBC7-3768-6456-C307-10C7B33E5005}"/>
                </a:ext>
              </a:extLst>
            </p:cNvPr>
            <p:cNvSpPr/>
            <p:nvPr/>
          </p:nvSpPr>
          <p:spPr>
            <a:xfrm>
              <a:off x="7200101" y="1580590"/>
              <a:ext cx="28056" cy="8434"/>
            </a:xfrm>
            <a:custGeom>
              <a:avLst/>
              <a:gdLst>
                <a:gd name="connsiteX0" fmla="*/ 811 w 28056"/>
                <a:gd name="connsiteY0" fmla="*/ 276 h 8434"/>
                <a:gd name="connsiteX1" fmla="*/ 21359 w 28056"/>
                <a:gd name="connsiteY1" fmla="*/ 5546 h 8434"/>
                <a:gd name="connsiteX2" fmla="*/ 28867 w 28056"/>
                <a:gd name="connsiteY2" fmla="*/ 8711 h 8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056" h="8434">
                  <a:moveTo>
                    <a:pt x="811" y="276"/>
                  </a:moveTo>
                  <a:lnTo>
                    <a:pt x="21359" y="5546"/>
                  </a:lnTo>
                  <a:lnTo>
                    <a:pt x="28867" y="8711"/>
                  </a:lnTo>
                </a:path>
              </a:pathLst>
            </a:custGeom>
            <a:solidFill>
              <a:srgbClr val="FFD5D5">
                <a:alpha val="50000"/>
              </a:srgbClr>
            </a:solidFill>
            <a:ln w="1591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3" name="フリーフォーム: 図形 212">
              <a:extLst>
                <a:ext uri="{FF2B5EF4-FFF2-40B4-BE49-F238E27FC236}">
                  <a16:creationId xmlns:a16="http://schemas.microsoft.com/office/drawing/2014/main" id="{F245C060-A22E-1209-6AA2-B031961057DA}"/>
                </a:ext>
              </a:extLst>
            </p:cNvPr>
            <p:cNvSpPr/>
            <p:nvPr/>
          </p:nvSpPr>
          <p:spPr>
            <a:xfrm>
              <a:off x="7189899" y="1587704"/>
              <a:ext cx="36807" cy="12784"/>
            </a:xfrm>
            <a:custGeom>
              <a:avLst/>
              <a:gdLst>
                <a:gd name="connsiteX0" fmla="*/ 826 w 36807"/>
                <a:gd name="connsiteY0" fmla="*/ 1206 h 12784"/>
                <a:gd name="connsiteX1" fmla="*/ 6915 w 36807"/>
                <a:gd name="connsiteY1" fmla="*/ 280 h 12784"/>
                <a:gd name="connsiteX2" fmla="*/ 34461 w 36807"/>
                <a:gd name="connsiteY2" fmla="*/ 10432 h 12784"/>
                <a:gd name="connsiteX3" fmla="*/ 37618 w 36807"/>
                <a:gd name="connsiteY3" fmla="*/ 13063 h 12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807" h="12784">
                  <a:moveTo>
                    <a:pt x="826" y="1206"/>
                  </a:moveTo>
                  <a:cubicBezTo>
                    <a:pt x="826" y="1206"/>
                    <a:pt x="188" y="412"/>
                    <a:pt x="6915" y="280"/>
                  </a:cubicBezTo>
                  <a:cubicBezTo>
                    <a:pt x="13626" y="147"/>
                    <a:pt x="31289" y="7786"/>
                    <a:pt x="34461" y="10432"/>
                  </a:cubicBezTo>
                  <a:cubicBezTo>
                    <a:pt x="37618" y="13063"/>
                    <a:pt x="37618" y="13063"/>
                    <a:pt x="37618" y="13063"/>
                  </a:cubicBezTo>
                </a:path>
              </a:pathLst>
            </a:custGeom>
            <a:noFill/>
            <a:ln w="1591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4" name="フリーフォーム: 図形 213">
              <a:extLst>
                <a:ext uri="{FF2B5EF4-FFF2-40B4-BE49-F238E27FC236}">
                  <a16:creationId xmlns:a16="http://schemas.microsoft.com/office/drawing/2014/main" id="{867861F7-33C4-5BAE-99F9-2F0A0D7D060E}"/>
                </a:ext>
              </a:extLst>
            </p:cNvPr>
            <p:cNvSpPr/>
            <p:nvPr/>
          </p:nvSpPr>
          <p:spPr>
            <a:xfrm>
              <a:off x="7178199" y="1594111"/>
              <a:ext cx="30590" cy="20883"/>
            </a:xfrm>
            <a:custGeom>
              <a:avLst/>
              <a:gdLst>
                <a:gd name="connsiteX0" fmla="*/ 807 w 30590"/>
                <a:gd name="connsiteY0" fmla="*/ 361 h 20883"/>
                <a:gd name="connsiteX1" fmla="*/ 10308 w 30590"/>
                <a:gd name="connsiteY1" fmla="*/ 2305 h 20883"/>
                <a:gd name="connsiteX2" fmla="*/ 27971 w 30590"/>
                <a:gd name="connsiteY2" fmla="*/ 16015 h 20883"/>
                <a:gd name="connsiteX3" fmla="*/ 31398 w 30590"/>
                <a:gd name="connsiteY3" fmla="*/ 21164 h 2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90" h="20883">
                  <a:moveTo>
                    <a:pt x="807" y="361"/>
                  </a:moveTo>
                  <a:cubicBezTo>
                    <a:pt x="807" y="361"/>
                    <a:pt x="6737" y="-326"/>
                    <a:pt x="10308" y="2305"/>
                  </a:cubicBezTo>
                  <a:cubicBezTo>
                    <a:pt x="13863" y="4952"/>
                    <a:pt x="24671" y="10882"/>
                    <a:pt x="27971" y="16015"/>
                  </a:cubicBezTo>
                  <a:cubicBezTo>
                    <a:pt x="31255" y="21164"/>
                    <a:pt x="31398" y="21164"/>
                    <a:pt x="31398" y="21164"/>
                  </a:cubicBezTo>
                </a:path>
              </a:pathLst>
            </a:custGeom>
            <a:noFill/>
            <a:ln w="1591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5" name="フリーフォーム: 図形 214">
              <a:extLst>
                <a:ext uri="{FF2B5EF4-FFF2-40B4-BE49-F238E27FC236}">
                  <a16:creationId xmlns:a16="http://schemas.microsoft.com/office/drawing/2014/main" id="{541996CD-D326-DCF1-D14D-B2B4EBBBE0D5}"/>
                </a:ext>
              </a:extLst>
            </p:cNvPr>
            <p:cNvSpPr/>
            <p:nvPr/>
          </p:nvSpPr>
          <p:spPr>
            <a:xfrm>
              <a:off x="7164808" y="1597578"/>
              <a:ext cx="33173" cy="23204"/>
            </a:xfrm>
            <a:custGeom>
              <a:avLst/>
              <a:gdLst>
                <a:gd name="connsiteX0" fmla="*/ 805 w 33173"/>
                <a:gd name="connsiteY0" fmla="*/ 514 h 23204"/>
                <a:gd name="connsiteX1" fmla="*/ 19743 w 33173"/>
                <a:gd name="connsiteY1" fmla="*/ 5822 h 23204"/>
                <a:gd name="connsiteX2" fmla="*/ 33978 w 33173"/>
                <a:gd name="connsiteY2" fmla="*/ 23485 h 23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173" h="23204">
                  <a:moveTo>
                    <a:pt x="805" y="514"/>
                  </a:moveTo>
                  <a:cubicBezTo>
                    <a:pt x="805" y="514"/>
                    <a:pt x="12745" y="-1415"/>
                    <a:pt x="19743" y="5822"/>
                  </a:cubicBezTo>
                  <a:cubicBezTo>
                    <a:pt x="26725" y="13075"/>
                    <a:pt x="33978" y="23485"/>
                    <a:pt x="33978" y="23485"/>
                  </a:cubicBezTo>
                </a:path>
              </a:pathLst>
            </a:custGeom>
            <a:noFill/>
            <a:ln w="1591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6" name="フリーフォーム: 図形 215">
              <a:extLst>
                <a:ext uri="{FF2B5EF4-FFF2-40B4-BE49-F238E27FC236}">
                  <a16:creationId xmlns:a16="http://schemas.microsoft.com/office/drawing/2014/main" id="{D63B32D1-4E27-BFC4-81F7-B590D59AFAC0}"/>
                </a:ext>
              </a:extLst>
            </p:cNvPr>
            <p:cNvSpPr/>
            <p:nvPr/>
          </p:nvSpPr>
          <p:spPr>
            <a:xfrm>
              <a:off x="6582708" y="1128370"/>
              <a:ext cx="19708" cy="24105"/>
            </a:xfrm>
            <a:custGeom>
              <a:avLst/>
              <a:gdLst>
                <a:gd name="connsiteX0" fmla="*/ 20262 w 19708"/>
                <a:gd name="connsiteY0" fmla="*/ 24305 h 24105"/>
                <a:gd name="connsiteX1" fmla="*/ 18636 w 19708"/>
                <a:gd name="connsiteY1" fmla="*/ 18915 h 24105"/>
                <a:gd name="connsiteX2" fmla="*/ 8354 w 19708"/>
                <a:gd name="connsiteY2" fmla="*/ 6261 h 24105"/>
                <a:gd name="connsiteX3" fmla="*/ 702 w 19708"/>
                <a:gd name="connsiteY3" fmla="*/ 199 h 24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08" h="24105">
                  <a:moveTo>
                    <a:pt x="20262" y="24305"/>
                  </a:moveTo>
                  <a:cubicBezTo>
                    <a:pt x="20262" y="24305"/>
                    <a:pt x="21139" y="23133"/>
                    <a:pt x="18636" y="18915"/>
                  </a:cubicBezTo>
                  <a:cubicBezTo>
                    <a:pt x="16133" y="14697"/>
                    <a:pt x="12435" y="10479"/>
                    <a:pt x="8354" y="6261"/>
                  </a:cubicBezTo>
                  <a:cubicBezTo>
                    <a:pt x="4273" y="2045"/>
                    <a:pt x="702" y="199"/>
                    <a:pt x="702" y="199"/>
                  </a:cubicBezTo>
                </a:path>
              </a:pathLst>
            </a:custGeom>
            <a:noFill/>
            <a:ln w="1591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7" name="フリーフォーム: 図形 216">
              <a:extLst>
                <a:ext uri="{FF2B5EF4-FFF2-40B4-BE49-F238E27FC236}">
                  <a16:creationId xmlns:a16="http://schemas.microsoft.com/office/drawing/2014/main" id="{85605EA9-4DAB-2984-83B9-E78585D3AFFD}"/>
                </a:ext>
              </a:extLst>
            </p:cNvPr>
            <p:cNvSpPr/>
            <p:nvPr/>
          </p:nvSpPr>
          <p:spPr>
            <a:xfrm>
              <a:off x="6594057" y="1118880"/>
              <a:ext cx="17879" cy="26929"/>
            </a:xfrm>
            <a:custGeom>
              <a:avLst/>
              <a:gdLst>
                <a:gd name="connsiteX0" fmla="*/ 18208 w 17879"/>
                <a:gd name="connsiteY0" fmla="*/ 27127 h 26929"/>
                <a:gd name="connsiteX1" fmla="*/ 17172 w 17879"/>
                <a:gd name="connsiteY1" fmla="*/ 22472 h 26929"/>
                <a:gd name="connsiteX2" fmla="*/ 8611 w 17879"/>
                <a:gd name="connsiteY2" fmla="*/ 10478 h 26929"/>
                <a:gd name="connsiteX3" fmla="*/ 704 w 17879"/>
                <a:gd name="connsiteY3" fmla="*/ 197 h 26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879" h="26929">
                  <a:moveTo>
                    <a:pt x="18208" y="27127"/>
                  </a:moveTo>
                  <a:cubicBezTo>
                    <a:pt x="18208" y="27127"/>
                    <a:pt x="19547" y="25504"/>
                    <a:pt x="17172" y="22472"/>
                  </a:cubicBezTo>
                  <a:cubicBezTo>
                    <a:pt x="14796" y="19441"/>
                    <a:pt x="11895" y="13905"/>
                    <a:pt x="8611" y="10478"/>
                  </a:cubicBezTo>
                  <a:cubicBezTo>
                    <a:pt x="5311" y="7050"/>
                    <a:pt x="704" y="197"/>
                    <a:pt x="704" y="197"/>
                  </a:cubicBezTo>
                </a:path>
              </a:pathLst>
            </a:custGeom>
            <a:noFill/>
            <a:ln w="1591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8" name="フリーフォーム: 図形 217">
              <a:extLst>
                <a:ext uri="{FF2B5EF4-FFF2-40B4-BE49-F238E27FC236}">
                  <a16:creationId xmlns:a16="http://schemas.microsoft.com/office/drawing/2014/main" id="{6EE1579F-6428-E24E-146B-545AEACE42D4}"/>
                </a:ext>
              </a:extLst>
            </p:cNvPr>
            <p:cNvSpPr/>
            <p:nvPr/>
          </p:nvSpPr>
          <p:spPr>
            <a:xfrm>
              <a:off x="6606316" y="1112686"/>
              <a:ext cx="15574" cy="26364"/>
            </a:xfrm>
            <a:custGeom>
              <a:avLst/>
              <a:gdLst>
                <a:gd name="connsiteX0" fmla="*/ 16280 w 15574"/>
                <a:gd name="connsiteY0" fmla="*/ 26561 h 26364"/>
                <a:gd name="connsiteX1" fmla="*/ 8995 w 15574"/>
                <a:gd name="connsiteY1" fmla="*/ 10609 h 26364"/>
                <a:gd name="connsiteX2" fmla="*/ 706 w 15574"/>
                <a:gd name="connsiteY2" fmla="*/ 196 h 2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574" h="26364">
                  <a:moveTo>
                    <a:pt x="16280" y="26561"/>
                  </a:moveTo>
                  <a:cubicBezTo>
                    <a:pt x="14543" y="19836"/>
                    <a:pt x="11642" y="14299"/>
                    <a:pt x="8995" y="10609"/>
                  </a:cubicBezTo>
                  <a:cubicBezTo>
                    <a:pt x="6365" y="6919"/>
                    <a:pt x="706" y="196"/>
                    <a:pt x="706" y="196"/>
                  </a:cubicBezTo>
                </a:path>
              </a:pathLst>
            </a:custGeom>
            <a:noFill/>
            <a:ln w="1591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9" name="フリーフォーム: 図形 218">
              <a:extLst>
                <a:ext uri="{FF2B5EF4-FFF2-40B4-BE49-F238E27FC236}">
                  <a16:creationId xmlns:a16="http://schemas.microsoft.com/office/drawing/2014/main" id="{80AD25F3-4247-188B-59A8-EB0916F47794}"/>
                </a:ext>
              </a:extLst>
            </p:cNvPr>
            <p:cNvSpPr/>
            <p:nvPr/>
          </p:nvSpPr>
          <p:spPr>
            <a:xfrm>
              <a:off x="6623708" y="1112818"/>
              <a:ext cx="11684" cy="18402"/>
            </a:xfrm>
            <a:custGeom>
              <a:avLst/>
              <a:gdLst>
                <a:gd name="connsiteX0" fmla="*/ 12394 w 11684"/>
                <a:gd name="connsiteY0" fmla="*/ 18598 h 18402"/>
                <a:gd name="connsiteX1" fmla="*/ 6910 w 11684"/>
                <a:gd name="connsiteY1" fmla="*/ 12057 h 18402"/>
                <a:gd name="connsiteX2" fmla="*/ 709 w 11684"/>
                <a:gd name="connsiteY2" fmla="*/ 196 h 18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684" h="18402">
                  <a:moveTo>
                    <a:pt x="12394" y="18598"/>
                  </a:moveTo>
                  <a:cubicBezTo>
                    <a:pt x="12394" y="18598"/>
                    <a:pt x="9014" y="16671"/>
                    <a:pt x="6910" y="12057"/>
                  </a:cubicBezTo>
                  <a:cubicBezTo>
                    <a:pt x="4790" y="7444"/>
                    <a:pt x="709" y="196"/>
                    <a:pt x="709" y="196"/>
                  </a:cubicBezTo>
                </a:path>
              </a:pathLst>
            </a:custGeom>
            <a:noFill/>
            <a:ln w="1591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0" name="フリーフォーム: 図形 219">
              <a:extLst>
                <a:ext uri="{FF2B5EF4-FFF2-40B4-BE49-F238E27FC236}">
                  <a16:creationId xmlns:a16="http://schemas.microsoft.com/office/drawing/2014/main" id="{34950314-BB7C-0291-5A84-410826A21EDE}"/>
                </a:ext>
              </a:extLst>
            </p:cNvPr>
            <p:cNvSpPr/>
            <p:nvPr/>
          </p:nvSpPr>
          <p:spPr>
            <a:xfrm>
              <a:off x="6636620" y="1112026"/>
              <a:ext cx="11588" cy="14341"/>
            </a:xfrm>
            <a:custGeom>
              <a:avLst/>
              <a:gdLst>
                <a:gd name="connsiteX0" fmla="*/ 12300 w 11588"/>
                <a:gd name="connsiteY0" fmla="*/ 14523 h 14341"/>
                <a:gd name="connsiteX1" fmla="*/ 6242 w 11588"/>
                <a:gd name="connsiteY1" fmla="*/ 11003 h 14341"/>
                <a:gd name="connsiteX2" fmla="*/ 711 w 11588"/>
                <a:gd name="connsiteY2" fmla="*/ 195 h 1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588" h="14341">
                  <a:moveTo>
                    <a:pt x="12300" y="14523"/>
                  </a:moveTo>
                  <a:cubicBezTo>
                    <a:pt x="12300" y="14523"/>
                    <a:pt x="7964" y="14958"/>
                    <a:pt x="6242" y="11003"/>
                  </a:cubicBezTo>
                  <a:cubicBezTo>
                    <a:pt x="4537" y="7050"/>
                    <a:pt x="711" y="195"/>
                    <a:pt x="711" y="195"/>
                  </a:cubicBezTo>
                </a:path>
              </a:pathLst>
            </a:custGeom>
            <a:noFill/>
            <a:ln w="1591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grpSp>
        <p:nvGrpSpPr>
          <p:cNvPr id="350" name="グループ化 349">
            <a:extLst>
              <a:ext uri="{FF2B5EF4-FFF2-40B4-BE49-F238E27FC236}">
                <a16:creationId xmlns:a16="http://schemas.microsoft.com/office/drawing/2014/main" id="{DF362169-E63C-848D-70FC-756036319D72}"/>
              </a:ext>
            </a:extLst>
          </p:cNvPr>
          <p:cNvGrpSpPr/>
          <p:nvPr/>
        </p:nvGrpSpPr>
        <p:grpSpPr>
          <a:xfrm>
            <a:off x="3065059" y="4792907"/>
            <a:ext cx="1774233" cy="235129"/>
            <a:chOff x="3065059" y="4792907"/>
            <a:chExt cx="1774233" cy="235129"/>
          </a:xfrm>
        </p:grpSpPr>
        <p:sp>
          <p:nvSpPr>
            <p:cNvPr id="221" name="フリーフォーム: 図形 220">
              <a:extLst>
                <a:ext uri="{FF2B5EF4-FFF2-40B4-BE49-F238E27FC236}">
                  <a16:creationId xmlns:a16="http://schemas.microsoft.com/office/drawing/2014/main" id="{6D433B62-F6B0-546C-BFA6-4988A90312DA}"/>
                </a:ext>
              </a:extLst>
            </p:cNvPr>
            <p:cNvSpPr/>
            <p:nvPr/>
          </p:nvSpPr>
          <p:spPr>
            <a:xfrm>
              <a:off x="3938624" y="4861453"/>
              <a:ext cx="105213" cy="25505"/>
            </a:xfrm>
            <a:custGeom>
              <a:avLst/>
              <a:gdLst>
                <a:gd name="connsiteX0" fmla="*/ 105462 w 105213"/>
                <a:gd name="connsiteY0" fmla="*/ 850 h 25505"/>
                <a:gd name="connsiteX1" fmla="*/ 249 w 105213"/>
                <a:gd name="connsiteY1" fmla="*/ 850 h 25505"/>
                <a:gd name="connsiteX2" fmla="*/ 249 w 105213"/>
                <a:gd name="connsiteY2" fmla="*/ 26356 h 25505"/>
                <a:gd name="connsiteX3" fmla="*/ 105462 w 105213"/>
                <a:gd name="connsiteY3" fmla="*/ 26356 h 25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213" h="25505">
                  <a:moveTo>
                    <a:pt x="105462" y="850"/>
                  </a:moveTo>
                  <a:lnTo>
                    <a:pt x="249" y="850"/>
                  </a:lnTo>
                  <a:lnTo>
                    <a:pt x="249" y="26356"/>
                  </a:lnTo>
                  <a:lnTo>
                    <a:pt x="105462" y="26356"/>
                  </a:lnTo>
                  <a:close/>
                </a:path>
              </a:pathLst>
            </a:custGeom>
            <a:noFill/>
            <a:ln w="159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2" name="フリーフォーム: 図形 221">
              <a:extLst>
                <a:ext uri="{FF2B5EF4-FFF2-40B4-BE49-F238E27FC236}">
                  <a16:creationId xmlns:a16="http://schemas.microsoft.com/office/drawing/2014/main" id="{BAB24E9C-13B4-1958-25BF-E8D5206C9BC4}"/>
                </a:ext>
              </a:extLst>
            </p:cNvPr>
            <p:cNvSpPr/>
            <p:nvPr/>
          </p:nvSpPr>
          <p:spPr>
            <a:xfrm>
              <a:off x="3065059" y="4884567"/>
              <a:ext cx="1772638" cy="143468"/>
            </a:xfrm>
            <a:custGeom>
              <a:avLst/>
              <a:gdLst>
                <a:gd name="connsiteX0" fmla="*/ 1664482 w 1772638"/>
                <a:gd name="connsiteY0" fmla="*/ 144333 h 143468"/>
                <a:gd name="connsiteX1" fmla="*/ 1736217 w 1772638"/>
                <a:gd name="connsiteY1" fmla="*/ 144333 h 143468"/>
                <a:gd name="connsiteX2" fmla="*/ 1736217 w 1772638"/>
                <a:gd name="connsiteY2" fmla="*/ 144333 h 143468"/>
                <a:gd name="connsiteX3" fmla="*/ 1736217 w 1772638"/>
                <a:gd name="connsiteY3" fmla="*/ 72599 h 143468"/>
                <a:gd name="connsiteX4" fmla="*/ 1772881 w 1772638"/>
                <a:gd name="connsiteY4" fmla="*/ 72599 h 143468"/>
                <a:gd name="connsiteX5" fmla="*/ 1772881 w 1772638"/>
                <a:gd name="connsiteY5" fmla="*/ 864 h 143468"/>
                <a:gd name="connsiteX6" fmla="*/ 1623036 w 1772638"/>
                <a:gd name="connsiteY6" fmla="*/ 864 h 143468"/>
                <a:gd name="connsiteX7" fmla="*/ 1623036 w 1772638"/>
                <a:gd name="connsiteY7" fmla="*/ 4849 h 143468"/>
                <a:gd name="connsiteX8" fmla="*/ 242 w 1772638"/>
                <a:gd name="connsiteY8" fmla="*/ 4849 h 143468"/>
                <a:gd name="connsiteX9" fmla="*/ 242 w 1772638"/>
                <a:gd name="connsiteY9" fmla="*/ 68613 h 143468"/>
                <a:gd name="connsiteX10" fmla="*/ 1623036 w 1772638"/>
                <a:gd name="connsiteY10" fmla="*/ 68613 h 143468"/>
                <a:gd name="connsiteX11" fmla="*/ 1623036 w 1772638"/>
                <a:gd name="connsiteY11" fmla="*/ 72599 h 143468"/>
                <a:gd name="connsiteX12" fmla="*/ 1664482 w 1772638"/>
                <a:gd name="connsiteY12" fmla="*/ 72599 h 143468"/>
                <a:gd name="connsiteX13" fmla="*/ 1664482 w 1772638"/>
                <a:gd name="connsiteY13" fmla="*/ 144333 h 143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72638" h="143468">
                  <a:moveTo>
                    <a:pt x="1664482" y="144333"/>
                  </a:moveTo>
                  <a:lnTo>
                    <a:pt x="1736217" y="144333"/>
                  </a:lnTo>
                  <a:moveTo>
                    <a:pt x="1736217" y="144333"/>
                  </a:moveTo>
                  <a:lnTo>
                    <a:pt x="1736217" y="72599"/>
                  </a:lnTo>
                  <a:lnTo>
                    <a:pt x="1772881" y="72599"/>
                  </a:lnTo>
                  <a:lnTo>
                    <a:pt x="1772881" y="864"/>
                  </a:lnTo>
                  <a:lnTo>
                    <a:pt x="1623036" y="864"/>
                  </a:lnTo>
                  <a:lnTo>
                    <a:pt x="1623036" y="4849"/>
                  </a:lnTo>
                  <a:lnTo>
                    <a:pt x="242" y="4849"/>
                  </a:lnTo>
                  <a:lnTo>
                    <a:pt x="242" y="68613"/>
                  </a:lnTo>
                  <a:lnTo>
                    <a:pt x="1623036" y="68613"/>
                  </a:lnTo>
                  <a:lnTo>
                    <a:pt x="1623036" y="72599"/>
                  </a:lnTo>
                  <a:lnTo>
                    <a:pt x="1664482" y="72599"/>
                  </a:lnTo>
                  <a:lnTo>
                    <a:pt x="1664482" y="144333"/>
                  </a:lnTo>
                </a:path>
              </a:pathLst>
            </a:custGeom>
            <a:noFill/>
            <a:ln w="159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3" name="フリーフォーム: 図形 222">
              <a:extLst>
                <a:ext uri="{FF2B5EF4-FFF2-40B4-BE49-F238E27FC236}">
                  <a16:creationId xmlns:a16="http://schemas.microsoft.com/office/drawing/2014/main" id="{EAF53246-45E7-1D91-7DB4-DF65670B57F4}"/>
                </a:ext>
              </a:extLst>
            </p:cNvPr>
            <p:cNvSpPr/>
            <p:nvPr/>
          </p:nvSpPr>
          <p:spPr>
            <a:xfrm>
              <a:off x="3065060" y="4887756"/>
              <a:ext cx="1772637" cy="140280"/>
            </a:xfrm>
            <a:custGeom>
              <a:avLst/>
              <a:gdLst>
                <a:gd name="connsiteX0" fmla="*/ 1733027 w 1772637"/>
                <a:gd name="connsiteY0" fmla="*/ 141145 h 140280"/>
                <a:gd name="connsiteX1" fmla="*/ 1667669 w 1772637"/>
                <a:gd name="connsiteY1" fmla="*/ 141145 h 140280"/>
                <a:gd name="connsiteX2" fmla="*/ 1667669 w 1772637"/>
                <a:gd name="connsiteY2" fmla="*/ 141145 h 140280"/>
                <a:gd name="connsiteX3" fmla="*/ 1667669 w 1772637"/>
                <a:gd name="connsiteY3" fmla="*/ 66223 h 140280"/>
                <a:gd name="connsiteX4" fmla="*/ 1623034 w 1772637"/>
                <a:gd name="connsiteY4" fmla="*/ 66223 h 140280"/>
                <a:gd name="connsiteX5" fmla="*/ 1623034 w 1772637"/>
                <a:gd name="connsiteY5" fmla="*/ 62237 h 140280"/>
                <a:gd name="connsiteX6" fmla="*/ 242 w 1772637"/>
                <a:gd name="connsiteY6" fmla="*/ 62237 h 140280"/>
                <a:gd name="connsiteX7" fmla="*/ 242 w 1772637"/>
                <a:gd name="connsiteY7" fmla="*/ 4850 h 140280"/>
                <a:gd name="connsiteX8" fmla="*/ 1623034 w 1772637"/>
                <a:gd name="connsiteY8" fmla="*/ 4850 h 140280"/>
                <a:gd name="connsiteX9" fmla="*/ 1623034 w 1772637"/>
                <a:gd name="connsiteY9" fmla="*/ 864 h 140280"/>
                <a:gd name="connsiteX10" fmla="*/ 1772879 w 1772637"/>
                <a:gd name="connsiteY10" fmla="*/ 864 h 140280"/>
                <a:gd name="connsiteX11" fmla="*/ 1772879 w 1772637"/>
                <a:gd name="connsiteY11" fmla="*/ 66223 h 140280"/>
                <a:gd name="connsiteX12" fmla="*/ 1733027 w 1772637"/>
                <a:gd name="connsiteY12" fmla="*/ 66223 h 140280"/>
                <a:gd name="connsiteX13" fmla="*/ 1733027 w 1772637"/>
                <a:gd name="connsiteY13" fmla="*/ 141145 h 140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72637" h="140280">
                  <a:moveTo>
                    <a:pt x="1733027" y="141145"/>
                  </a:moveTo>
                  <a:lnTo>
                    <a:pt x="1667669" y="141145"/>
                  </a:lnTo>
                  <a:moveTo>
                    <a:pt x="1667669" y="141145"/>
                  </a:moveTo>
                  <a:lnTo>
                    <a:pt x="1667669" y="66223"/>
                  </a:lnTo>
                  <a:lnTo>
                    <a:pt x="1623034" y="66223"/>
                  </a:lnTo>
                  <a:lnTo>
                    <a:pt x="1623034" y="62237"/>
                  </a:lnTo>
                  <a:lnTo>
                    <a:pt x="242" y="62237"/>
                  </a:lnTo>
                  <a:lnTo>
                    <a:pt x="242" y="4850"/>
                  </a:lnTo>
                  <a:lnTo>
                    <a:pt x="1623034" y="4850"/>
                  </a:lnTo>
                  <a:lnTo>
                    <a:pt x="1623034" y="864"/>
                  </a:lnTo>
                  <a:lnTo>
                    <a:pt x="1772879" y="864"/>
                  </a:lnTo>
                  <a:lnTo>
                    <a:pt x="1772879" y="66223"/>
                  </a:lnTo>
                  <a:lnTo>
                    <a:pt x="1733027" y="66223"/>
                  </a:lnTo>
                  <a:lnTo>
                    <a:pt x="1733027" y="141145"/>
                  </a:lnTo>
                </a:path>
              </a:pathLst>
            </a:custGeom>
            <a:noFill/>
            <a:ln w="159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4" name="フリーフォーム: 図形 223">
              <a:extLst>
                <a:ext uri="{FF2B5EF4-FFF2-40B4-BE49-F238E27FC236}">
                  <a16:creationId xmlns:a16="http://schemas.microsoft.com/office/drawing/2014/main" id="{084D27D2-67BD-C918-053A-2E6EC397D894}"/>
                </a:ext>
              </a:extLst>
            </p:cNvPr>
            <p:cNvSpPr/>
            <p:nvPr/>
          </p:nvSpPr>
          <p:spPr>
            <a:xfrm>
              <a:off x="3935436" y="4886959"/>
              <a:ext cx="39852" cy="66951"/>
            </a:xfrm>
            <a:custGeom>
              <a:avLst/>
              <a:gdLst>
                <a:gd name="connsiteX0" fmla="*/ 243 w 39852"/>
                <a:gd name="connsiteY0" fmla="*/ 67810 h 66951"/>
                <a:gd name="connsiteX1" fmla="*/ 40095 w 39852"/>
                <a:gd name="connsiteY1" fmla="*/ 67810 h 66951"/>
                <a:gd name="connsiteX2" fmla="*/ 40095 w 39852"/>
                <a:gd name="connsiteY2" fmla="*/ 858 h 66951"/>
                <a:gd name="connsiteX3" fmla="*/ 243 w 39852"/>
                <a:gd name="connsiteY3" fmla="*/ 858 h 66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852" h="66951">
                  <a:moveTo>
                    <a:pt x="243" y="67810"/>
                  </a:moveTo>
                  <a:lnTo>
                    <a:pt x="40095" y="67810"/>
                  </a:lnTo>
                  <a:lnTo>
                    <a:pt x="40095" y="858"/>
                  </a:lnTo>
                  <a:lnTo>
                    <a:pt x="243" y="858"/>
                  </a:lnTo>
                  <a:close/>
                </a:path>
              </a:pathLst>
            </a:custGeom>
            <a:noFill/>
            <a:ln w="159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5" name="フリーフォーム: 図形 224">
              <a:extLst>
                <a:ext uri="{FF2B5EF4-FFF2-40B4-BE49-F238E27FC236}">
                  <a16:creationId xmlns:a16="http://schemas.microsoft.com/office/drawing/2014/main" id="{CB52AC14-14CD-E5DB-6168-F5BC9DAEE693}"/>
                </a:ext>
              </a:extLst>
            </p:cNvPr>
            <p:cNvSpPr/>
            <p:nvPr/>
          </p:nvSpPr>
          <p:spPr>
            <a:xfrm>
              <a:off x="3903554" y="4861453"/>
              <a:ext cx="31881" cy="25505"/>
            </a:xfrm>
            <a:custGeom>
              <a:avLst/>
              <a:gdLst>
                <a:gd name="connsiteX0" fmla="*/ 32118 w 31881"/>
                <a:gd name="connsiteY0" fmla="*/ 850 h 25505"/>
                <a:gd name="connsiteX1" fmla="*/ 236 w 31881"/>
                <a:gd name="connsiteY1" fmla="*/ 850 h 25505"/>
                <a:gd name="connsiteX2" fmla="*/ 236 w 31881"/>
                <a:gd name="connsiteY2" fmla="*/ 26356 h 25505"/>
                <a:gd name="connsiteX3" fmla="*/ 32118 w 31881"/>
                <a:gd name="connsiteY3" fmla="*/ 26356 h 25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881" h="25505">
                  <a:moveTo>
                    <a:pt x="32118" y="850"/>
                  </a:moveTo>
                  <a:lnTo>
                    <a:pt x="236" y="850"/>
                  </a:lnTo>
                  <a:lnTo>
                    <a:pt x="236" y="26356"/>
                  </a:lnTo>
                  <a:lnTo>
                    <a:pt x="32118" y="26356"/>
                  </a:lnTo>
                  <a:close/>
                </a:path>
              </a:pathLst>
            </a:custGeom>
            <a:noFill/>
            <a:ln w="159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6" name="フリーフォーム: 図形 225">
              <a:extLst>
                <a:ext uri="{FF2B5EF4-FFF2-40B4-BE49-F238E27FC236}">
                  <a16:creationId xmlns:a16="http://schemas.microsoft.com/office/drawing/2014/main" id="{32FA9216-969E-709C-21F3-A65FB022BECD}"/>
                </a:ext>
              </a:extLst>
            </p:cNvPr>
            <p:cNvSpPr/>
            <p:nvPr/>
          </p:nvSpPr>
          <p:spPr>
            <a:xfrm>
              <a:off x="4043837" y="4861453"/>
              <a:ext cx="9564" cy="25505"/>
            </a:xfrm>
            <a:custGeom>
              <a:avLst/>
              <a:gdLst>
                <a:gd name="connsiteX0" fmla="*/ 9823 w 9564"/>
                <a:gd name="connsiteY0" fmla="*/ 850 h 25505"/>
                <a:gd name="connsiteX1" fmla="*/ 259 w 9564"/>
                <a:gd name="connsiteY1" fmla="*/ 850 h 25505"/>
                <a:gd name="connsiteX2" fmla="*/ 259 w 9564"/>
                <a:gd name="connsiteY2" fmla="*/ 26356 h 25505"/>
                <a:gd name="connsiteX3" fmla="*/ 9823 w 9564"/>
                <a:gd name="connsiteY3" fmla="*/ 26356 h 25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64" h="25505">
                  <a:moveTo>
                    <a:pt x="9823" y="850"/>
                  </a:moveTo>
                  <a:lnTo>
                    <a:pt x="259" y="850"/>
                  </a:lnTo>
                  <a:lnTo>
                    <a:pt x="259" y="26356"/>
                  </a:lnTo>
                  <a:lnTo>
                    <a:pt x="9823" y="26356"/>
                  </a:lnTo>
                  <a:close/>
                </a:path>
              </a:pathLst>
            </a:custGeom>
            <a:noFill/>
            <a:ln w="159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7" name="フリーフォーム: 図形 226">
              <a:extLst>
                <a:ext uri="{FF2B5EF4-FFF2-40B4-BE49-F238E27FC236}">
                  <a16:creationId xmlns:a16="http://schemas.microsoft.com/office/drawing/2014/main" id="{904B5A3F-6C16-8F51-6B16-9B57B7FA109B}"/>
                </a:ext>
              </a:extLst>
            </p:cNvPr>
            <p:cNvSpPr/>
            <p:nvPr/>
          </p:nvSpPr>
          <p:spPr>
            <a:xfrm>
              <a:off x="4053402" y="4861453"/>
              <a:ext cx="15940" cy="25505"/>
            </a:xfrm>
            <a:custGeom>
              <a:avLst/>
              <a:gdLst>
                <a:gd name="connsiteX0" fmla="*/ 16202 w 15940"/>
                <a:gd name="connsiteY0" fmla="*/ 850 h 25505"/>
                <a:gd name="connsiteX1" fmla="*/ 261 w 15940"/>
                <a:gd name="connsiteY1" fmla="*/ 850 h 25505"/>
                <a:gd name="connsiteX2" fmla="*/ 261 w 15940"/>
                <a:gd name="connsiteY2" fmla="*/ 26356 h 25505"/>
                <a:gd name="connsiteX3" fmla="*/ 16202 w 15940"/>
                <a:gd name="connsiteY3" fmla="*/ 26356 h 25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40" h="25505">
                  <a:moveTo>
                    <a:pt x="16202" y="850"/>
                  </a:moveTo>
                  <a:lnTo>
                    <a:pt x="261" y="850"/>
                  </a:lnTo>
                  <a:lnTo>
                    <a:pt x="261" y="26356"/>
                  </a:lnTo>
                  <a:lnTo>
                    <a:pt x="16202" y="26356"/>
                  </a:lnTo>
                  <a:close/>
                </a:path>
              </a:pathLst>
            </a:custGeom>
            <a:noFill/>
            <a:ln w="159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8" name="フリーフォーム: 図形 227">
              <a:extLst>
                <a:ext uri="{FF2B5EF4-FFF2-40B4-BE49-F238E27FC236}">
                  <a16:creationId xmlns:a16="http://schemas.microsoft.com/office/drawing/2014/main" id="{35497AE7-CD26-A77D-ABD4-D0D57184096B}"/>
                </a:ext>
              </a:extLst>
            </p:cNvPr>
            <p:cNvSpPr/>
            <p:nvPr/>
          </p:nvSpPr>
          <p:spPr>
            <a:xfrm>
              <a:off x="4069343" y="4861453"/>
              <a:ext cx="4782" cy="25505"/>
            </a:xfrm>
            <a:custGeom>
              <a:avLst/>
              <a:gdLst>
                <a:gd name="connsiteX0" fmla="*/ 5045 w 4782"/>
                <a:gd name="connsiteY0" fmla="*/ 850 h 25505"/>
                <a:gd name="connsiteX1" fmla="*/ 263 w 4782"/>
                <a:gd name="connsiteY1" fmla="*/ 850 h 25505"/>
                <a:gd name="connsiteX2" fmla="*/ 263 w 4782"/>
                <a:gd name="connsiteY2" fmla="*/ 26356 h 25505"/>
                <a:gd name="connsiteX3" fmla="*/ 5045 w 4782"/>
                <a:gd name="connsiteY3" fmla="*/ 26356 h 25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82" h="25505">
                  <a:moveTo>
                    <a:pt x="5045" y="850"/>
                  </a:moveTo>
                  <a:lnTo>
                    <a:pt x="263" y="850"/>
                  </a:lnTo>
                  <a:lnTo>
                    <a:pt x="263" y="26356"/>
                  </a:lnTo>
                  <a:lnTo>
                    <a:pt x="5045" y="26356"/>
                  </a:lnTo>
                  <a:close/>
                </a:path>
              </a:pathLst>
            </a:custGeom>
            <a:noFill/>
            <a:ln w="159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9" name="フリーフォーム: 図形 228">
              <a:extLst>
                <a:ext uri="{FF2B5EF4-FFF2-40B4-BE49-F238E27FC236}">
                  <a16:creationId xmlns:a16="http://schemas.microsoft.com/office/drawing/2014/main" id="{580A18F3-BD66-5B26-6D8B-18A7C90989B9}"/>
                </a:ext>
              </a:extLst>
            </p:cNvPr>
            <p:cNvSpPr/>
            <p:nvPr/>
          </p:nvSpPr>
          <p:spPr>
            <a:xfrm>
              <a:off x="3935436" y="4861453"/>
              <a:ext cx="3188" cy="25505"/>
            </a:xfrm>
            <a:custGeom>
              <a:avLst/>
              <a:gdLst>
                <a:gd name="connsiteX0" fmla="*/ 3428 w 3188"/>
                <a:gd name="connsiteY0" fmla="*/ 850 h 25505"/>
                <a:gd name="connsiteX1" fmla="*/ 239 w 3188"/>
                <a:gd name="connsiteY1" fmla="*/ 850 h 25505"/>
                <a:gd name="connsiteX2" fmla="*/ 239 w 3188"/>
                <a:gd name="connsiteY2" fmla="*/ 26356 h 25505"/>
                <a:gd name="connsiteX3" fmla="*/ 3428 w 3188"/>
                <a:gd name="connsiteY3" fmla="*/ 26356 h 25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88" h="25505">
                  <a:moveTo>
                    <a:pt x="3428" y="850"/>
                  </a:moveTo>
                  <a:lnTo>
                    <a:pt x="239" y="850"/>
                  </a:lnTo>
                  <a:lnTo>
                    <a:pt x="239" y="26356"/>
                  </a:lnTo>
                  <a:lnTo>
                    <a:pt x="3428" y="26356"/>
                  </a:lnTo>
                  <a:close/>
                </a:path>
              </a:pathLst>
            </a:custGeom>
            <a:noFill/>
            <a:ln w="159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30" name="フリーフォーム: 図形 229">
              <a:extLst>
                <a:ext uri="{FF2B5EF4-FFF2-40B4-BE49-F238E27FC236}">
                  <a16:creationId xmlns:a16="http://schemas.microsoft.com/office/drawing/2014/main" id="{2FB67858-2B35-02A7-DB3B-81DCA3605F6B}"/>
                </a:ext>
              </a:extLst>
            </p:cNvPr>
            <p:cNvSpPr/>
            <p:nvPr/>
          </p:nvSpPr>
          <p:spPr>
            <a:xfrm>
              <a:off x="4353092" y="4792907"/>
              <a:ext cx="7970" cy="167380"/>
            </a:xfrm>
            <a:custGeom>
              <a:avLst/>
              <a:gdLst>
                <a:gd name="connsiteX0" fmla="*/ 313 w 7970"/>
                <a:gd name="connsiteY0" fmla="*/ 850 h 167380"/>
                <a:gd name="connsiteX1" fmla="*/ 8283 w 7970"/>
                <a:gd name="connsiteY1" fmla="*/ 850 h 167380"/>
                <a:gd name="connsiteX2" fmla="*/ 8283 w 7970"/>
                <a:gd name="connsiteY2" fmla="*/ 168230 h 167380"/>
                <a:gd name="connsiteX3" fmla="*/ 313 w 7970"/>
                <a:gd name="connsiteY3" fmla="*/ 168230 h 167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70" h="167380">
                  <a:moveTo>
                    <a:pt x="313" y="850"/>
                  </a:moveTo>
                  <a:lnTo>
                    <a:pt x="8283" y="850"/>
                  </a:lnTo>
                  <a:lnTo>
                    <a:pt x="8283" y="168230"/>
                  </a:lnTo>
                  <a:lnTo>
                    <a:pt x="313" y="168230"/>
                  </a:lnTo>
                  <a:close/>
                </a:path>
              </a:pathLst>
            </a:custGeom>
            <a:noFill/>
            <a:ln w="159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31" name="フリーフォーム: 図形 230">
              <a:extLst>
                <a:ext uri="{FF2B5EF4-FFF2-40B4-BE49-F238E27FC236}">
                  <a16:creationId xmlns:a16="http://schemas.microsoft.com/office/drawing/2014/main" id="{2B141381-27D0-ED5D-E4AF-DE511DFB8206}"/>
                </a:ext>
              </a:extLst>
            </p:cNvPr>
            <p:cNvSpPr/>
            <p:nvPr/>
          </p:nvSpPr>
          <p:spPr>
            <a:xfrm>
              <a:off x="4121948" y="4837542"/>
              <a:ext cx="127527" cy="146656"/>
            </a:xfrm>
            <a:custGeom>
              <a:avLst/>
              <a:gdLst>
                <a:gd name="connsiteX0" fmla="*/ 283 w 127527"/>
                <a:gd name="connsiteY0" fmla="*/ 856 h 146656"/>
                <a:gd name="connsiteX1" fmla="*/ 127811 w 127527"/>
                <a:gd name="connsiteY1" fmla="*/ 856 h 146656"/>
                <a:gd name="connsiteX2" fmla="*/ 127811 w 127527"/>
                <a:gd name="connsiteY2" fmla="*/ 147513 h 146656"/>
                <a:gd name="connsiteX3" fmla="*/ 283 w 127527"/>
                <a:gd name="connsiteY3" fmla="*/ 147513 h 14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27" h="146656">
                  <a:moveTo>
                    <a:pt x="283" y="856"/>
                  </a:moveTo>
                  <a:lnTo>
                    <a:pt x="127811" y="856"/>
                  </a:lnTo>
                  <a:lnTo>
                    <a:pt x="127811" y="147513"/>
                  </a:lnTo>
                  <a:lnTo>
                    <a:pt x="283" y="147513"/>
                  </a:lnTo>
                  <a:close/>
                </a:path>
              </a:pathLst>
            </a:custGeom>
            <a:noFill/>
            <a:ln w="159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grpSp>
          <p:nvGrpSpPr>
            <p:cNvPr id="232" name="グラフィックス 4">
              <a:extLst>
                <a:ext uri="{FF2B5EF4-FFF2-40B4-BE49-F238E27FC236}">
                  <a16:creationId xmlns:a16="http://schemas.microsoft.com/office/drawing/2014/main" id="{9772DC91-AD7F-ABC4-B387-41684925359B}"/>
                </a:ext>
              </a:extLst>
            </p:cNvPr>
            <p:cNvGrpSpPr/>
            <p:nvPr/>
          </p:nvGrpSpPr>
          <p:grpSpPr>
            <a:xfrm>
              <a:off x="3081003" y="4893330"/>
              <a:ext cx="84503" cy="54195"/>
              <a:chOff x="3081003" y="4893330"/>
              <a:chExt cx="84503" cy="54195"/>
            </a:xfrm>
          </p:grpSpPr>
          <p:sp>
            <p:nvSpPr>
              <p:cNvPr id="233" name="フリーフォーム: 図形 232">
                <a:extLst>
                  <a:ext uri="{FF2B5EF4-FFF2-40B4-BE49-F238E27FC236}">
                    <a16:creationId xmlns:a16="http://schemas.microsoft.com/office/drawing/2014/main" id="{7E7F1DF7-79CA-B2EB-1040-7CEE4614C239}"/>
                  </a:ext>
                </a:extLst>
              </p:cNvPr>
              <p:cNvSpPr/>
              <p:nvPr/>
            </p:nvSpPr>
            <p:spPr>
              <a:xfrm rot="5400000">
                <a:off x="3141991" y="4897707"/>
                <a:ext cx="1598" cy="45431"/>
              </a:xfrm>
              <a:custGeom>
                <a:avLst/>
                <a:gdLst>
                  <a:gd name="connsiteX0" fmla="*/ 937 w 1598"/>
                  <a:gd name="connsiteY0" fmla="*/ 1004 h 45431"/>
                  <a:gd name="connsiteX1" fmla="*/ 533 w 1598"/>
                  <a:gd name="connsiteY1" fmla="*/ 5786 h 45431"/>
                  <a:gd name="connsiteX2" fmla="*/ 533 w 1598"/>
                  <a:gd name="connsiteY2" fmla="*/ 45639 h 45431"/>
                  <a:gd name="connsiteX3" fmla="*/ 138 w 1598"/>
                  <a:gd name="connsiteY3" fmla="*/ 45639 h 45431"/>
                  <a:gd name="connsiteX4" fmla="*/ 138 w 1598"/>
                  <a:gd name="connsiteY4" fmla="*/ 46436 h 45431"/>
                  <a:gd name="connsiteX5" fmla="*/ 1736 w 1598"/>
                  <a:gd name="connsiteY5" fmla="*/ 46436 h 45431"/>
                  <a:gd name="connsiteX6" fmla="*/ 1736 w 1598"/>
                  <a:gd name="connsiteY6" fmla="*/ 45639 h 45431"/>
                  <a:gd name="connsiteX7" fmla="*/ 1332 w 1598"/>
                  <a:gd name="connsiteY7" fmla="*/ 45639 h 45431"/>
                  <a:gd name="connsiteX8" fmla="*/ 1332 w 1598"/>
                  <a:gd name="connsiteY8" fmla="*/ 5786 h 45431"/>
                  <a:gd name="connsiteX9" fmla="*/ 937 w 1598"/>
                  <a:gd name="connsiteY9" fmla="*/ 1004 h 45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98" h="45431">
                    <a:moveTo>
                      <a:pt x="937" y="1004"/>
                    </a:moveTo>
                    <a:cubicBezTo>
                      <a:pt x="538" y="3395"/>
                      <a:pt x="533" y="5786"/>
                      <a:pt x="533" y="5786"/>
                    </a:cubicBezTo>
                    <a:lnTo>
                      <a:pt x="533" y="45639"/>
                    </a:lnTo>
                    <a:lnTo>
                      <a:pt x="138" y="45639"/>
                    </a:lnTo>
                    <a:lnTo>
                      <a:pt x="138" y="46436"/>
                    </a:lnTo>
                    <a:lnTo>
                      <a:pt x="1736" y="46436"/>
                    </a:lnTo>
                    <a:lnTo>
                      <a:pt x="1736" y="45639"/>
                    </a:lnTo>
                    <a:lnTo>
                      <a:pt x="1332" y="45639"/>
                    </a:lnTo>
                    <a:lnTo>
                      <a:pt x="1332" y="5786"/>
                    </a:lnTo>
                    <a:cubicBezTo>
                      <a:pt x="1332" y="5786"/>
                      <a:pt x="1335" y="3395"/>
                      <a:pt x="937" y="100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91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34" name="フリーフォーム: 図形 233">
                <a:extLst>
                  <a:ext uri="{FF2B5EF4-FFF2-40B4-BE49-F238E27FC236}">
                    <a16:creationId xmlns:a16="http://schemas.microsoft.com/office/drawing/2014/main" id="{36674B9D-7C22-76F7-2D9D-BB2DA3E4DC83}"/>
                  </a:ext>
                </a:extLst>
              </p:cNvPr>
              <p:cNvSpPr/>
              <p:nvPr/>
            </p:nvSpPr>
            <p:spPr>
              <a:xfrm rot="5400000">
                <a:off x="3088178" y="4886154"/>
                <a:ext cx="54195" cy="68546"/>
              </a:xfrm>
              <a:custGeom>
                <a:avLst/>
                <a:gdLst>
                  <a:gd name="connsiteX0" fmla="*/ 15000 w 54195"/>
                  <a:gd name="connsiteY0" fmla="*/ 1002 h 68546"/>
                  <a:gd name="connsiteX1" fmla="*/ 11821 w 54195"/>
                  <a:gd name="connsiteY1" fmla="*/ 10567 h 68546"/>
                  <a:gd name="connsiteX2" fmla="*/ 11293 w 54195"/>
                  <a:gd name="connsiteY2" fmla="*/ 10567 h 68546"/>
                  <a:gd name="connsiteX3" fmla="*/ 9564 w 54195"/>
                  <a:gd name="connsiteY3" fmla="*/ 10567 h 68546"/>
                  <a:gd name="connsiteX4" fmla="*/ 7298 w 54195"/>
                  <a:gd name="connsiteY4" fmla="*/ 10567 h 68546"/>
                  <a:gd name="connsiteX5" fmla="*/ 4909 w 54195"/>
                  <a:gd name="connsiteY5" fmla="*/ 10567 h 68546"/>
                  <a:gd name="connsiteX6" fmla="*/ 4909 w 54195"/>
                  <a:gd name="connsiteY6" fmla="*/ 12161 h 68546"/>
                  <a:gd name="connsiteX7" fmla="*/ 4909 w 54195"/>
                  <a:gd name="connsiteY7" fmla="*/ 15349 h 68546"/>
                  <a:gd name="connsiteX8" fmla="*/ 3715 w 54195"/>
                  <a:gd name="connsiteY8" fmla="*/ 15349 h 68546"/>
                  <a:gd name="connsiteX9" fmla="*/ 3311 w 54195"/>
                  <a:gd name="connsiteY9" fmla="*/ 16943 h 68546"/>
                  <a:gd name="connsiteX10" fmla="*/ 4110 w 54195"/>
                  <a:gd name="connsiteY10" fmla="*/ 18537 h 68546"/>
                  <a:gd name="connsiteX11" fmla="*/ 4110 w 54195"/>
                  <a:gd name="connsiteY11" fmla="*/ 21725 h 68546"/>
                  <a:gd name="connsiteX12" fmla="*/ 922 w 54195"/>
                  <a:gd name="connsiteY12" fmla="*/ 21725 h 68546"/>
                  <a:gd name="connsiteX13" fmla="*/ 922 w 54195"/>
                  <a:gd name="connsiteY13" fmla="*/ 24116 h 68546"/>
                  <a:gd name="connsiteX14" fmla="*/ 1639 w 54195"/>
                  <a:gd name="connsiteY14" fmla="*/ 24914 h 68546"/>
                  <a:gd name="connsiteX15" fmla="*/ 930 w 54195"/>
                  <a:gd name="connsiteY15" fmla="*/ 24914 h 68546"/>
                  <a:gd name="connsiteX16" fmla="*/ 131 w 54195"/>
                  <a:gd name="connsiteY16" fmla="*/ 31290 h 68546"/>
                  <a:gd name="connsiteX17" fmla="*/ 131 w 54195"/>
                  <a:gd name="connsiteY17" fmla="*/ 69548 h 68546"/>
                  <a:gd name="connsiteX18" fmla="*/ 54327 w 54195"/>
                  <a:gd name="connsiteY18" fmla="*/ 69548 h 68546"/>
                  <a:gd name="connsiteX19" fmla="*/ 54327 w 54195"/>
                  <a:gd name="connsiteY19" fmla="*/ 31290 h 68546"/>
                  <a:gd name="connsiteX20" fmla="*/ 53528 w 54195"/>
                  <a:gd name="connsiteY20" fmla="*/ 24914 h 68546"/>
                  <a:gd name="connsiteX21" fmla="*/ 52812 w 54195"/>
                  <a:gd name="connsiteY21" fmla="*/ 24914 h 68546"/>
                  <a:gd name="connsiteX22" fmla="*/ 53528 w 54195"/>
                  <a:gd name="connsiteY22" fmla="*/ 24116 h 68546"/>
                  <a:gd name="connsiteX23" fmla="*/ 53528 w 54195"/>
                  <a:gd name="connsiteY23" fmla="*/ 24037 h 68546"/>
                  <a:gd name="connsiteX24" fmla="*/ 53528 w 54195"/>
                  <a:gd name="connsiteY24" fmla="*/ 21725 h 68546"/>
                  <a:gd name="connsiteX25" fmla="*/ 50340 w 54195"/>
                  <a:gd name="connsiteY25" fmla="*/ 21725 h 68546"/>
                  <a:gd name="connsiteX26" fmla="*/ 50340 w 54195"/>
                  <a:gd name="connsiteY26" fmla="*/ 18537 h 68546"/>
                  <a:gd name="connsiteX27" fmla="*/ 51139 w 54195"/>
                  <a:gd name="connsiteY27" fmla="*/ 16943 h 68546"/>
                  <a:gd name="connsiteX28" fmla="*/ 50736 w 54195"/>
                  <a:gd name="connsiteY28" fmla="*/ 15349 h 68546"/>
                  <a:gd name="connsiteX29" fmla="*/ 49541 w 54195"/>
                  <a:gd name="connsiteY29" fmla="*/ 15349 h 68546"/>
                  <a:gd name="connsiteX30" fmla="*/ 49541 w 54195"/>
                  <a:gd name="connsiteY30" fmla="*/ 12161 h 68546"/>
                  <a:gd name="connsiteX31" fmla="*/ 49549 w 54195"/>
                  <a:gd name="connsiteY31" fmla="*/ 12161 h 68546"/>
                  <a:gd name="connsiteX32" fmla="*/ 49549 w 54195"/>
                  <a:gd name="connsiteY32" fmla="*/ 10567 h 68546"/>
                  <a:gd name="connsiteX33" fmla="*/ 47160 w 54195"/>
                  <a:gd name="connsiteY33" fmla="*/ 10567 h 68546"/>
                  <a:gd name="connsiteX34" fmla="*/ 46699 w 54195"/>
                  <a:gd name="connsiteY34" fmla="*/ 10567 h 68546"/>
                  <a:gd name="connsiteX35" fmla="*/ 43165 w 54195"/>
                  <a:gd name="connsiteY35" fmla="*/ 10567 h 68546"/>
                  <a:gd name="connsiteX36" fmla="*/ 42704 w 54195"/>
                  <a:gd name="connsiteY36" fmla="*/ 10567 h 68546"/>
                  <a:gd name="connsiteX37" fmla="*/ 39524 w 54195"/>
                  <a:gd name="connsiteY37" fmla="*/ 1002 h 685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4195" h="68546">
                    <a:moveTo>
                      <a:pt x="15000" y="1002"/>
                    </a:moveTo>
                    <a:lnTo>
                      <a:pt x="11821" y="10567"/>
                    </a:lnTo>
                    <a:lnTo>
                      <a:pt x="11293" y="10567"/>
                    </a:lnTo>
                    <a:lnTo>
                      <a:pt x="9564" y="10567"/>
                    </a:lnTo>
                    <a:lnTo>
                      <a:pt x="7298" y="10567"/>
                    </a:lnTo>
                    <a:lnTo>
                      <a:pt x="4909" y="10567"/>
                    </a:lnTo>
                    <a:lnTo>
                      <a:pt x="4909" y="12161"/>
                    </a:lnTo>
                    <a:lnTo>
                      <a:pt x="4909" y="15349"/>
                    </a:lnTo>
                    <a:lnTo>
                      <a:pt x="3715" y="15349"/>
                    </a:lnTo>
                    <a:lnTo>
                      <a:pt x="3311" y="16943"/>
                    </a:lnTo>
                    <a:lnTo>
                      <a:pt x="4110" y="18537"/>
                    </a:lnTo>
                    <a:lnTo>
                      <a:pt x="4110" y="21725"/>
                    </a:lnTo>
                    <a:lnTo>
                      <a:pt x="922" y="21725"/>
                    </a:lnTo>
                    <a:lnTo>
                      <a:pt x="922" y="24116"/>
                    </a:lnTo>
                    <a:cubicBezTo>
                      <a:pt x="922" y="24531"/>
                      <a:pt x="1236" y="24866"/>
                      <a:pt x="1639" y="24914"/>
                    </a:cubicBezTo>
                    <a:lnTo>
                      <a:pt x="930" y="24914"/>
                    </a:lnTo>
                    <a:cubicBezTo>
                      <a:pt x="930" y="24914"/>
                      <a:pt x="127" y="24914"/>
                      <a:pt x="131" y="31290"/>
                    </a:cubicBezTo>
                    <a:lnTo>
                      <a:pt x="131" y="69548"/>
                    </a:lnTo>
                    <a:lnTo>
                      <a:pt x="54327" y="69548"/>
                    </a:lnTo>
                    <a:lnTo>
                      <a:pt x="54327" y="31290"/>
                    </a:lnTo>
                    <a:cubicBezTo>
                      <a:pt x="54323" y="24914"/>
                      <a:pt x="53528" y="24914"/>
                      <a:pt x="53528" y="24914"/>
                    </a:cubicBezTo>
                    <a:lnTo>
                      <a:pt x="52812" y="24914"/>
                    </a:lnTo>
                    <a:cubicBezTo>
                      <a:pt x="53215" y="24866"/>
                      <a:pt x="53528" y="24531"/>
                      <a:pt x="53528" y="24116"/>
                    </a:cubicBezTo>
                    <a:cubicBezTo>
                      <a:pt x="53528" y="24085"/>
                      <a:pt x="53531" y="24053"/>
                      <a:pt x="53528" y="24037"/>
                    </a:cubicBezTo>
                    <a:lnTo>
                      <a:pt x="53528" y="21725"/>
                    </a:lnTo>
                    <a:lnTo>
                      <a:pt x="50340" y="21725"/>
                    </a:lnTo>
                    <a:lnTo>
                      <a:pt x="50340" y="18537"/>
                    </a:lnTo>
                    <a:lnTo>
                      <a:pt x="51139" y="16943"/>
                    </a:lnTo>
                    <a:lnTo>
                      <a:pt x="50736" y="15349"/>
                    </a:lnTo>
                    <a:lnTo>
                      <a:pt x="49541" y="15349"/>
                    </a:lnTo>
                    <a:lnTo>
                      <a:pt x="49541" y="12161"/>
                    </a:lnTo>
                    <a:lnTo>
                      <a:pt x="49549" y="12161"/>
                    </a:lnTo>
                    <a:lnTo>
                      <a:pt x="49549" y="10567"/>
                    </a:lnTo>
                    <a:lnTo>
                      <a:pt x="47160" y="10567"/>
                    </a:lnTo>
                    <a:lnTo>
                      <a:pt x="46699" y="10567"/>
                    </a:lnTo>
                    <a:lnTo>
                      <a:pt x="43165" y="10567"/>
                    </a:lnTo>
                    <a:lnTo>
                      <a:pt x="42704" y="10567"/>
                    </a:lnTo>
                    <a:lnTo>
                      <a:pt x="39524" y="1002"/>
                    </a:lnTo>
                    <a:close/>
                  </a:path>
                </a:pathLst>
              </a:custGeom>
              <a:solidFill>
                <a:srgbClr val="FFFFFF"/>
              </a:solidFill>
              <a:ln w="1591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sp>
          <p:nvSpPr>
            <p:cNvPr id="235" name="フリーフォーム: 図形 234">
              <a:extLst>
                <a:ext uri="{FF2B5EF4-FFF2-40B4-BE49-F238E27FC236}">
                  <a16:creationId xmlns:a16="http://schemas.microsoft.com/office/drawing/2014/main" id="{2FE01B72-EF0A-574F-2223-41141F67ED58}"/>
                </a:ext>
              </a:extLst>
            </p:cNvPr>
            <p:cNvSpPr/>
            <p:nvPr/>
          </p:nvSpPr>
          <p:spPr>
            <a:xfrm>
              <a:off x="4823351" y="4881379"/>
              <a:ext cx="14346" cy="78110"/>
            </a:xfrm>
            <a:custGeom>
              <a:avLst/>
              <a:gdLst>
                <a:gd name="connsiteX0" fmla="*/ 395 w 14346"/>
                <a:gd name="connsiteY0" fmla="*/ 858 h 78110"/>
                <a:gd name="connsiteX1" fmla="*/ 14742 w 14346"/>
                <a:gd name="connsiteY1" fmla="*/ 858 h 78110"/>
                <a:gd name="connsiteX2" fmla="*/ 14742 w 14346"/>
                <a:gd name="connsiteY2" fmla="*/ 78969 h 78110"/>
                <a:gd name="connsiteX3" fmla="*/ 395 w 14346"/>
                <a:gd name="connsiteY3" fmla="*/ 78969 h 78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46" h="78110">
                  <a:moveTo>
                    <a:pt x="395" y="858"/>
                  </a:moveTo>
                  <a:lnTo>
                    <a:pt x="14742" y="858"/>
                  </a:lnTo>
                  <a:lnTo>
                    <a:pt x="14742" y="78969"/>
                  </a:lnTo>
                  <a:lnTo>
                    <a:pt x="395" y="78969"/>
                  </a:lnTo>
                  <a:close/>
                </a:path>
              </a:pathLst>
            </a:custGeom>
            <a:noFill/>
            <a:ln w="159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36" name="フリーフォーム: 図形 235">
              <a:extLst>
                <a:ext uri="{FF2B5EF4-FFF2-40B4-BE49-F238E27FC236}">
                  <a16:creationId xmlns:a16="http://schemas.microsoft.com/office/drawing/2014/main" id="{D36111CA-C534-3BCB-B5C5-1243E54AE108}"/>
                </a:ext>
              </a:extLst>
            </p:cNvPr>
            <p:cNvSpPr/>
            <p:nvPr/>
          </p:nvSpPr>
          <p:spPr>
            <a:xfrm>
              <a:off x="4802628" y="4882974"/>
              <a:ext cx="36664" cy="74922"/>
            </a:xfrm>
            <a:custGeom>
              <a:avLst/>
              <a:gdLst>
                <a:gd name="connsiteX0" fmla="*/ 394 w 36664"/>
                <a:gd name="connsiteY0" fmla="*/ 75780 h 74922"/>
                <a:gd name="connsiteX1" fmla="*/ 37058 w 36664"/>
                <a:gd name="connsiteY1" fmla="*/ 75780 h 74922"/>
                <a:gd name="connsiteX2" fmla="*/ 37058 w 36664"/>
                <a:gd name="connsiteY2" fmla="*/ 858 h 74922"/>
                <a:gd name="connsiteX3" fmla="*/ 394 w 36664"/>
                <a:gd name="connsiteY3" fmla="*/ 858 h 74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64" h="74922">
                  <a:moveTo>
                    <a:pt x="394" y="75780"/>
                  </a:moveTo>
                  <a:lnTo>
                    <a:pt x="37058" y="75780"/>
                  </a:lnTo>
                  <a:lnTo>
                    <a:pt x="37058" y="858"/>
                  </a:lnTo>
                  <a:lnTo>
                    <a:pt x="394" y="858"/>
                  </a:lnTo>
                </a:path>
              </a:pathLst>
            </a:custGeom>
            <a:noFill/>
            <a:ln w="159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grpSp>
        <p:nvGrpSpPr>
          <p:cNvPr id="351" name="グループ化 350">
            <a:extLst>
              <a:ext uri="{FF2B5EF4-FFF2-40B4-BE49-F238E27FC236}">
                <a16:creationId xmlns:a16="http://schemas.microsoft.com/office/drawing/2014/main" id="{D3A561E4-E71E-A791-75C0-2F2ACAE6BFAB}"/>
              </a:ext>
            </a:extLst>
          </p:cNvPr>
          <p:cNvGrpSpPr/>
          <p:nvPr/>
        </p:nvGrpSpPr>
        <p:grpSpPr>
          <a:xfrm>
            <a:off x="2798981" y="5502464"/>
            <a:ext cx="2165192" cy="293581"/>
            <a:chOff x="2798981" y="5502464"/>
            <a:chExt cx="2165192" cy="293581"/>
          </a:xfrm>
        </p:grpSpPr>
        <p:sp>
          <p:nvSpPr>
            <p:cNvPr id="237" name="フリーフォーム: 図形 236">
              <a:extLst>
                <a:ext uri="{FF2B5EF4-FFF2-40B4-BE49-F238E27FC236}">
                  <a16:creationId xmlns:a16="http://schemas.microsoft.com/office/drawing/2014/main" id="{866D8667-5750-A7CC-D95A-34D8003A4434}"/>
                </a:ext>
              </a:extLst>
            </p:cNvPr>
            <p:cNvSpPr/>
            <p:nvPr/>
          </p:nvSpPr>
          <p:spPr>
            <a:xfrm>
              <a:off x="3065059" y="5567830"/>
              <a:ext cx="1772638" cy="143468"/>
            </a:xfrm>
            <a:custGeom>
              <a:avLst/>
              <a:gdLst>
                <a:gd name="connsiteX0" fmla="*/ 1664482 w 1772638"/>
                <a:gd name="connsiteY0" fmla="*/ 144452 h 143468"/>
                <a:gd name="connsiteX1" fmla="*/ 1736217 w 1772638"/>
                <a:gd name="connsiteY1" fmla="*/ 144452 h 143468"/>
                <a:gd name="connsiteX2" fmla="*/ 1736217 w 1772638"/>
                <a:gd name="connsiteY2" fmla="*/ 144452 h 143468"/>
                <a:gd name="connsiteX3" fmla="*/ 1736217 w 1772638"/>
                <a:gd name="connsiteY3" fmla="*/ 72718 h 143468"/>
                <a:gd name="connsiteX4" fmla="*/ 1772881 w 1772638"/>
                <a:gd name="connsiteY4" fmla="*/ 72718 h 143468"/>
                <a:gd name="connsiteX5" fmla="*/ 1772881 w 1772638"/>
                <a:gd name="connsiteY5" fmla="*/ 983 h 143468"/>
                <a:gd name="connsiteX6" fmla="*/ 1623036 w 1772638"/>
                <a:gd name="connsiteY6" fmla="*/ 983 h 143468"/>
                <a:gd name="connsiteX7" fmla="*/ 1623036 w 1772638"/>
                <a:gd name="connsiteY7" fmla="*/ 4984 h 143468"/>
                <a:gd name="connsiteX8" fmla="*/ 242 w 1772638"/>
                <a:gd name="connsiteY8" fmla="*/ 4984 h 143468"/>
                <a:gd name="connsiteX9" fmla="*/ 242 w 1772638"/>
                <a:gd name="connsiteY9" fmla="*/ 68732 h 143468"/>
                <a:gd name="connsiteX10" fmla="*/ 1623036 w 1772638"/>
                <a:gd name="connsiteY10" fmla="*/ 68732 h 143468"/>
                <a:gd name="connsiteX11" fmla="*/ 1623036 w 1772638"/>
                <a:gd name="connsiteY11" fmla="*/ 72718 h 143468"/>
                <a:gd name="connsiteX12" fmla="*/ 1664482 w 1772638"/>
                <a:gd name="connsiteY12" fmla="*/ 72718 h 143468"/>
                <a:gd name="connsiteX13" fmla="*/ 1664482 w 1772638"/>
                <a:gd name="connsiteY13" fmla="*/ 144452 h 143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72638" h="143468">
                  <a:moveTo>
                    <a:pt x="1664482" y="144452"/>
                  </a:moveTo>
                  <a:lnTo>
                    <a:pt x="1736217" y="144452"/>
                  </a:lnTo>
                  <a:moveTo>
                    <a:pt x="1736217" y="144452"/>
                  </a:moveTo>
                  <a:lnTo>
                    <a:pt x="1736217" y="72718"/>
                  </a:lnTo>
                  <a:lnTo>
                    <a:pt x="1772881" y="72718"/>
                  </a:lnTo>
                  <a:moveTo>
                    <a:pt x="1772881" y="983"/>
                  </a:moveTo>
                  <a:lnTo>
                    <a:pt x="1623036" y="983"/>
                  </a:lnTo>
                  <a:lnTo>
                    <a:pt x="1623036" y="4984"/>
                  </a:lnTo>
                  <a:lnTo>
                    <a:pt x="242" y="4984"/>
                  </a:lnTo>
                  <a:moveTo>
                    <a:pt x="242" y="68732"/>
                  </a:moveTo>
                  <a:lnTo>
                    <a:pt x="1623036" y="68732"/>
                  </a:lnTo>
                  <a:lnTo>
                    <a:pt x="1623036" y="72718"/>
                  </a:lnTo>
                  <a:lnTo>
                    <a:pt x="1664482" y="72718"/>
                  </a:lnTo>
                  <a:lnTo>
                    <a:pt x="1664482" y="144452"/>
                  </a:lnTo>
                </a:path>
              </a:pathLst>
            </a:custGeom>
            <a:noFill/>
            <a:ln w="159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38" name="フリーフォーム: 図形 237">
              <a:extLst>
                <a:ext uri="{FF2B5EF4-FFF2-40B4-BE49-F238E27FC236}">
                  <a16:creationId xmlns:a16="http://schemas.microsoft.com/office/drawing/2014/main" id="{72A32EAC-0F6B-2251-7158-EDAFC5EE221C}"/>
                </a:ext>
              </a:extLst>
            </p:cNvPr>
            <p:cNvSpPr/>
            <p:nvPr/>
          </p:nvSpPr>
          <p:spPr>
            <a:xfrm>
              <a:off x="3065060" y="5571018"/>
              <a:ext cx="1772637" cy="140280"/>
            </a:xfrm>
            <a:custGeom>
              <a:avLst/>
              <a:gdLst>
                <a:gd name="connsiteX0" fmla="*/ 1733027 w 1772637"/>
                <a:gd name="connsiteY0" fmla="*/ 141264 h 140280"/>
                <a:gd name="connsiteX1" fmla="*/ 1667669 w 1772637"/>
                <a:gd name="connsiteY1" fmla="*/ 141264 h 140280"/>
                <a:gd name="connsiteX2" fmla="*/ 1667669 w 1772637"/>
                <a:gd name="connsiteY2" fmla="*/ 141264 h 140280"/>
                <a:gd name="connsiteX3" fmla="*/ 1667669 w 1772637"/>
                <a:gd name="connsiteY3" fmla="*/ 66342 h 140280"/>
                <a:gd name="connsiteX4" fmla="*/ 1623034 w 1772637"/>
                <a:gd name="connsiteY4" fmla="*/ 66342 h 140280"/>
                <a:gd name="connsiteX5" fmla="*/ 1623034 w 1772637"/>
                <a:gd name="connsiteY5" fmla="*/ 62356 h 140280"/>
                <a:gd name="connsiteX6" fmla="*/ 242 w 1772637"/>
                <a:gd name="connsiteY6" fmla="*/ 62356 h 140280"/>
                <a:gd name="connsiteX7" fmla="*/ 242 w 1772637"/>
                <a:gd name="connsiteY7" fmla="*/ 4969 h 140280"/>
                <a:gd name="connsiteX8" fmla="*/ 1623034 w 1772637"/>
                <a:gd name="connsiteY8" fmla="*/ 4969 h 140280"/>
                <a:gd name="connsiteX9" fmla="*/ 1623034 w 1772637"/>
                <a:gd name="connsiteY9" fmla="*/ 984 h 140280"/>
                <a:gd name="connsiteX10" fmla="*/ 1772879 w 1772637"/>
                <a:gd name="connsiteY10" fmla="*/ 984 h 140280"/>
                <a:gd name="connsiteX11" fmla="*/ 1772879 w 1772637"/>
                <a:gd name="connsiteY11" fmla="*/ 66342 h 140280"/>
                <a:gd name="connsiteX12" fmla="*/ 1733027 w 1772637"/>
                <a:gd name="connsiteY12" fmla="*/ 66342 h 140280"/>
                <a:gd name="connsiteX13" fmla="*/ 1733027 w 1772637"/>
                <a:gd name="connsiteY13" fmla="*/ 141264 h 140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72637" h="140280">
                  <a:moveTo>
                    <a:pt x="1733027" y="141264"/>
                  </a:moveTo>
                  <a:lnTo>
                    <a:pt x="1667669" y="141264"/>
                  </a:lnTo>
                  <a:moveTo>
                    <a:pt x="1667669" y="141264"/>
                  </a:moveTo>
                  <a:lnTo>
                    <a:pt x="1667669" y="66342"/>
                  </a:lnTo>
                  <a:lnTo>
                    <a:pt x="1623034" y="66342"/>
                  </a:lnTo>
                  <a:lnTo>
                    <a:pt x="1623034" y="62356"/>
                  </a:lnTo>
                  <a:lnTo>
                    <a:pt x="242" y="62356"/>
                  </a:lnTo>
                  <a:moveTo>
                    <a:pt x="242" y="4969"/>
                  </a:moveTo>
                  <a:lnTo>
                    <a:pt x="1623034" y="4969"/>
                  </a:lnTo>
                  <a:lnTo>
                    <a:pt x="1623034" y="984"/>
                  </a:lnTo>
                  <a:lnTo>
                    <a:pt x="1772879" y="984"/>
                  </a:lnTo>
                  <a:moveTo>
                    <a:pt x="1772879" y="66342"/>
                  </a:moveTo>
                  <a:lnTo>
                    <a:pt x="1733027" y="66342"/>
                  </a:lnTo>
                  <a:lnTo>
                    <a:pt x="1733027" y="141264"/>
                  </a:lnTo>
                </a:path>
              </a:pathLst>
            </a:custGeom>
            <a:noFill/>
            <a:ln w="159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grpSp>
          <p:nvGrpSpPr>
            <p:cNvPr id="239" name="グラフィックス 4">
              <a:extLst>
                <a:ext uri="{FF2B5EF4-FFF2-40B4-BE49-F238E27FC236}">
                  <a16:creationId xmlns:a16="http://schemas.microsoft.com/office/drawing/2014/main" id="{88C17F8E-1919-E230-BEF3-72648DB668EB}"/>
                </a:ext>
              </a:extLst>
            </p:cNvPr>
            <p:cNvGrpSpPr/>
            <p:nvPr/>
          </p:nvGrpSpPr>
          <p:grpSpPr>
            <a:xfrm>
              <a:off x="2936099" y="5576607"/>
              <a:ext cx="84503" cy="54195"/>
              <a:chOff x="2936099" y="5576607"/>
              <a:chExt cx="84503" cy="54195"/>
            </a:xfrm>
            <a:solidFill>
              <a:srgbClr val="FF80F8"/>
            </a:solidFill>
          </p:grpSpPr>
          <p:sp>
            <p:nvSpPr>
              <p:cNvPr id="240" name="フリーフォーム: 図形 239">
                <a:extLst>
                  <a:ext uri="{FF2B5EF4-FFF2-40B4-BE49-F238E27FC236}">
                    <a16:creationId xmlns:a16="http://schemas.microsoft.com/office/drawing/2014/main" id="{66532B95-8344-CDF3-8092-0BA6CFE5F3F7}"/>
                  </a:ext>
                </a:extLst>
              </p:cNvPr>
              <p:cNvSpPr/>
              <p:nvPr/>
            </p:nvSpPr>
            <p:spPr>
              <a:xfrm rot="5400000">
                <a:off x="2997088" y="5580985"/>
                <a:ext cx="1598" cy="45431"/>
              </a:xfrm>
              <a:custGeom>
                <a:avLst/>
                <a:gdLst>
                  <a:gd name="connsiteX0" fmla="*/ 902 w 1598"/>
                  <a:gd name="connsiteY0" fmla="*/ 1166 h 45431"/>
                  <a:gd name="connsiteX1" fmla="*/ 499 w 1598"/>
                  <a:gd name="connsiteY1" fmla="*/ 5948 h 45431"/>
                  <a:gd name="connsiteX2" fmla="*/ 499 w 1598"/>
                  <a:gd name="connsiteY2" fmla="*/ 45801 h 45431"/>
                  <a:gd name="connsiteX3" fmla="*/ 103 w 1598"/>
                  <a:gd name="connsiteY3" fmla="*/ 45801 h 45431"/>
                  <a:gd name="connsiteX4" fmla="*/ 103 w 1598"/>
                  <a:gd name="connsiteY4" fmla="*/ 46598 h 45431"/>
                  <a:gd name="connsiteX5" fmla="*/ 1702 w 1598"/>
                  <a:gd name="connsiteY5" fmla="*/ 46598 h 45431"/>
                  <a:gd name="connsiteX6" fmla="*/ 1702 w 1598"/>
                  <a:gd name="connsiteY6" fmla="*/ 45801 h 45431"/>
                  <a:gd name="connsiteX7" fmla="*/ 1298 w 1598"/>
                  <a:gd name="connsiteY7" fmla="*/ 45801 h 45431"/>
                  <a:gd name="connsiteX8" fmla="*/ 1298 w 1598"/>
                  <a:gd name="connsiteY8" fmla="*/ 5948 h 45431"/>
                  <a:gd name="connsiteX9" fmla="*/ 902 w 1598"/>
                  <a:gd name="connsiteY9" fmla="*/ 1166 h 45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98" h="45431">
                    <a:moveTo>
                      <a:pt x="902" y="1166"/>
                    </a:moveTo>
                    <a:cubicBezTo>
                      <a:pt x="504" y="3557"/>
                      <a:pt x="499" y="5948"/>
                      <a:pt x="499" y="5948"/>
                    </a:cubicBezTo>
                    <a:lnTo>
                      <a:pt x="499" y="45801"/>
                    </a:lnTo>
                    <a:lnTo>
                      <a:pt x="103" y="45801"/>
                    </a:lnTo>
                    <a:lnTo>
                      <a:pt x="103" y="46598"/>
                    </a:lnTo>
                    <a:lnTo>
                      <a:pt x="1702" y="46598"/>
                    </a:lnTo>
                    <a:lnTo>
                      <a:pt x="1702" y="45801"/>
                    </a:lnTo>
                    <a:lnTo>
                      <a:pt x="1298" y="45801"/>
                    </a:lnTo>
                    <a:lnTo>
                      <a:pt x="1298" y="5948"/>
                    </a:lnTo>
                    <a:cubicBezTo>
                      <a:pt x="1298" y="5948"/>
                      <a:pt x="1301" y="3557"/>
                      <a:pt x="902" y="1166"/>
                    </a:cubicBezTo>
                    <a:close/>
                  </a:path>
                </a:pathLst>
              </a:custGeom>
              <a:solidFill>
                <a:srgbClr val="FF80F8"/>
              </a:solidFill>
              <a:ln w="1591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41" name="フリーフォーム: 図形 240">
                <a:extLst>
                  <a:ext uri="{FF2B5EF4-FFF2-40B4-BE49-F238E27FC236}">
                    <a16:creationId xmlns:a16="http://schemas.microsoft.com/office/drawing/2014/main" id="{8AB179DD-E54A-E415-1CF8-25A3AC7043D1}"/>
                  </a:ext>
                </a:extLst>
              </p:cNvPr>
              <p:cNvSpPr/>
              <p:nvPr/>
            </p:nvSpPr>
            <p:spPr>
              <a:xfrm rot="5400000">
                <a:off x="2943275" y="5569432"/>
                <a:ext cx="54195" cy="68546"/>
              </a:xfrm>
              <a:custGeom>
                <a:avLst/>
                <a:gdLst>
                  <a:gd name="connsiteX0" fmla="*/ 14966 w 54195"/>
                  <a:gd name="connsiteY0" fmla="*/ 1164 h 68546"/>
                  <a:gd name="connsiteX1" fmla="*/ 11786 w 54195"/>
                  <a:gd name="connsiteY1" fmla="*/ 10729 h 68546"/>
                  <a:gd name="connsiteX2" fmla="*/ 11259 w 54195"/>
                  <a:gd name="connsiteY2" fmla="*/ 10729 h 68546"/>
                  <a:gd name="connsiteX3" fmla="*/ 9529 w 54195"/>
                  <a:gd name="connsiteY3" fmla="*/ 10729 h 68546"/>
                  <a:gd name="connsiteX4" fmla="*/ 7264 w 54195"/>
                  <a:gd name="connsiteY4" fmla="*/ 10729 h 68546"/>
                  <a:gd name="connsiteX5" fmla="*/ 4875 w 54195"/>
                  <a:gd name="connsiteY5" fmla="*/ 10729 h 68546"/>
                  <a:gd name="connsiteX6" fmla="*/ 4875 w 54195"/>
                  <a:gd name="connsiteY6" fmla="*/ 12323 h 68546"/>
                  <a:gd name="connsiteX7" fmla="*/ 4875 w 54195"/>
                  <a:gd name="connsiteY7" fmla="*/ 15511 h 68546"/>
                  <a:gd name="connsiteX8" fmla="*/ 3680 w 54195"/>
                  <a:gd name="connsiteY8" fmla="*/ 15511 h 68546"/>
                  <a:gd name="connsiteX9" fmla="*/ 3277 w 54195"/>
                  <a:gd name="connsiteY9" fmla="*/ 17105 h 68546"/>
                  <a:gd name="connsiteX10" fmla="*/ 4076 w 54195"/>
                  <a:gd name="connsiteY10" fmla="*/ 18699 h 68546"/>
                  <a:gd name="connsiteX11" fmla="*/ 4076 w 54195"/>
                  <a:gd name="connsiteY11" fmla="*/ 21887 h 68546"/>
                  <a:gd name="connsiteX12" fmla="*/ 888 w 54195"/>
                  <a:gd name="connsiteY12" fmla="*/ 21887 h 68546"/>
                  <a:gd name="connsiteX13" fmla="*/ 888 w 54195"/>
                  <a:gd name="connsiteY13" fmla="*/ 24278 h 68546"/>
                  <a:gd name="connsiteX14" fmla="*/ 1604 w 54195"/>
                  <a:gd name="connsiteY14" fmla="*/ 25076 h 68546"/>
                  <a:gd name="connsiteX15" fmla="*/ 896 w 54195"/>
                  <a:gd name="connsiteY15" fmla="*/ 25076 h 68546"/>
                  <a:gd name="connsiteX16" fmla="*/ 97 w 54195"/>
                  <a:gd name="connsiteY16" fmla="*/ 31452 h 68546"/>
                  <a:gd name="connsiteX17" fmla="*/ 97 w 54195"/>
                  <a:gd name="connsiteY17" fmla="*/ 69710 h 68546"/>
                  <a:gd name="connsiteX18" fmla="*/ 54293 w 54195"/>
                  <a:gd name="connsiteY18" fmla="*/ 69710 h 68546"/>
                  <a:gd name="connsiteX19" fmla="*/ 54293 w 54195"/>
                  <a:gd name="connsiteY19" fmla="*/ 31452 h 68546"/>
                  <a:gd name="connsiteX20" fmla="*/ 53494 w 54195"/>
                  <a:gd name="connsiteY20" fmla="*/ 25076 h 68546"/>
                  <a:gd name="connsiteX21" fmla="*/ 52777 w 54195"/>
                  <a:gd name="connsiteY21" fmla="*/ 25076 h 68546"/>
                  <a:gd name="connsiteX22" fmla="*/ 53494 w 54195"/>
                  <a:gd name="connsiteY22" fmla="*/ 24278 h 68546"/>
                  <a:gd name="connsiteX23" fmla="*/ 53494 w 54195"/>
                  <a:gd name="connsiteY23" fmla="*/ 24199 h 68546"/>
                  <a:gd name="connsiteX24" fmla="*/ 53494 w 54195"/>
                  <a:gd name="connsiteY24" fmla="*/ 21887 h 68546"/>
                  <a:gd name="connsiteX25" fmla="*/ 50306 w 54195"/>
                  <a:gd name="connsiteY25" fmla="*/ 21887 h 68546"/>
                  <a:gd name="connsiteX26" fmla="*/ 50306 w 54195"/>
                  <a:gd name="connsiteY26" fmla="*/ 18699 h 68546"/>
                  <a:gd name="connsiteX27" fmla="*/ 51105 w 54195"/>
                  <a:gd name="connsiteY27" fmla="*/ 17105 h 68546"/>
                  <a:gd name="connsiteX28" fmla="*/ 50701 w 54195"/>
                  <a:gd name="connsiteY28" fmla="*/ 15511 h 68546"/>
                  <a:gd name="connsiteX29" fmla="*/ 49507 w 54195"/>
                  <a:gd name="connsiteY29" fmla="*/ 15511 h 68546"/>
                  <a:gd name="connsiteX30" fmla="*/ 49507 w 54195"/>
                  <a:gd name="connsiteY30" fmla="*/ 12323 h 68546"/>
                  <a:gd name="connsiteX31" fmla="*/ 49515 w 54195"/>
                  <a:gd name="connsiteY31" fmla="*/ 12323 h 68546"/>
                  <a:gd name="connsiteX32" fmla="*/ 49515 w 54195"/>
                  <a:gd name="connsiteY32" fmla="*/ 10729 h 68546"/>
                  <a:gd name="connsiteX33" fmla="*/ 47126 w 54195"/>
                  <a:gd name="connsiteY33" fmla="*/ 10729 h 68546"/>
                  <a:gd name="connsiteX34" fmla="*/ 46665 w 54195"/>
                  <a:gd name="connsiteY34" fmla="*/ 10729 h 68546"/>
                  <a:gd name="connsiteX35" fmla="*/ 43131 w 54195"/>
                  <a:gd name="connsiteY35" fmla="*/ 10729 h 68546"/>
                  <a:gd name="connsiteX36" fmla="*/ 42670 w 54195"/>
                  <a:gd name="connsiteY36" fmla="*/ 10729 h 68546"/>
                  <a:gd name="connsiteX37" fmla="*/ 39490 w 54195"/>
                  <a:gd name="connsiteY37" fmla="*/ 1164 h 685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4195" h="68546">
                    <a:moveTo>
                      <a:pt x="14966" y="1164"/>
                    </a:moveTo>
                    <a:lnTo>
                      <a:pt x="11786" y="10729"/>
                    </a:lnTo>
                    <a:lnTo>
                      <a:pt x="11259" y="10729"/>
                    </a:lnTo>
                    <a:lnTo>
                      <a:pt x="9529" y="10729"/>
                    </a:lnTo>
                    <a:lnTo>
                      <a:pt x="7264" y="10729"/>
                    </a:lnTo>
                    <a:lnTo>
                      <a:pt x="4875" y="10729"/>
                    </a:lnTo>
                    <a:lnTo>
                      <a:pt x="4875" y="12323"/>
                    </a:lnTo>
                    <a:lnTo>
                      <a:pt x="4875" y="15511"/>
                    </a:lnTo>
                    <a:lnTo>
                      <a:pt x="3680" y="15511"/>
                    </a:lnTo>
                    <a:lnTo>
                      <a:pt x="3277" y="17105"/>
                    </a:lnTo>
                    <a:lnTo>
                      <a:pt x="4076" y="18699"/>
                    </a:lnTo>
                    <a:lnTo>
                      <a:pt x="4076" y="21887"/>
                    </a:lnTo>
                    <a:lnTo>
                      <a:pt x="888" y="21887"/>
                    </a:lnTo>
                    <a:lnTo>
                      <a:pt x="888" y="24278"/>
                    </a:lnTo>
                    <a:cubicBezTo>
                      <a:pt x="888" y="24693"/>
                      <a:pt x="1201" y="25028"/>
                      <a:pt x="1604" y="25076"/>
                    </a:cubicBezTo>
                    <a:lnTo>
                      <a:pt x="896" y="25076"/>
                    </a:lnTo>
                    <a:cubicBezTo>
                      <a:pt x="896" y="25076"/>
                      <a:pt x="93" y="25076"/>
                      <a:pt x="97" y="31452"/>
                    </a:cubicBezTo>
                    <a:lnTo>
                      <a:pt x="97" y="69710"/>
                    </a:lnTo>
                    <a:lnTo>
                      <a:pt x="54293" y="69710"/>
                    </a:lnTo>
                    <a:lnTo>
                      <a:pt x="54293" y="31452"/>
                    </a:lnTo>
                    <a:cubicBezTo>
                      <a:pt x="54289" y="25076"/>
                      <a:pt x="53494" y="25076"/>
                      <a:pt x="53494" y="25076"/>
                    </a:cubicBezTo>
                    <a:lnTo>
                      <a:pt x="52777" y="25076"/>
                    </a:lnTo>
                    <a:cubicBezTo>
                      <a:pt x="53180" y="25028"/>
                      <a:pt x="53494" y="24693"/>
                      <a:pt x="53494" y="24278"/>
                    </a:cubicBezTo>
                    <a:cubicBezTo>
                      <a:pt x="53494" y="24247"/>
                      <a:pt x="53497" y="24215"/>
                      <a:pt x="53494" y="24199"/>
                    </a:cubicBezTo>
                    <a:lnTo>
                      <a:pt x="53494" y="21887"/>
                    </a:lnTo>
                    <a:lnTo>
                      <a:pt x="50306" y="21887"/>
                    </a:lnTo>
                    <a:lnTo>
                      <a:pt x="50306" y="18699"/>
                    </a:lnTo>
                    <a:lnTo>
                      <a:pt x="51105" y="17105"/>
                    </a:lnTo>
                    <a:lnTo>
                      <a:pt x="50701" y="15511"/>
                    </a:lnTo>
                    <a:lnTo>
                      <a:pt x="49507" y="15511"/>
                    </a:lnTo>
                    <a:lnTo>
                      <a:pt x="49507" y="12323"/>
                    </a:lnTo>
                    <a:lnTo>
                      <a:pt x="49515" y="12323"/>
                    </a:lnTo>
                    <a:lnTo>
                      <a:pt x="49515" y="10729"/>
                    </a:lnTo>
                    <a:lnTo>
                      <a:pt x="47126" y="10729"/>
                    </a:lnTo>
                    <a:lnTo>
                      <a:pt x="46665" y="10729"/>
                    </a:lnTo>
                    <a:lnTo>
                      <a:pt x="43131" y="10729"/>
                    </a:lnTo>
                    <a:lnTo>
                      <a:pt x="42670" y="10729"/>
                    </a:lnTo>
                    <a:lnTo>
                      <a:pt x="39490" y="1164"/>
                    </a:lnTo>
                    <a:close/>
                  </a:path>
                </a:pathLst>
              </a:custGeom>
              <a:solidFill>
                <a:srgbClr val="FF80F8"/>
              </a:solidFill>
              <a:ln w="1591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sp>
          <p:nvSpPr>
            <p:cNvPr id="242" name="フリーフォーム: 図形 241">
              <a:extLst>
                <a:ext uri="{FF2B5EF4-FFF2-40B4-BE49-F238E27FC236}">
                  <a16:creationId xmlns:a16="http://schemas.microsoft.com/office/drawing/2014/main" id="{B248CF69-510D-59A0-CFE7-76104E6B8702}"/>
                </a:ext>
              </a:extLst>
            </p:cNvPr>
            <p:cNvSpPr/>
            <p:nvPr/>
          </p:nvSpPr>
          <p:spPr>
            <a:xfrm>
              <a:off x="4927493" y="5566236"/>
              <a:ext cx="36680" cy="74938"/>
            </a:xfrm>
            <a:custGeom>
              <a:avLst/>
              <a:gdLst>
                <a:gd name="connsiteX0" fmla="*/ 415 w 36680"/>
                <a:gd name="connsiteY0" fmla="*/ 75915 h 74938"/>
                <a:gd name="connsiteX1" fmla="*/ 37096 w 36680"/>
                <a:gd name="connsiteY1" fmla="*/ 75915 h 74938"/>
                <a:gd name="connsiteX2" fmla="*/ 37096 w 36680"/>
                <a:gd name="connsiteY2" fmla="*/ 977 h 74938"/>
                <a:gd name="connsiteX3" fmla="*/ 415 w 36680"/>
                <a:gd name="connsiteY3" fmla="*/ 977 h 74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0" h="74938">
                  <a:moveTo>
                    <a:pt x="415" y="75915"/>
                  </a:moveTo>
                  <a:lnTo>
                    <a:pt x="37096" y="75915"/>
                  </a:lnTo>
                  <a:lnTo>
                    <a:pt x="37096" y="977"/>
                  </a:lnTo>
                  <a:lnTo>
                    <a:pt x="415" y="977"/>
                  </a:lnTo>
                </a:path>
              </a:pathLst>
            </a:custGeom>
            <a:noFill/>
            <a:ln w="159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47" name="フリーフォーム: 図形 246">
              <a:extLst>
                <a:ext uri="{FF2B5EF4-FFF2-40B4-BE49-F238E27FC236}">
                  <a16:creationId xmlns:a16="http://schemas.microsoft.com/office/drawing/2014/main" id="{0321A73E-1F41-04D8-C088-A55238109854}"/>
                </a:ext>
              </a:extLst>
            </p:cNvPr>
            <p:cNvSpPr/>
            <p:nvPr/>
          </p:nvSpPr>
          <p:spPr>
            <a:xfrm>
              <a:off x="2798981" y="5502464"/>
              <a:ext cx="135509" cy="293581"/>
            </a:xfrm>
            <a:custGeom>
              <a:avLst/>
              <a:gdLst>
                <a:gd name="connsiteX0" fmla="*/ 25963 w 135509"/>
                <a:gd name="connsiteY0" fmla="*/ 248158 h 293581"/>
                <a:gd name="connsiteX1" fmla="*/ 34670 w 135509"/>
                <a:gd name="connsiteY1" fmla="*/ 229841 h 293581"/>
                <a:gd name="connsiteX2" fmla="*/ 7313 w 135509"/>
                <a:gd name="connsiteY2" fmla="*/ 164085 h 293581"/>
                <a:gd name="connsiteX3" fmla="*/ 4009 w 135509"/>
                <a:gd name="connsiteY3" fmla="*/ 112372 h 293581"/>
                <a:gd name="connsiteX4" fmla="*/ 1482 w 135509"/>
                <a:gd name="connsiteY4" fmla="*/ 63083 h 293581"/>
                <a:gd name="connsiteX5" fmla="*/ 24761 w 135509"/>
                <a:gd name="connsiteY5" fmla="*/ 21238 h 293581"/>
                <a:gd name="connsiteX6" fmla="*/ 47888 w 135509"/>
                <a:gd name="connsiteY6" fmla="*/ 5950 h 293581"/>
                <a:gd name="connsiteX7" fmla="*/ 69402 w 135509"/>
                <a:gd name="connsiteY7" fmla="*/ 3591 h 293581"/>
                <a:gd name="connsiteX8" fmla="*/ 71139 w 135509"/>
                <a:gd name="connsiteY8" fmla="*/ 18894 h 293581"/>
                <a:gd name="connsiteX9" fmla="*/ 77696 w 135509"/>
                <a:gd name="connsiteY9" fmla="*/ 17778 h 293581"/>
                <a:gd name="connsiteX10" fmla="*/ 95507 w 135509"/>
                <a:gd name="connsiteY10" fmla="*/ 8453 h 293581"/>
                <a:gd name="connsiteX11" fmla="*/ 100868 w 135509"/>
                <a:gd name="connsiteY11" fmla="*/ 25255 h 293581"/>
                <a:gd name="connsiteX12" fmla="*/ 90299 w 135509"/>
                <a:gd name="connsiteY12" fmla="*/ 35042 h 293581"/>
                <a:gd name="connsiteX13" fmla="*/ 89974 w 135509"/>
                <a:gd name="connsiteY13" fmla="*/ 43093 h 293581"/>
                <a:gd name="connsiteX14" fmla="*/ 87946 w 135509"/>
                <a:gd name="connsiteY14" fmla="*/ 53550 h 293581"/>
                <a:gd name="connsiteX15" fmla="*/ 74173 w 135509"/>
                <a:gd name="connsiteY15" fmla="*/ 66829 h 293581"/>
                <a:gd name="connsiteX16" fmla="*/ 75214 w 135509"/>
                <a:gd name="connsiteY16" fmla="*/ 75517 h 293581"/>
                <a:gd name="connsiteX17" fmla="*/ 82945 w 135509"/>
                <a:gd name="connsiteY17" fmla="*/ 81367 h 293581"/>
                <a:gd name="connsiteX18" fmla="*/ 97764 w 135509"/>
                <a:gd name="connsiteY18" fmla="*/ 79295 h 293581"/>
                <a:gd name="connsiteX19" fmla="*/ 108507 w 135509"/>
                <a:gd name="connsiteY19" fmla="*/ 88014 h 293581"/>
                <a:gd name="connsiteX20" fmla="*/ 129212 w 135509"/>
                <a:gd name="connsiteY20" fmla="*/ 160785 h 293581"/>
                <a:gd name="connsiteX21" fmla="*/ 133756 w 135509"/>
                <a:gd name="connsiteY21" fmla="*/ 212705 h 293581"/>
                <a:gd name="connsiteX22" fmla="*/ 124703 w 135509"/>
                <a:gd name="connsiteY22" fmla="*/ 228981 h 293581"/>
                <a:gd name="connsiteX23" fmla="*/ 116332 w 135509"/>
                <a:gd name="connsiteY23" fmla="*/ 279274 h 293581"/>
                <a:gd name="connsiteX24" fmla="*/ 110418 w 135509"/>
                <a:gd name="connsiteY24" fmla="*/ 294179 h 293581"/>
                <a:gd name="connsiteX25" fmla="*/ 25963 w 135509"/>
                <a:gd name="connsiteY25" fmla="*/ 248158 h 293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5509" h="293581">
                  <a:moveTo>
                    <a:pt x="25963" y="248158"/>
                  </a:moveTo>
                  <a:cubicBezTo>
                    <a:pt x="25963" y="248158"/>
                    <a:pt x="43574" y="251616"/>
                    <a:pt x="34670" y="229841"/>
                  </a:cubicBezTo>
                  <a:cubicBezTo>
                    <a:pt x="25767" y="208066"/>
                    <a:pt x="10830" y="185191"/>
                    <a:pt x="7313" y="164085"/>
                  </a:cubicBezTo>
                  <a:cubicBezTo>
                    <a:pt x="3795" y="142963"/>
                    <a:pt x="5883" y="142820"/>
                    <a:pt x="4009" y="112372"/>
                  </a:cubicBezTo>
                  <a:cubicBezTo>
                    <a:pt x="2134" y="81941"/>
                    <a:pt x="-2181" y="76346"/>
                    <a:pt x="1482" y="63083"/>
                  </a:cubicBezTo>
                  <a:cubicBezTo>
                    <a:pt x="5144" y="49820"/>
                    <a:pt x="14267" y="33959"/>
                    <a:pt x="24761" y="21238"/>
                  </a:cubicBezTo>
                  <a:cubicBezTo>
                    <a:pt x="35256" y="8501"/>
                    <a:pt x="43115" y="10127"/>
                    <a:pt x="47888" y="5950"/>
                  </a:cubicBezTo>
                  <a:cubicBezTo>
                    <a:pt x="52662" y="1774"/>
                    <a:pt x="67274" y="-1526"/>
                    <a:pt x="69402" y="3591"/>
                  </a:cubicBezTo>
                  <a:cubicBezTo>
                    <a:pt x="71530" y="8708"/>
                    <a:pt x="74551" y="16631"/>
                    <a:pt x="71139" y="18894"/>
                  </a:cubicBezTo>
                  <a:cubicBezTo>
                    <a:pt x="67730" y="21142"/>
                    <a:pt x="71490" y="23470"/>
                    <a:pt x="77696" y="17778"/>
                  </a:cubicBezTo>
                  <a:cubicBezTo>
                    <a:pt x="83900" y="12103"/>
                    <a:pt x="89346" y="1917"/>
                    <a:pt x="95507" y="8453"/>
                  </a:cubicBezTo>
                  <a:cubicBezTo>
                    <a:pt x="101668" y="15005"/>
                    <a:pt x="102774" y="21556"/>
                    <a:pt x="100868" y="25255"/>
                  </a:cubicBezTo>
                  <a:cubicBezTo>
                    <a:pt x="98963" y="28937"/>
                    <a:pt x="93780" y="33193"/>
                    <a:pt x="90299" y="35042"/>
                  </a:cubicBezTo>
                  <a:cubicBezTo>
                    <a:pt x="86819" y="36892"/>
                    <a:pt x="88804" y="38661"/>
                    <a:pt x="89974" y="43093"/>
                  </a:cubicBezTo>
                  <a:cubicBezTo>
                    <a:pt x="91144" y="47540"/>
                    <a:pt x="92170" y="48624"/>
                    <a:pt x="87946" y="53550"/>
                  </a:cubicBezTo>
                  <a:cubicBezTo>
                    <a:pt x="83720" y="58476"/>
                    <a:pt x="76902" y="65537"/>
                    <a:pt x="74173" y="66829"/>
                  </a:cubicBezTo>
                  <a:cubicBezTo>
                    <a:pt x="71442" y="68136"/>
                    <a:pt x="74316" y="70177"/>
                    <a:pt x="75214" y="75517"/>
                  </a:cubicBezTo>
                  <a:cubicBezTo>
                    <a:pt x="76113" y="80841"/>
                    <a:pt x="78783" y="84173"/>
                    <a:pt x="82945" y="81367"/>
                  </a:cubicBezTo>
                  <a:cubicBezTo>
                    <a:pt x="87107" y="78562"/>
                    <a:pt x="89081" y="75278"/>
                    <a:pt x="97764" y="79295"/>
                  </a:cubicBezTo>
                  <a:cubicBezTo>
                    <a:pt x="106449" y="83296"/>
                    <a:pt x="107678" y="83089"/>
                    <a:pt x="108507" y="88014"/>
                  </a:cubicBezTo>
                  <a:cubicBezTo>
                    <a:pt x="109337" y="92924"/>
                    <a:pt x="125678" y="134833"/>
                    <a:pt x="129212" y="160785"/>
                  </a:cubicBezTo>
                  <a:cubicBezTo>
                    <a:pt x="132748" y="186737"/>
                    <a:pt x="138520" y="203459"/>
                    <a:pt x="133756" y="212705"/>
                  </a:cubicBezTo>
                  <a:cubicBezTo>
                    <a:pt x="128992" y="221934"/>
                    <a:pt x="127476" y="215447"/>
                    <a:pt x="124703" y="228981"/>
                  </a:cubicBezTo>
                  <a:cubicBezTo>
                    <a:pt x="121929" y="242498"/>
                    <a:pt x="116332" y="279274"/>
                    <a:pt x="116332" y="279274"/>
                  </a:cubicBezTo>
                  <a:cubicBezTo>
                    <a:pt x="116332" y="279274"/>
                    <a:pt x="112047" y="288839"/>
                    <a:pt x="110418" y="294179"/>
                  </a:cubicBezTo>
                  <a:cubicBezTo>
                    <a:pt x="108790" y="299503"/>
                    <a:pt x="25963" y="248158"/>
                    <a:pt x="25963" y="248158"/>
                  </a:cubicBezTo>
                  <a:close/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93" name="フリーフォーム: 図形 292">
              <a:extLst>
                <a:ext uri="{FF2B5EF4-FFF2-40B4-BE49-F238E27FC236}">
                  <a16:creationId xmlns:a16="http://schemas.microsoft.com/office/drawing/2014/main" id="{B8F7DC12-A70C-132A-F5E6-E835B8C1A3F0}"/>
                </a:ext>
              </a:extLst>
            </p:cNvPr>
            <p:cNvSpPr/>
            <p:nvPr/>
          </p:nvSpPr>
          <p:spPr>
            <a:xfrm>
              <a:off x="4837698" y="5567830"/>
              <a:ext cx="4217" cy="3187"/>
            </a:xfrm>
            <a:custGeom>
              <a:avLst/>
              <a:gdLst>
                <a:gd name="connsiteX0" fmla="*/ 397 w 4217"/>
                <a:gd name="connsiteY0" fmla="*/ 971 h 3187"/>
                <a:gd name="connsiteX1" fmla="*/ 397 w 4217"/>
                <a:gd name="connsiteY1" fmla="*/ 4159 h 3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17" h="3187">
                  <a:moveTo>
                    <a:pt x="397" y="971"/>
                  </a:moveTo>
                  <a:lnTo>
                    <a:pt x="397" y="4159"/>
                  </a:lnTo>
                </a:path>
              </a:pathLst>
            </a:custGeom>
            <a:noFill/>
            <a:ln w="159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94" name="フリーフォーム: 図形 293">
              <a:extLst>
                <a:ext uri="{FF2B5EF4-FFF2-40B4-BE49-F238E27FC236}">
                  <a16:creationId xmlns:a16="http://schemas.microsoft.com/office/drawing/2014/main" id="{00AD5005-17FA-A3B5-6355-61EAB62200EA}"/>
                </a:ext>
              </a:extLst>
            </p:cNvPr>
            <p:cNvSpPr/>
            <p:nvPr/>
          </p:nvSpPr>
          <p:spPr>
            <a:xfrm>
              <a:off x="4837698" y="5636376"/>
              <a:ext cx="4217" cy="3188"/>
            </a:xfrm>
            <a:custGeom>
              <a:avLst/>
              <a:gdLst>
                <a:gd name="connsiteX0" fmla="*/ 397 w 4217"/>
                <a:gd name="connsiteY0" fmla="*/ 983 h 3188"/>
                <a:gd name="connsiteX1" fmla="*/ 397 w 4217"/>
                <a:gd name="connsiteY1" fmla="*/ 4171 h 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17" h="3188">
                  <a:moveTo>
                    <a:pt x="397" y="983"/>
                  </a:moveTo>
                  <a:lnTo>
                    <a:pt x="397" y="4171"/>
                  </a:lnTo>
                </a:path>
              </a:pathLst>
            </a:custGeom>
            <a:noFill/>
            <a:ln w="159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95" name="フリーフォーム: 図形 294">
              <a:extLst>
                <a:ext uri="{FF2B5EF4-FFF2-40B4-BE49-F238E27FC236}">
                  <a16:creationId xmlns:a16="http://schemas.microsoft.com/office/drawing/2014/main" id="{C0875693-611A-4B8A-1001-F21928AD2E54}"/>
                </a:ext>
              </a:extLst>
            </p:cNvPr>
            <p:cNvSpPr/>
            <p:nvPr/>
          </p:nvSpPr>
          <p:spPr>
            <a:xfrm>
              <a:off x="3065059" y="5571831"/>
              <a:ext cx="1" cy="3172"/>
            </a:xfrm>
            <a:custGeom>
              <a:avLst/>
              <a:gdLst>
                <a:gd name="connsiteX0" fmla="*/ 89 w 1"/>
                <a:gd name="connsiteY0" fmla="*/ 4144 h 3172"/>
                <a:gd name="connsiteX1" fmla="*/ 87 w 1"/>
                <a:gd name="connsiteY1" fmla="*/ 972 h 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" h="3172">
                  <a:moveTo>
                    <a:pt x="89" y="4144"/>
                  </a:moveTo>
                  <a:lnTo>
                    <a:pt x="87" y="972"/>
                  </a:lnTo>
                </a:path>
              </a:pathLst>
            </a:custGeom>
            <a:noFill/>
            <a:ln w="159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96" name="フリーフォーム: 図形 295">
              <a:extLst>
                <a:ext uri="{FF2B5EF4-FFF2-40B4-BE49-F238E27FC236}">
                  <a16:creationId xmlns:a16="http://schemas.microsoft.com/office/drawing/2014/main" id="{E929BFE9-2F74-3E96-F29B-BAB6828F48E8}"/>
                </a:ext>
              </a:extLst>
            </p:cNvPr>
            <p:cNvSpPr/>
            <p:nvPr/>
          </p:nvSpPr>
          <p:spPr>
            <a:xfrm>
              <a:off x="3065059" y="5632390"/>
              <a:ext cx="1" cy="3188"/>
            </a:xfrm>
            <a:custGeom>
              <a:avLst/>
              <a:gdLst>
                <a:gd name="connsiteX0" fmla="*/ 87 w 1"/>
                <a:gd name="connsiteY0" fmla="*/ 4171 h 3188"/>
                <a:gd name="connsiteX1" fmla="*/ 89 w 1"/>
                <a:gd name="connsiteY1" fmla="*/ 982 h 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" h="3188">
                  <a:moveTo>
                    <a:pt x="87" y="4171"/>
                  </a:moveTo>
                  <a:lnTo>
                    <a:pt x="89" y="982"/>
                  </a:lnTo>
                </a:path>
              </a:pathLst>
            </a:custGeom>
            <a:noFill/>
            <a:ln w="159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grpSp>
        <p:nvGrpSpPr>
          <p:cNvPr id="355" name="グループ化 354">
            <a:extLst>
              <a:ext uri="{FF2B5EF4-FFF2-40B4-BE49-F238E27FC236}">
                <a16:creationId xmlns:a16="http://schemas.microsoft.com/office/drawing/2014/main" id="{9B25C3B0-3D0A-E42F-6A60-2D1B4369F9CD}"/>
              </a:ext>
            </a:extLst>
          </p:cNvPr>
          <p:cNvGrpSpPr/>
          <p:nvPr/>
        </p:nvGrpSpPr>
        <p:grpSpPr>
          <a:xfrm>
            <a:off x="2633580" y="6430212"/>
            <a:ext cx="2709064" cy="422005"/>
            <a:chOff x="2633580" y="6430212"/>
            <a:chExt cx="2709064" cy="422005"/>
          </a:xfrm>
        </p:grpSpPr>
        <p:sp>
          <p:nvSpPr>
            <p:cNvPr id="281" name="フリーフォーム: 図形 280">
              <a:extLst>
                <a:ext uri="{FF2B5EF4-FFF2-40B4-BE49-F238E27FC236}">
                  <a16:creationId xmlns:a16="http://schemas.microsoft.com/office/drawing/2014/main" id="{4398535B-B5E0-32D4-0C37-9A8ECCAE1371}"/>
                </a:ext>
              </a:extLst>
            </p:cNvPr>
            <p:cNvSpPr/>
            <p:nvPr/>
          </p:nvSpPr>
          <p:spPr>
            <a:xfrm>
              <a:off x="2845564" y="6514723"/>
              <a:ext cx="138832" cy="295533"/>
            </a:xfrm>
            <a:custGeom>
              <a:avLst/>
              <a:gdLst>
                <a:gd name="connsiteX0" fmla="*/ 61 w 138832"/>
                <a:gd name="connsiteY0" fmla="*/ 227938 h 295533"/>
                <a:gd name="connsiteX1" fmla="*/ 13712 w 138832"/>
                <a:gd name="connsiteY1" fmla="*/ 212922 h 295533"/>
                <a:gd name="connsiteX2" fmla="*/ 6615 w 138832"/>
                <a:gd name="connsiteY2" fmla="*/ 142064 h 295533"/>
                <a:gd name="connsiteX3" fmla="*/ 18457 w 138832"/>
                <a:gd name="connsiteY3" fmla="*/ 91627 h 295533"/>
                <a:gd name="connsiteX4" fmla="*/ 30343 w 138832"/>
                <a:gd name="connsiteY4" fmla="*/ 43724 h 295533"/>
                <a:gd name="connsiteX5" fmla="*/ 64767 w 138832"/>
                <a:gd name="connsiteY5" fmla="*/ 10424 h 295533"/>
                <a:gd name="connsiteX6" fmla="*/ 91333 w 138832"/>
                <a:gd name="connsiteY6" fmla="*/ 2517 h 295533"/>
                <a:gd name="connsiteX7" fmla="*/ 112608 w 138832"/>
                <a:gd name="connsiteY7" fmla="*/ 6502 h 295533"/>
                <a:gd name="connsiteX8" fmla="*/ 109831 w 138832"/>
                <a:gd name="connsiteY8" fmla="*/ 21646 h 295533"/>
                <a:gd name="connsiteX9" fmla="*/ 116426 w 138832"/>
                <a:gd name="connsiteY9" fmla="*/ 22491 h 295533"/>
                <a:gd name="connsiteX10" fmla="*/ 136176 w 138832"/>
                <a:gd name="connsiteY10" fmla="*/ 18729 h 295533"/>
                <a:gd name="connsiteX11" fmla="*/ 136433 w 138832"/>
                <a:gd name="connsiteY11" fmla="*/ 36359 h 295533"/>
                <a:gd name="connsiteX12" fmla="*/ 123478 w 138832"/>
                <a:gd name="connsiteY12" fmla="*/ 42656 h 295533"/>
                <a:gd name="connsiteX13" fmla="*/ 120827 w 138832"/>
                <a:gd name="connsiteY13" fmla="*/ 50276 h 295533"/>
                <a:gd name="connsiteX14" fmla="*/ 115852 w 138832"/>
                <a:gd name="connsiteY14" fmla="*/ 59697 h 295533"/>
                <a:gd name="connsiteX15" fmla="*/ 98817 w 138832"/>
                <a:gd name="connsiteY15" fmla="*/ 68401 h 295533"/>
                <a:gd name="connsiteX16" fmla="*/ 97298 w 138832"/>
                <a:gd name="connsiteY16" fmla="*/ 77009 h 295533"/>
                <a:gd name="connsiteX17" fmla="*/ 102995 w 138832"/>
                <a:gd name="connsiteY17" fmla="*/ 84852 h 295533"/>
                <a:gd name="connsiteX18" fmla="*/ 117781 w 138832"/>
                <a:gd name="connsiteY18" fmla="*/ 87164 h 295533"/>
                <a:gd name="connsiteX19" fmla="*/ 125529 w 138832"/>
                <a:gd name="connsiteY19" fmla="*/ 98641 h 295533"/>
                <a:gd name="connsiteX20" fmla="*/ 124222 w 138832"/>
                <a:gd name="connsiteY20" fmla="*/ 174297 h 295533"/>
                <a:gd name="connsiteX21" fmla="*/ 113507 w 138832"/>
                <a:gd name="connsiteY21" fmla="*/ 225276 h 295533"/>
                <a:gd name="connsiteX22" fmla="*/ 100120 w 138832"/>
                <a:gd name="connsiteY22" fmla="*/ 238236 h 295533"/>
                <a:gd name="connsiteX23" fmla="*/ 77514 w 138832"/>
                <a:gd name="connsiteY23" fmla="*/ 283939 h 295533"/>
                <a:gd name="connsiteX24" fmla="*/ 67530 w 138832"/>
                <a:gd name="connsiteY24" fmla="*/ 296485 h 295533"/>
                <a:gd name="connsiteX25" fmla="*/ 61 w 138832"/>
                <a:gd name="connsiteY25" fmla="*/ 227938 h 295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8832" h="295533">
                  <a:moveTo>
                    <a:pt x="61" y="227938"/>
                  </a:moveTo>
                  <a:cubicBezTo>
                    <a:pt x="61" y="227938"/>
                    <a:pt x="15915" y="236355"/>
                    <a:pt x="13712" y="212922"/>
                  </a:cubicBezTo>
                  <a:cubicBezTo>
                    <a:pt x="11508" y="189505"/>
                    <a:pt x="3850" y="163298"/>
                    <a:pt x="6615" y="142064"/>
                  </a:cubicBezTo>
                  <a:cubicBezTo>
                    <a:pt x="9377" y="120831"/>
                    <a:pt x="11418" y="121309"/>
                    <a:pt x="18457" y="91627"/>
                  </a:cubicBezTo>
                  <a:cubicBezTo>
                    <a:pt x="25497" y="61961"/>
                    <a:pt x="22991" y="55345"/>
                    <a:pt x="30343" y="43724"/>
                  </a:cubicBezTo>
                  <a:cubicBezTo>
                    <a:pt x="37696" y="32103"/>
                    <a:pt x="51031" y="19558"/>
                    <a:pt x="64767" y="10424"/>
                  </a:cubicBezTo>
                  <a:cubicBezTo>
                    <a:pt x="78504" y="1290"/>
                    <a:pt x="85553" y="5131"/>
                    <a:pt x="91333" y="2517"/>
                  </a:cubicBezTo>
                  <a:cubicBezTo>
                    <a:pt x="97113" y="-97"/>
                    <a:pt x="112056" y="987"/>
                    <a:pt x="112608" y="6502"/>
                  </a:cubicBezTo>
                  <a:cubicBezTo>
                    <a:pt x="113158" y="12018"/>
                    <a:pt x="113751" y="20467"/>
                    <a:pt x="109831" y="21646"/>
                  </a:cubicBezTo>
                  <a:cubicBezTo>
                    <a:pt x="105911" y="22810"/>
                    <a:pt x="108838" y="26125"/>
                    <a:pt x="116426" y="22491"/>
                  </a:cubicBezTo>
                  <a:cubicBezTo>
                    <a:pt x="124012" y="18856"/>
                    <a:pt x="132180" y="10679"/>
                    <a:pt x="136176" y="18729"/>
                  </a:cubicBezTo>
                  <a:cubicBezTo>
                    <a:pt x="140173" y="26779"/>
                    <a:pt x="139328" y="33379"/>
                    <a:pt x="136433" y="36359"/>
                  </a:cubicBezTo>
                  <a:cubicBezTo>
                    <a:pt x="133538" y="39341"/>
                    <a:pt x="127345" y="41891"/>
                    <a:pt x="123478" y="42656"/>
                  </a:cubicBezTo>
                  <a:cubicBezTo>
                    <a:pt x="119611" y="43422"/>
                    <a:pt x="120996" y="45685"/>
                    <a:pt x="120827" y="50276"/>
                  </a:cubicBezTo>
                  <a:cubicBezTo>
                    <a:pt x="120659" y="54867"/>
                    <a:pt x="121324" y="56206"/>
                    <a:pt x="115852" y="59697"/>
                  </a:cubicBezTo>
                  <a:cubicBezTo>
                    <a:pt x="110378" y="63188"/>
                    <a:pt x="101808" y="67955"/>
                    <a:pt x="98817" y="68401"/>
                  </a:cubicBezTo>
                  <a:cubicBezTo>
                    <a:pt x="95827" y="68863"/>
                    <a:pt x="97983" y="71653"/>
                    <a:pt x="97298" y="77009"/>
                  </a:cubicBezTo>
                  <a:cubicBezTo>
                    <a:pt x="96613" y="82365"/>
                    <a:pt x="98197" y="86335"/>
                    <a:pt x="102995" y="84852"/>
                  </a:cubicBezTo>
                  <a:cubicBezTo>
                    <a:pt x="107794" y="83386"/>
                    <a:pt x="110636" y="80803"/>
                    <a:pt x="117781" y="87164"/>
                  </a:cubicBezTo>
                  <a:cubicBezTo>
                    <a:pt x="124925" y="93524"/>
                    <a:pt x="126162" y="93683"/>
                    <a:pt x="125529" y="98641"/>
                  </a:cubicBezTo>
                  <a:cubicBezTo>
                    <a:pt x="124895" y="103583"/>
                    <a:pt x="128372" y="148424"/>
                    <a:pt x="124222" y="174297"/>
                  </a:cubicBezTo>
                  <a:cubicBezTo>
                    <a:pt x="120074" y="200153"/>
                    <a:pt x="120744" y="217831"/>
                    <a:pt x="113507" y="225276"/>
                  </a:cubicBezTo>
                  <a:cubicBezTo>
                    <a:pt x="106270" y="232736"/>
                    <a:pt x="106702" y="226089"/>
                    <a:pt x="100120" y="238236"/>
                  </a:cubicBezTo>
                  <a:cubicBezTo>
                    <a:pt x="93539" y="250383"/>
                    <a:pt x="77514" y="283939"/>
                    <a:pt x="77514" y="283939"/>
                  </a:cubicBezTo>
                  <a:cubicBezTo>
                    <a:pt x="77514" y="283939"/>
                    <a:pt x="70635" y="291846"/>
                    <a:pt x="67530" y="296485"/>
                  </a:cubicBezTo>
                  <a:cubicBezTo>
                    <a:pt x="64423" y="301107"/>
                    <a:pt x="61" y="227938"/>
                    <a:pt x="61" y="227938"/>
                  </a:cubicBezTo>
                  <a:close/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grpSp>
          <p:nvGrpSpPr>
            <p:cNvPr id="282" name="グラフィックス 4">
              <a:extLst>
                <a:ext uri="{FF2B5EF4-FFF2-40B4-BE49-F238E27FC236}">
                  <a16:creationId xmlns:a16="http://schemas.microsoft.com/office/drawing/2014/main" id="{A8E2F19D-85A0-D1FF-0EAE-C6F1E23072C7}"/>
                </a:ext>
              </a:extLst>
            </p:cNvPr>
            <p:cNvGrpSpPr/>
            <p:nvPr/>
          </p:nvGrpSpPr>
          <p:grpSpPr>
            <a:xfrm>
              <a:off x="5258141" y="6614109"/>
              <a:ext cx="84503" cy="54195"/>
              <a:chOff x="5258141" y="6614109"/>
              <a:chExt cx="84503" cy="54195"/>
            </a:xfrm>
            <a:solidFill>
              <a:srgbClr val="FF80F8"/>
            </a:solidFill>
          </p:grpSpPr>
          <p:sp>
            <p:nvSpPr>
              <p:cNvPr id="283" name="フリーフォーム: 図形 282">
                <a:extLst>
                  <a:ext uri="{FF2B5EF4-FFF2-40B4-BE49-F238E27FC236}">
                    <a16:creationId xmlns:a16="http://schemas.microsoft.com/office/drawing/2014/main" id="{F4B8793A-B3B7-40B0-38C1-B0847488F6FD}"/>
                  </a:ext>
                </a:extLst>
              </p:cNvPr>
              <p:cNvSpPr/>
              <p:nvPr/>
            </p:nvSpPr>
            <p:spPr>
              <a:xfrm rot="5400000">
                <a:off x="5319129" y="6618487"/>
                <a:ext cx="1598" cy="45431"/>
              </a:xfrm>
              <a:custGeom>
                <a:avLst/>
                <a:gdLst>
                  <a:gd name="connsiteX0" fmla="*/ 1453 w 1598"/>
                  <a:gd name="connsiteY0" fmla="*/ 1412 h 45431"/>
                  <a:gd name="connsiteX1" fmla="*/ 1049 w 1598"/>
                  <a:gd name="connsiteY1" fmla="*/ 6194 h 45431"/>
                  <a:gd name="connsiteX2" fmla="*/ 1049 w 1598"/>
                  <a:gd name="connsiteY2" fmla="*/ 46047 h 45431"/>
                  <a:gd name="connsiteX3" fmla="*/ 654 w 1598"/>
                  <a:gd name="connsiteY3" fmla="*/ 46047 h 45431"/>
                  <a:gd name="connsiteX4" fmla="*/ 654 w 1598"/>
                  <a:gd name="connsiteY4" fmla="*/ 46844 h 45431"/>
                  <a:gd name="connsiteX5" fmla="*/ 2252 w 1598"/>
                  <a:gd name="connsiteY5" fmla="*/ 46844 h 45431"/>
                  <a:gd name="connsiteX6" fmla="*/ 2252 w 1598"/>
                  <a:gd name="connsiteY6" fmla="*/ 46047 h 45431"/>
                  <a:gd name="connsiteX7" fmla="*/ 1848 w 1598"/>
                  <a:gd name="connsiteY7" fmla="*/ 46047 h 45431"/>
                  <a:gd name="connsiteX8" fmla="*/ 1848 w 1598"/>
                  <a:gd name="connsiteY8" fmla="*/ 6194 h 45431"/>
                  <a:gd name="connsiteX9" fmla="*/ 1453 w 1598"/>
                  <a:gd name="connsiteY9" fmla="*/ 1412 h 45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98" h="45431">
                    <a:moveTo>
                      <a:pt x="1453" y="1412"/>
                    </a:moveTo>
                    <a:cubicBezTo>
                      <a:pt x="1054" y="3803"/>
                      <a:pt x="1049" y="6194"/>
                      <a:pt x="1049" y="6194"/>
                    </a:cubicBezTo>
                    <a:lnTo>
                      <a:pt x="1049" y="46047"/>
                    </a:lnTo>
                    <a:lnTo>
                      <a:pt x="654" y="46047"/>
                    </a:lnTo>
                    <a:lnTo>
                      <a:pt x="654" y="46844"/>
                    </a:lnTo>
                    <a:lnTo>
                      <a:pt x="2252" y="46844"/>
                    </a:lnTo>
                    <a:lnTo>
                      <a:pt x="2252" y="46047"/>
                    </a:lnTo>
                    <a:lnTo>
                      <a:pt x="1848" y="46047"/>
                    </a:lnTo>
                    <a:lnTo>
                      <a:pt x="1848" y="6194"/>
                    </a:lnTo>
                    <a:cubicBezTo>
                      <a:pt x="1848" y="6194"/>
                      <a:pt x="1851" y="3803"/>
                      <a:pt x="1453" y="1412"/>
                    </a:cubicBezTo>
                    <a:close/>
                  </a:path>
                </a:pathLst>
              </a:custGeom>
              <a:solidFill>
                <a:srgbClr val="FF80F8"/>
              </a:solidFill>
              <a:ln w="1591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84" name="フリーフォーム: 図形 283">
                <a:extLst>
                  <a:ext uri="{FF2B5EF4-FFF2-40B4-BE49-F238E27FC236}">
                    <a16:creationId xmlns:a16="http://schemas.microsoft.com/office/drawing/2014/main" id="{D51F9F14-5025-0AF7-EC06-C1C9886D90EA}"/>
                  </a:ext>
                </a:extLst>
              </p:cNvPr>
              <p:cNvSpPr/>
              <p:nvPr/>
            </p:nvSpPr>
            <p:spPr>
              <a:xfrm rot="5400000">
                <a:off x="5265316" y="6606934"/>
                <a:ext cx="54195" cy="68546"/>
              </a:xfrm>
              <a:custGeom>
                <a:avLst/>
                <a:gdLst>
                  <a:gd name="connsiteX0" fmla="*/ 15517 w 54195"/>
                  <a:gd name="connsiteY0" fmla="*/ 1410 h 68546"/>
                  <a:gd name="connsiteX1" fmla="*/ 12337 w 54195"/>
                  <a:gd name="connsiteY1" fmla="*/ 10975 h 68546"/>
                  <a:gd name="connsiteX2" fmla="*/ 11810 w 54195"/>
                  <a:gd name="connsiteY2" fmla="*/ 10975 h 68546"/>
                  <a:gd name="connsiteX3" fmla="*/ 10080 w 54195"/>
                  <a:gd name="connsiteY3" fmla="*/ 10975 h 68546"/>
                  <a:gd name="connsiteX4" fmla="*/ 7814 w 54195"/>
                  <a:gd name="connsiteY4" fmla="*/ 10975 h 68546"/>
                  <a:gd name="connsiteX5" fmla="*/ 5425 w 54195"/>
                  <a:gd name="connsiteY5" fmla="*/ 10975 h 68546"/>
                  <a:gd name="connsiteX6" fmla="*/ 5425 w 54195"/>
                  <a:gd name="connsiteY6" fmla="*/ 12569 h 68546"/>
                  <a:gd name="connsiteX7" fmla="*/ 5425 w 54195"/>
                  <a:gd name="connsiteY7" fmla="*/ 15757 h 68546"/>
                  <a:gd name="connsiteX8" fmla="*/ 4231 w 54195"/>
                  <a:gd name="connsiteY8" fmla="*/ 15757 h 68546"/>
                  <a:gd name="connsiteX9" fmla="*/ 3827 w 54195"/>
                  <a:gd name="connsiteY9" fmla="*/ 17351 h 68546"/>
                  <a:gd name="connsiteX10" fmla="*/ 4626 w 54195"/>
                  <a:gd name="connsiteY10" fmla="*/ 18945 h 68546"/>
                  <a:gd name="connsiteX11" fmla="*/ 4626 w 54195"/>
                  <a:gd name="connsiteY11" fmla="*/ 22133 h 68546"/>
                  <a:gd name="connsiteX12" fmla="*/ 1438 w 54195"/>
                  <a:gd name="connsiteY12" fmla="*/ 22133 h 68546"/>
                  <a:gd name="connsiteX13" fmla="*/ 1438 w 54195"/>
                  <a:gd name="connsiteY13" fmla="*/ 24524 h 68546"/>
                  <a:gd name="connsiteX14" fmla="*/ 2155 w 54195"/>
                  <a:gd name="connsiteY14" fmla="*/ 25322 h 68546"/>
                  <a:gd name="connsiteX15" fmla="*/ 1447 w 54195"/>
                  <a:gd name="connsiteY15" fmla="*/ 25322 h 68546"/>
                  <a:gd name="connsiteX16" fmla="*/ 647 w 54195"/>
                  <a:gd name="connsiteY16" fmla="*/ 31698 h 68546"/>
                  <a:gd name="connsiteX17" fmla="*/ 647 w 54195"/>
                  <a:gd name="connsiteY17" fmla="*/ 69956 h 68546"/>
                  <a:gd name="connsiteX18" fmla="*/ 54843 w 54195"/>
                  <a:gd name="connsiteY18" fmla="*/ 69956 h 68546"/>
                  <a:gd name="connsiteX19" fmla="*/ 54843 w 54195"/>
                  <a:gd name="connsiteY19" fmla="*/ 31698 h 68546"/>
                  <a:gd name="connsiteX20" fmla="*/ 54044 w 54195"/>
                  <a:gd name="connsiteY20" fmla="*/ 25322 h 68546"/>
                  <a:gd name="connsiteX21" fmla="*/ 53328 w 54195"/>
                  <a:gd name="connsiteY21" fmla="*/ 25322 h 68546"/>
                  <a:gd name="connsiteX22" fmla="*/ 54044 w 54195"/>
                  <a:gd name="connsiteY22" fmla="*/ 24524 h 68546"/>
                  <a:gd name="connsiteX23" fmla="*/ 54044 w 54195"/>
                  <a:gd name="connsiteY23" fmla="*/ 24445 h 68546"/>
                  <a:gd name="connsiteX24" fmla="*/ 54044 w 54195"/>
                  <a:gd name="connsiteY24" fmla="*/ 22133 h 68546"/>
                  <a:gd name="connsiteX25" fmla="*/ 50856 w 54195"/>
                  <a:gd name="connsiteY25" fmla="*/ 22133 h 68546"/>
                  <a:gd name="connsiteX26" fmla="*/ 50856 w 54195"/>
                  <a:gd name="connsiteY26" fmla="*/ 18945 h 68546"/>
                  <a:gd name="connsiteX27" fmla="*/ 51656 w 54195"/>
                  <a:gd name="connsiteY27" fmla="*/ 17351 h 68546"/>
                  <a:gd name="connsiteX28" fmla="*/ 51252 w 54195"/>
                  <a:gd name="connsiteY28" fmla="*/ 15757 h 68546"/>
                  <a:gd name="connsiteX29" fmla="*/ 50057 w 54195"/>
                  <a:gd name="connsiteY29" fmla="*/ 15757 h 68546"/>
                  <a:gd name="connsiteX30" fmla="*/ 50057 w 54195"/>
                  <a:gd name="connsiteY30" fmla="*/ 12569 h 68546"/>
                  <a:gd name="connsiteX31" fmla="*/ 50066 w 54195"/>
                  <a:gd name="connsiteY31" fmla="*/ 12569 h 68546"/>
                  <a:gd name="connsiteX32" fmla="*/ 50066 w 54195"/>
                  <a:gd name="connsiteY32" fmla="*/ 10975 h 68546"/>
                  <a:gd name="connsiteX33" fmla="*/ 47677 w 54195"/>
                  <a:gd name="connsiteY33" fmla="*/ 10975 h 68546"/>
                  <a:gd name="connsiteX34" fmla="*/ 47215 w 54195"/>
                  <a:gd name="connsiteY34" fmla="*/ 10975 h 68546"/>
                  <a:gd name="connsiteX35" fmla="*/ 43681 w 54195"/>
                  <a:gd name="connsiteY35" fmla="*/ 10975 h 68546"/>
                  <a:gd name="connsiteX36" fmla="*/ 43220 w 54195"/>
                  <a:gd name="connsiteY36" fmla="*/ 10975 h 68546"/>
                  <a:gd name="connsiteX37" fmla="*/ 40040 w 54195"/>
                  <a:gd name="connsiteY37" fmla="*/ 1410 h 685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4195" h="68546">
                    <a:moveTo>
                      <a:pt x="15517" y="1410"/>
                    </a:moveTo>
                    <a:lnTo>
                      <a:pt x="12337" y="10975"/>
                    </a:lnTo>
                    <a:lnTo>
                      <a:pt x="11810" y="10975"/>
                    </a:lnTo>
                    <a:lnTo>
                      <a:pt x="10080" y="10975"/>
                    </a:lnTo>
                    <a:lnTo>
                      <a:pt x="7814" y="10975"/>
                    </a:lnTo>
                    <a:lnTo>
                      <a:pt x="5425" y="10975"/>
                    </a:lnTo>
                    <a:lnTo>
                      <a:pt x="5425" y="12569"/>
                    </a:lnTo>
                    <a:lnTo>
                      <a:pt x="5425" y="15757"/>
                    </a:lnTo>
                    <a:lnTo>
                      <a:pt x="4231" y="15757"/>
                    </a:lnTo>
                    <a:lnTo>
                      <a:pt x="3827" y="17351"/>
                    </a:lnTo>
                    <a:lnTo>
                      <a:pt x="4626" y="18945"/>
                    </a:lnTo>
                    <a:lnTo>
                      <a:pt x="4626" y="22133"/>
                    </a:lnTo>
                    <a:lnTo>
                      <a:pt x="1438" y="22133"/>
                    </a:lnTo>
                    <a:lnTo>
                      <a:pt x="1438" y="24524"/>
                    </a:lnTo>
                    <a:cubicBezTo>
                      <a:pt x="1438" y="24939"/>
                      <a:pt x="1752" y="25274"/>
                      <a:pt x="2155" y="25322"/>
                    </a:cubicBezTo>
                    <a:lnTo>
                      <a:pt x="1447" y="25322"/>
                    </a:lnTo>
                    <a:cubicBezTo>
                      <a:pt x="1447" y="25322"/>
                      <a:pt x="644" y="25322"/>
                      <a:pt x="647" y="31698"/>
                    </a:cubicBezTo>
                    <a:lnTo>
                      <a:pt x="647" y="69956"/>
                    </a:lnTo>
                    <a:lnTo>
                      <a:pt x="54843" y="69956"/>
                    </a:lnTo>
                    <a:lnTo>
                      <a:pt x="54843" y="31698"/>
                    </a:lnTo>
                    <a:cubicBezTo>
                      <a:pt x="54840" y="25322"/>
                      <a:pt x="54044" y="25322"/>
                      <a:pt x="54044" y="25322"/>
                    </a:cubicBezTo>
                    <a:lnTo>
                      <a:pt x="53328" y="25322"/>
                    </a:lnTo>
                    <a:cubicBezTo>
                      <a:pt x="53731" y="25274"/>
                      <a:pt x="54044" y="24939"/>
                      <a:pt x="54044" y="24524"/>
                    </a:cubicBezTo>
                    <a:cubicBezTo>
                      <a:pt x="54044" y="24493"/>
                      <a:pt x="54047" y="24461"/>
                      <a:pt x="54044" y="24445"/>
                    </a:cubicBezTo>
                    <a:lnTo>
                      <a:pt x="54044" y="22133"/>
                    </a:lnTo>
                    <a:lnTo>
                      <a:pt x="50856" y="22133"/>
                    </a:lnTo>
                    <a:lnTo>
                      <a:pt x="50856" y="18945"/>
                    </a:lnTo>
                    <a:lnTo>
                      <a:pt x="51656" y="17351"/>
                    </a:lnTo>
                    <a:lnTo>
                      <a:pt x="51252" y="15757"/>
                    </a:lnTo>
                    <a:lnTo>
                      <a:pt x="50057" y="15757"/>
                    </a:lnTo>
                    <a:lnTo>
                      <a:pt x="50057" y="12569"/>
                    </a:lnTo>
                    <a:lnTo>
                      <a:pt x="50066" y="12569"/>
                    </a:lnTo>
                    <a:lnTo>
                      <a:pt x="50066" y="10975"/>
                    </a:lnTo>
                    <a:lnTo>
                      <a:pt x="47677" y="10975"/>
                    </a:lnTo>
                    <a:lnTo>
                      <a:pt x="47215" y="10975"/>
                    </a:lnTo>
                    <a:lnTo>
                      <a:pt x="43681" y="10975"/>
                    </a:lnTo>
                    <a:lnTo>
                      <a:pt x="43220" y="10975"/>
                    </a:lnTo>
                    <a:lnTo>
                      <a:pt x="40040" y="1410"/>
                    </a:lnTo>
                    <a:close/>
                  </a:path>
                </a:pathLst>
              </a:custGeom>
              <a:solidFill>
                <a:srgbClr val="FF80F8"/>
              </a:solidFill>
              <a:ln w="1591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sp>
          <p:nvSpPr>
            <p:cNvPr id="285" name="フリーフォーム: 図形 284">
              <a:extLst>
                <a:ext uri="{FF2B5EF4-FFF2-40B4-BE49-F238E27FC236}">
                  <a16:creationId xmlns:a16="http://schemas.microsoft.com/office/drawing/2014/main" id="{4B93DD67-0DE2-71B1-EB78-0B213B908EE7}"/>
                </a:ext>
              </a:extLst>
            </p:cNvPr>
            <p:cNvSpPr/>
            <p:nvPr/>
          </p:nvSpPr>
          <p:spPr>
            <a:xfrm>
              <a:off x="4802628" y="6595225"/>
              <a:ext cx="73695" cy="89971"/>
            </a:xfrm>
            <a:custGeom>
              <a:avLst/>
              <a:gdLst>
                <a:gd name="connsiteX0" fmla="*/ 397 w 73695"/>
                <a:gd name="connsiteY0" fmla="*/ 84609 h 89971"/>
                <a:gd name="connsiteX1" fmla="*/ 35339 w 73695"/>
                <a:gd name="connsiteY1" fmla="*/ 84609 h 89971"/>
                <a:gd name="connsiteX2" fmla="*/ 53751 w 73695"/>
                <a:gd name="connsiteY2" fmla="*/ 87702 h 89971"/>
                <a:gd name="connsiteX3" fmla="*/ 74092 w 73695"/>
                <a:gd name="connsiteY3" fmla="*/ 91129 h 89971"/>
                <a:gd name="connsiteX4" fmla="*/ 65659 w 73695"/>
                <a:gd name="connsiteY4" fmla="*/ 1445 h 89971"/>
                <a:gd name="connsiteX5" fmla="*/ 51934 w 73695"/>
                <a:gd name="connsiteY5" fmla="*/ 5207 h 89971"/>
                <a:gd name="connsiteX6" fmla="*/ 35610 w 73695"/>
                <a:gd name="connsiteY6" fmla="*/ 9687 h 89971"/>
                <a:gd name="connsiteX7" fmla="*/ 397 w 73695"/>
                <a:gd name="connsiteY7" fmla="*/ 9687 h 89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695" h="89971">
                  <a:moveTo>
                    <a:pt x="397" y="84609"/>
                  </a:moveTo>
                  <a:lnTo>
                    <a:pt x="35339" y="84609"/>
                  </a:lnTo>
                  <a:cubicBezTo>
                    <a:pt x="35339" y="84609"/>
                    <a:pt x="41668" y="85135"/>
                    <a:pt x="53751" y="87702"/>
                  </a:cubicBezTo>
                  <a:cubicBezTo>
                    <a:pt x="65834" y="90284"/>
                    <a:pt x="74092" y="91129"/>
                    <a:pt x="74092" y="91129"/>
                  </a:cubicBezTo>
                  <a:moveTo>
                    <a:pt x="65659" y="1445"/>
                  </a:moveTo>
                  <a:cubicBezTo>
                    <a:pt x="65659" y="1445"/>
                    <a:pt x="59841" y="-388"/>
                    <a:pt x="51934" y="5207"/>
                  </a:cubicBezTo>
                  <a:cubicBezTo>
                    <a:pt x="44027" y="10803"/>
                    <a:pt x="35610" y="9687"/>
                    <a:pt x="35610" y="9687"/>
                  </a:cubicBezTo>
                  <a:lnTo>
                    <a:pt x="397" y="9687"/>
                  </a:lnTo>
                </a:path>
              </a:pathLst>
            </a:custGeom>
            <a:noFill/>
            <a:ln w="159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86" name="フリーフォーム: 図形 285">
              <a:extLst>
                <a:ext uri="{FF2B5EF4-FFF2-40B4-BE49-F238E27FC236}">
                  <a16:creationId xmlns:a16="http://schemas.microsoft.com/office/drawing/2014/main" id="{9EFFF18F-A969-3992-F8D9-BB3BF12C1167}"/>
                </a:ext>
              </a:extLst>
            </p:cNvPr>
            <p:cNvSpPr/>
            <p:nvPr/>
          </p:nvSpPr>
          <p:spPr>
            <a:xfrm>
              <a:off x="3131521" y="6641215"/>
              <a:ext cx="2018412" cy="4217"/>
            </a:xfrm>
            <a:custGeom>
              <a:avLst/>
              <a:gdLst>
                <a:gd name="connsiteX0" fmla="*/ 275 w 2018412"/>
                <a:gd name="connsiteY0" fmla="*/ 1158 h 4217"/>
                <a:gd name="connsiteX1" fmla="*/ 2018687 w 2018412"/>
                <a:gd name="connsiteY1" fmla="*/ 1158 h 4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18412" h="4217">
                  <a:moveTo>
                    <a:pt x="275" y="1158"/>
                  </a:moveTo>
                  <a:lnTo>
                    <a:pt x="2018687" y="1158"/>
                  </a:lnTo>
                </a:path>
              </a:pathLst>
            </a:custGeom>
            <a:noFill/>
            <a:ln w="7963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grpSp>
          <p:nvGrpSpPr>
            <p:cNvPr id="287" name="グラフィックス 4">
              <a:extLst>
                <a:ext uri="{FF2B5EF4-FFF2-40B4-BE49-F238E27FC236}">
                  <a16:creationId xmlns:a16="http://schemas.microsoft.com/office/drawing/2014/main" id="{013D52DE-004C-D365-7850-6C5BB468F954}"/>
                </a:ext>
              </a:extLst>
            </p:cNvPr>
            <p:cNvGrpSpPr/>
            <p:nvPr/>
          </p:nvGrpSpPr>
          <p:grpSpPr>
            <a:xfrm>
              <a:off x="2633580" y="6430212"/>
              <a:ext cx="397210" cy="422005"/>
              <a:chOff x="2633580" y="6430212"/>
              <a:chExt cx="397210" cy="422005"/>
            </a:xfrm>
            <a:noFill/>
          </p:grpSpPr>
          <p:sp>
            <p:nvSpPr>
              <p:cNvPr id="288" name="フリーフォーム: 図形 287">
                <a:extLst>
                  <a:ext uri="{FF2B5EF4-FFF2-40B4-BE49-F238E27FC236}">
                    <a16:creationId xmlns:a16="http://schemas.microsoft.com/office/drawing/2014/main" id="{52713A64-5E86-7F25-7D00-E82297CA9C1C}"/>
                  </a:ext>
                </a:extLst>
              </p:cNvPr>
              <p:cNvSpPr/>
              <p:nvPr/>
            </p:nvSpPr>
            <p:spPr>
              <a:xfrm>
                <a:off x="2762376" y="6641207"/>
                <a:ext cx="268413" cy="211010"/>
              </a:xfrm>
              <a:custGeom>
                <a:avLst/>
                <a:gdLst>
                  <a:gd name="connsiteX0" fmla="*/ 57 w 268413"/>
                  <a:gd name="connsiteY0" fmla="*/ 212187 h 211010"/>
                  <a:gd name="connsiteX1" fmla="*/ 98749 w 268413"/>
                  <a:gd name="connsiteY1" fmla="*/ 53383 h 211010"/>
                  <a:gd name="connsiteX2" fmla="*/ 268471 w 268413"/>
                  <a:gd name="connsiteY2" fmla="*/ 1176 h 211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8413" h="211010">
                    <a:moveTo>
                      <a:pt x="57" y="212187"/>
                    </a:moveTo>
                    <a:cubicBezTo>
                      <a:pt x="57" y="212187"/>
                      <a:pt x="5530" y="113942"/>
                      <a:pt x="98749" y="53383"/>
                    </a:cubicBezTo>
                    <a:cubicBezTo>
                      <a:pt x="179937" y="650"/>
                      <a:pt x="268471" y="1176"/>
                      <a:pt x="268471" y="1176"/>
                    </a:cubicBezTo>
                  </a:path>
                </a:pathLst>
              </a:custGeom>
              <a:noFill/>
              <a:ln w="7963" cap="rnd">
                <a:solidFill>
                  <a:srgbClr val="FF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89" name="フリーフォーム: 図形 288">
                <a:extLst>
                  <a:ext uri="{FF2B5EF4-FFF2-40B4-BE49-F238E27FC236}">
                    <a16:creationId xmlns:a16="http://schemas.microsoft.com/office/drawing/2014/main" id="{F2AAB9CC-DFAE-E545-BC4C-916BDD5F3270}"/>
                  </a:ext>
                </a:extLst>
              </p:cNvPr>
              <p:cNvSpPr/>
              <p:nvPr/>
            </p:nvSpPr>
            <p:spPr>
              <a:xfrm>
                <a:off x="2762376" y="6430212"/>
                <a:ext cx="268413" cy="210995"/>
              </a:xfrm>
              <a:custGeom>
                <a:avLst/>
                <a:gdLst>
                  <a:gd name="connsiteX0" fmla="*/ 57 w 268413"/>
                  <a:gd name="connsiteY0" fmla="*/ 1139 h 210995"/>
                  <a:gd name="connsiteX1" fmla="*/ 98749 w 268413"/>
                  <a:gd name="connsiteY1" fmla="*/ 159927 h 210995"/>
                  <a:gd name="connsiteX2" fmla="*/ 268471 w 268413"/>
                  <a:gd name="connsiteY2" fmla="*/ 212134 h 210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8413" h="210995">
                    <a:moveTo>
                      <a:pt x="57" y="1139"/>
                    </a:moveTo>
                    <a:cubicBezTo>
                      <a:pt x="57" y="1139"/>
                      <a:pt x="5530" y="99383"/>
                      <a:pt x="98749" y="159927"/>
                    </a:cubicBezTo>
                    <a:cubicBezTo>
                      <a:pt x="179937" y="212660"/>
                      <a:pt x="268471" y="212134"/>
                      <a:pt x="268471" y="212134"/>
                    </a:cubicBezTo>
                  </a:path>
                </a:pathLst>
              </a:custGeom>
              <a:noFill/>
              <a:ln w="7963" cap="rnd">
                <a:solidFill>
                  <a:srgbClr val="FF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90" name="フリーフォーム: 図形 289">
                <a:extLst>
                  <a:ext uri="{FF2B5EF4-FFF2-40B4-BE49-F238E27FC236}">
                    <a16:creationId xmlns:a16="http://schemas.microsoft.com/office/drawing/2014/main" id="{ACAFD387-C97F-D74A-6A50-7ADDF2EA0B70}"/>
                  </a:ext>
                </a:extLst>
              </p:cNvPr>
              <p:cNvSpPr/>
              <p:nvPr/>
            </p:nvSpPr>
            <p:spPr>
              <a:xfrm>
                <a:off x="2633580" y="6641207"/>
                <a:ext cx="397210" cy="4217"/>
              </a:xfrm>
              <a:custGeom>
                <a:avLst/>
                <a:gdLst>
                  <a:gd name="connsiteX0" fmla="*/ 397257 w 397210"/>
                  <a:gd name="connsiteY0" fmla="*/ 1157 h 4217"/>
                  <a:gd name="connsiteX1" fmla="*/ 46 w 397210"/>
                  <a:gd name="connsiteY1" fmla="*/ 1157 h 4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97210" h="4217">
                    <a:moveTo>
                      <a:pt x="397257" y="1157"/>
                    </a:moveTo>
                    <a:lnTo>
                      <a:pt x="46" y="1157"/>
                    </a:lnTo>
                  </a:path>
                </a:pathLst>
              </a:custGeom>
              <a:noFill/>
              <a:ln w="7963" cap="rnd">
                <a:solidFill>
                  <a:srgbClr val="FF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91" name="フリーフォーム: 図形 290">
                <a:extLst>
                  <a:ext uri="{FF2B5EF4-FFF2-40B4-BE49-F238E27FC236}">
                    <a16:creationId xmlns:a16="http://schemas.microsoft.com/office/drawing/2014/main" id="{232D90AA-F1F4-B961-C512-530101C19C5F}"/>
                  </a:ext>
                </a:extLst>
              </p:cNvPr>
              <p:cNvSpPr/>
              <p:nvPr/>
            </p:nvSpPr>
            <p:spPr>
              <a:xfrm>
                <a:off x="2670668" y="6474943"/>
                <a:ext cx="360122" cy="166264"/>
              </a:xfrm>
              <a:custGeom>
                <a:avLst/>
                <a:gdLst>
                  <a:gd name="connsiteX0" fmla="*/ 49 w 360122"/>
                  <a:gd name="connsiteY0" fmla="*/ 1143 h 166264"/>
                  <a:gd name="connsiteX1" fmla="*/ 147490 w 360122"/>
                  <a:gd name="connsiteY1" fmla="*/ 142779 h 166264"/>
                  <a:gd name="connsiteX2" fmla="*/ 360172 w 360122"/>
                  <a:gd name="connsiteY2" fmla="*/ 167408 h 166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0122" h="166264">
                    <a:moveTo>
                      <a:pt x="49" y="1143"/>
                    </a:moveTo>
                    <a:cubicBezTo>
                      <a:pt x="49" y="1143"/>
                      <a:pt x="7299" y="105349"/>
                      <a:pt x="147490" y="142779"/>
                    </a:cubicBezTo>
                    <a:cubicBezTo>
                      <a:pt x="241024" y="167758"/>
                      <a:pt x="360172" y="167408"/>
                      <a:pt x="360172" y="167408"/>
                    </a:cubicBezTo>
                  </a:path>
                </a:pathLst>
              </a:custGeom>
              <a:noFill/>
              <a:ln w="7963" cap="rnd">
                <a:solidFill>
                  <a:srgbClr val="FF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92" name="フリーフォーム: 図形 291">
                <a:extLst>
                  <a:ext uri="{FF2B5EF4-FFF2-40B4-BE49-F238E27FC236}">
                    <a16:creationId xmlns:a16="http://schemas.microsoft.com/office/drawing/2014/main" id="{395493BD-36FE-C608-860F-BF21FF1F5379}"/>
                  </a:ext>
                </a:extLst>
              </p:cNvPr>
              <p:cNvSpPr/>
              <p:nvPr/>
            </p:nvSpPr>
            <p:spPr>
              <a:xfrm>
                <a:off x="2670668" y="6641207"/>
                <a:ext cx="360122" cy="166264"/>
              </a:xfrm>
              <a:custGeom>
                <a:avLst/>
                <a:gdLst>
                  <a:gd name="connsiteX0" fmla="*/ 49 w 360122"/>
                  <a:gd name="connsiteY0" fmla="*/ 167436 h 166264"/>
                  <a:gd name="connsiteX1" fmla="*/ 147490 w 360122"/>
                  <a:gd name="connsiteY1" fmla="*/ 25801 h 166264"/>
                  <a:gd name="connsiteX2" fmla="*/ 360172 w 360122"/>
                  <a:gd name="connsiteY2" fmla="*/ 1172 h 166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0122" h="166264">
                    <a:moveTo>
                      <a:pt x="49" y="167436"/>
                    </a:moveTo>
                    <a:cubicBezTo>
                      <a:pt x="49" y="167436"/>
                      <a:pt x="7299" y="63246"/>
                      <a:pt x="147490" y="25801"/>
                    </a:cubicBezTo>
                    <a:cubicBezTo>
                      <a:pt x="241024" y="821"/>
                      <a:pt x="360172" y="1172"/>
                      <a:pt x="360172" y="1172"/>
                    </a:cubicBezTo>
                  </a:path>
                </a:pathLst>
              </a:custGeom>
              <a:noFill/>
              <a:ln w="7963" cap="rnd">
                <a:solidFill>
                  <a:srgbClr val="FF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sp>
          <p:nvSpPr>
            <p:cNvPr id="303" name="フリーフォーム: 図形 302">
              <a:extLst>
                <a:ext uri="{FF2B5EF4-FFF2-40B4-BE49-F238E27FC236}">
                  <a16:creationId xmlns:a16="http://schemas.microsoft.com/office/drawing/2014/main" id="{504AC346-3E97-2FB9-6043-A5F5160AC73D}"/>
                </a:ext>
              </a:extLst>
            </p:cNvPr>
            <p:cNvSpPr/>
            <p:nvPr/>
          </p:nvSpPr>
          <p:spPr>
            <a:xfrm>
              <a:off x="3065059" y="6605348"/>
              <a:ext cx="1772638" cy="143468"/>
            </a:xfrm>
            <a:custGeom>
              <a:avLst/>
              <a:gdLst>
                <a:gd name="connsiteX0" fmla="*/ 1664482 w 1772638"/>
                <a:gd name="connsiteY0" fmla="*/ 144633 h 143468"/>
                <a:gd name="connsiteX1" fmla="*/ 1736217 w 1772638"/>
                <a:gd name="connsiteY1" fmla="*/ 144633 h 143468"/>
                <a:gd name="connsiteX2" fmla="*/ 1736217 w 1772638"/>
                <a:gd name="connsiteY2" fmla="*/ 144633 h 143468"/>
                <a:gd name="connsiteX3" fmla="*/ 1736217 w 1772638"/>
                <a:gd name="connsiteY3" fmla="*/ 72899 h 143468"/>
                <a:gd name="connsiteX4" fmla="*/ 1772881 w 1772638"/>
                <a:gd name="connsiteY4" fmla="*/ 72899 h 143468"/>
                <a:gd name="connsiteX5" fmla="*/ 1772881 w 1772638"/>
                <a:gd name="connsiteY5" fmla="*/ 1164 h 143468"/>
                <a:gd name="connsiteX6" fmla="*/ 1623036 w 1772638"/>
                <a:gd name="connsiteY6" fmla="*/ 1164 h 143468"/>
                <a:gd name="connsiteX7" fmla="*/ 1623036 w 1772638"/>
                <a:gd name="connsiteY7" fmla="*/ 5149 h 143468"/>
                <a:gd name="connsiteX8" fmla="*/ 242 w 1772638"/>
                <a:gd name="connsiteY8" fmla="*/ 5149 h 143468"/>
                <a:gd name="connsiteX9" fmla="*/ 242 w 1772638"/>
                <a:gd name="connsiteY9" fmla="*/ 68913 h 143468"/>
                <a:gd name="connsiteX10" fmla="*/ 1623036 w 1772638"/>
                <a:gd name="connsiteY10" fmla="*/ 68913 h 143468"/>
                <a:gd name="connsiteX11" fmla="*/ 1623036 w 1772638"/>
                <a:gd name="connsiteY11" fmla="*/ 72899 h 143468"/>
                <a:gd name="connsiteX12" fmla="*/ 1664482 w 1772638"/>
                <a:gd name="connsiteY12" fmla="*/ 72899 h 143468"/>
                <a:gd name="connsiteX13" fmla="*/ 1664482 w 1772638"/>
                <a:gd name="connsiteY13" fmla="*/ 144633 h 143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72638" h="143468">
                  <a:moveTo>
                    <a:pt x="1664482" y="144633"/>
                  </a:moveTo>
                  <a:lnTo>
                    <a:pt x="1736217" y="144633"/>
                  </a:lnTo>
                  <a:moveTo>
                    <a:pt x="1736217" y="144633"/>
                  </a:moveTo>
                  <a:lnTo>
                    <a:pt x="1736217" y="72899"/>
                  </a:lnTo>
                  <a:lnTo>
                    <a:pt x="1772881" y="72899"/>
                  </a:lnTo>
                  <a:moveTo>
                    <a:pt x="1772881" y="1164"/>
                  </a:moveTo>
                  <a:lnTo>
                    <a:pt x="1623036" y="1164"/>
                  </a:lnTo>
                  <a:lnTo>
                    <a:pt x="1623036" y="5149"/>
                  </a:lnTo>
                  <a:lnTo>
                    <a:pt x="242" y="5149"/>
                  </a:lnTo>
                  <a:moveTo>
                    <a:pt x="242" y="68913"/>
                  </a:moveTo>
                  <a:lnTo>
                    <a:pt x="1623036" y="68913"/>
                  </a:lnTo>
                  <a:lnTo>
                    <a:pt x="1623036" y="72899"/>
                  </a:lnTo>
                  <a:lnTo>
                    <a:pt x="1664482" y="72899"/>
                  </a:lnTo>
                  <a:lnTo>
                    <a:pt x="1664482" y="144633"/>
                  </a:lnTo>
                </a:path>
              </a:pathLst>
            </a:custGeom>
            <a:noFill/>
            <a:ln w="159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04" name="フリーフォーム: 図形 303">
              <a:extLst>
                <a:ext uri="{FF2B5EF4-FFF2-40B4-BE49-F238E27FC236}">
                  <a16:creationId xmlns:a16="http://schemas.microsoft.com/office/drawing/2014/main" id="{D3999221-FA28-1C83-2F09-2906013BC60F}"/>
                </a:ext>
              </a:extLst>
            </p:cNvPr>
            <p:cNvSpPr/>
            <p:nvPr/>
          </p:nvSpPr>
          <p:spPr>
            <a:xfrm>
              <a:off x="3065060" y="6608536"/>
              <a:ext cx="1772637" cy="140280"/>
            </a:xfrm>
            <a:custGeom>
              <a:avLst/>
              <a:gdLst>
                <a:gd name="connsiteX0" fmla="*/ 1733027 w 1772637"/>
                <a:gd name="connsiteY0" fmla="*/ 141445 h 140280"/>
                <a:gd name="connsiteX1" fmla="*/ 1667669 w 1772637"/>
                <a:gd name="connsiteY1" fmla="*/ 141445 h 140280"/>
                <a:gd name="connsiteX2" fmla="*/ 1667669 w 1772637"/>
                <a:gd name="connsiteY2" fmla="*/ 141445 h 140280"/>
                <a:gd name="connsiteX3" fmla="*/ 1667669 w 1772637"/>
                <a:gd name="connsiteY3" fmla="*/ 66523 h 140280"/>
                <a:gd name="connsiteX4" fmla="*/ 1623034 w 1772637"/>
                <a:gd name="connsiteY4" fmla="*/ 66523 h 140280"/>
                <a:gd name="connsiteX5" fmla="*/ 1623034 w 1772637"/>
                <a:gd name="connsiteY5" fmla="*/ 62537 h 140280"/>
                <a:gd name="connsiteX6" fmla="*/ 242 w 1772637"/>
                <a:gd name="connsiteY6" fmla="*/ 62537 h 140280"/>
                <a:gd name="connsiteX7" fmla="*/ 242 w 1772637"/>
                <a:gd name="connsiteY7" fmla="*/ 5134 h 140280"/>
                <a:gd name="connsiteX8" fmla="*/ 1623034 w 1772637"/>
                <a:gd name="connsiteY8" fmla="*/ 5134 h 140280"/>
                <a:gd name="connsiteX9" fmla="*/ 1623034 w 1772637"/>
                <a:gd name="connsiteY9" fmla="*/ 1165 h 140280"/>
                <a:gd name="connsiteX10" fmla="*/ 1772879 w 1772637"/>
                <a:gd name="connsiteY10" fmla="*/ 1165 h 140280"/>
                <a:gd name="connsiteX11" fmla="*/ 1772879 w 1772637"/>
                <a:gd name="connsiteY11" fmla="*/ 66523 h 140280"/>
                <a:gd name="connsiteX12" fmla="*/ 1733027 w 1772637"/>
                <a:gd name="connsiteY12" fmla="*/ 66523 h 140280"/>
                <a:gd name="connsiteX13" fmla="*/ 1733027 w 1772637"/>
                <a:gd name="connsiteY13" fmla="*/ 141445 h 140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72637" h="140280">
                  <a:moveTo>
                    <a:pt x="1733027" y="141445"/>
                  </a:moveTo>
                  <a:lnTo>
                    <a:pt x="1667669" y="141445"/>
                  </a:lnTo>
                  <a:moveTo>
                    <a:pt x="1667669" y="141445"/>
                  </a:moveTo>
                  <a:lnTo>
                    <a:pt x="1667669" y="66523"/>
                  </a:lnTo>
                  <a:lnTo>
                    <a:pt x="1623034" y="66523"/>
                  </a:lnTo>
                  <a:lnTo>
                    <a:pt x="1623034" y="62537"/>
                  </a:lnTo>
                  <a:lnTo>
                    <a:pt x="242" y="62537"/>
                  </a:lnTo>
                  <a:moveTo>
                    <a:pt x="242" y="5134"/>
                  </a:moveTo>
                  <a:lnTo>
                    <a:pt x="1623034" y="5134"/>
                  </a:lnTo>
                  <a:lnTo>
                    <a:pt x="1623034" y="1165"/>
                  </a:lnTo>
                  <a:lnTo>
                    <a:pt x="1772879" y="1165"/>
                  </a:lnTo>
                  <a:moveTo>
                    <a:pt x="1772879" y="66523"/>
                  </a:moveTo>
                  <a:lnTo>
                    <a:pt x="1733027" y="66523"/>
                  </a:lnTo>
                  <a:lnTo>
                    <a:pt x="1733027" y="141445"/>
                  </a:lnTo>
                </a:path>
              </a:pathLst>
            </a:custGeom>
            <a:noFill/>
            <a:ln w="159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05" name="フリーフォーム: 図形 304">
              <a:extLst>
                <a:ext uri="{FF2B5EF4-FFF2-40B4-BE49-F238E27FC236}">
                  <a16:creationId xmlns:a16="http://schemas.microsoft.com/office/drawing/2014/main" id="{27496DD9-D5FD-991A-E333-D348EA19EF92}"/>
                </a:ext>
              </a:extLst>
            </p:cNvPr>
            <p:cNvSpPr/>
            <p:nvPr/>
          </p:nvSpPr>
          <p:spPr>
            <a:xfrm>
              <a:off x="4837698" y="6605348"/>
              <a:ext cx="4217" cy="3187"/>
            </a:xfrm>
            <a:custGeom>
              <a:avLst/>
              <a:gdLst>
                <a:gd name="connsiteX0" fmla="*/ 397 w 4217"/>
                <a:gd name="connsiteY0" fmla="*/ 1152 h 3187"/>
                <a:gd name="connsiteX1" fmla="*/ 397 w 4217"/>
                <a:gd name="connsiteY1" fmla="*/ 4340 h 3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17" h="3187">
                  <a:moveTo>
                    <a:pt x="397" y="1152"/>
                  </a:moveTo>
                  <a:lnTo>
                    <a:pt x="397" y="4340"/>
                  </a:lnTo>
                </a:path>
              </a:pathLst>
            </a:custGeom>
            <a:noFill/>
            <a:ln w="159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06" name="フリーフォーム: 図形 305">
              <a:extLst>
                <a:ext uri="{FF2B5EF4-FFF2-40B4-BE49-F238E27FC236}">
                  <a16:creationId xmlns:a16="http://schemas.microsoft.com/office/drawing/2014/main" id="{550D6BBB-D359-ABF8-10F1-897902184C74}"/>
                </a:ext>
              </a:extLst>
            </p:cNvPr>
            <p:cNvSpPr/>
            <p:nvPr/>
          </p:nvSpPr>
          <p:spPr>
            <a:xfrm>
              <a:off x="4837698" y="6673894"/>
              <a:ext cx="4217" cy="3188"/>
            </a:xfrm>
            <a:custGeom>
              <a:avLst/>
              <a:gdLst>
                <a:gd name="connsiteX0" fmla="*/ 397 w 4217"/>
                <a:gd name="connsiteY0" fmla="*/ 1164 h 3188"/>
                <a:gd name="connsiteX1" fmla="*/ 397 w 4217"/>
                <a:gd name="connsiteY1" fmla="*/ 4352 h 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17" h="3188">
                  <a:moveTo>
                    <a:pt x="397" y="1164"/>
                  </a:moveTo>
                  <a:lnTo>
                    <a:pt x="397" y="4352"/>
                  </a:lnTo>
                </a:path>
              </a:pathLst>
            </a:custGeom>
            <a:noFill/>
            <a:ln w="159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07" name="フリーフォーム: 図形 306">
              <a:extLst>
                <a:ext uri="{FF2B5EF4-FFF2-40B4-BE49-F238E27FC236}">
                  <a16:creationId xmlns:a16="http://schemas.microsoft.com/office/drawing/2014/main" id="{8142292A-98F0-B1DF-C333-284C35FDBFD0}"/>
                </a:ext>
              </a:extLst>
            </p:cNvPr>
            <p:cNvSpPr/>
            <p:nvPr/>
          </p:nvSpPr>
          <p:spPr>
            <a:xfrm>
              <a:off x="3065059" y="6609333"/>
              <a:ext cx="1" cy="3172"/>
            </a:xfrm>
            <a:custGeom>
              <a:avLst/>
              <a:gdLst>
                <a:gd name="connsiteX0" fmla="*/ 89 w 1"/>
                <a:gd name="connsiteY0" fmla="*/ 4325 h 3172"/>
                <a:gd name="connsiteX1" fmla="*/ 87 w 1"/>
                <a:gd name="connsiteY1" fmla="*/ 1153 h 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" h="3172">
                  <a:moveTo>
                    <a:pt x="89" y="4325"/>
                  </a:moveTo>
                  <a:lnTo>
                    <a:pt x="87" y="1153"/>
                  </a:lnTo>
                </a:path>
              </a:pathLst>
            </a:custGeom>
            <a:noFill/>
            <a:ln w="159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08" name="フリーフォーム: 図形 307">
              <a:extLst>
                <a:ext uri="{FF2B5EF4-FFF2-40B4-BE49-F238E27FC236}">
                  <a16:creationId xmlns:a16="http://schemas.microsoft.com/office/drawing/2014/main" id="{606DBB89-A5A1-5398-2BB5-5EF49CBF0377}"/>
                </a:ext>
              </a:extLst>
            </p:cNvPr>
            <p:cNvSpPr/>
            <p:nvPr/>
          </p:nvSpPr>
          <p:spPr>
            <a:xfrm>
              <a:off x="3065059" y="6669908"/>
              <a:ext cx="1" cy="3188"/>
            </a:xfrm>
            <a:custGeom>
              <a:avLst/>
              <a:gdLst>
                <a:gd name="connsiteX0" fmla="*/ 87 w 1"/>
                <a:gd name="connsiteY0" fmla="*/ 4352 h 3188"/>
                <a:gd name="connsiteX1" fmla="*/ 89 w 1"/>
                <a:gd name="connsiteY1" fmla="*/ 1163 h 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" h="3188">
                  <a:moveTo>
                    <a:pt x="87" y="4352"/>
                  </a:moveTo>
                  <a:lnTo>
                    <a:pt x="89" y="1163"/>
                  </a:lnTo>
                </a:path>
              </a:pathLst>
            </a:custGeom>
            <a:noFill/>
            <a:ln w="159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grpSp>
        <p:nvGrpSpPr>
          <p:cNvPr id="354" name="グループ化 353">
            <a:extLst>
              <a:ext uri="{FF2B5EF4-FFF2-40B4-BE49-F238E27FC236}">
                <a16:creationId xmlns:a16="http://schemas.microsoft.com/office/drawing/2014/main" id="{467CFA03-7A05-A67A-0BFF-0DD640110BB5}"/>
              </a:ext>
            </a:extLst>
          </p:cNvPr>
          <p:cNvGrpSpPr/>
          <p:nvPr/>
        </p:nvGrpSpPr>
        <p:grpSpPr>
          <a:xfrm>
            <a:off x="2987767" y="5926003"/>
            <a:ext cx="1854148" cy="295522"/>
            <a:chOff x="2987767" y="5926003"/>
            <a:chExt cx="1854148" cy="295522"/>
          </a:xfrm>
        </p:grpSpPr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C1254DF9-4161-442E-502C-4DCDB64CE0DB}"/>
                </a:ext>
              </a:extLst>
            </p:cNvPr>
            <p:cNvSpPr/>
            <p:nvPr/>
          </p:nvSpPr>
          <p:spPr>
            <a:xfrm>
              <a:off x="2987767" y="5926003"/>
              <a:ext cx="138832" cy="295522"/>
            </a:xfrm>
            <a:custGeom>
              <a:avLst/>
              <a:gdLst>
                <a:gd name="connsiteX0" fmla="*/ 86 w 138832"/>
                <a:gd name="connsiteY0" fmla="*/ 227840 h 295522"/>
                <a:gd name="connsiteX1" fmla="*/ 13736 w 138832"/>
                <a:gd name="connsiteY1" fmla="*/ 212824 h 295522"/>
                <a:gd name="connsiteX2" fmla="*/ 6639 w 138832"/>
                <a:gd name="connsiteY2" fmla="*/ 141966 h 295522"/>
                <a:gd name="connsiteX3" fmla="*/ 18482 w 138832"/>
                <a:gd name="connsiteY3" fmla="*/ 91529 h 295522"/>
                <a:gd name="connsiteX4" fmla="*/ 30368 w 138832"/>
                <a:gd name="connsiteY4" fmla="*/ 43610 h 295522"/>
                <a:gd name="connsiteX5" fmla="*/ 64792 w 138832"/>
                <a:gd name="connsiteY5" fmla="*/ 10325 h 295522"/>
                <a:gd name="connsiteX6" fmla="*/ 91358 w 138832"/>
                <a:gd name="connsiteY6" fmla="*/ 2419 h 295522"/>
                <a:gd name="connsiteX7" fmla="*/ 112632 w 138832"/>
                <a:gd name="connsiteY7" fmla="*/ 6388 h 295522"/>
                <a:gd name="connsiteX8" fmla="*/ 109856 w 138832"/>
                <a:gd name="connsiteY8" fmla="*/ 21532 h 295522"/>
                <a:gd name="connsiteX9" fmla="*/ 116450 w 138832"/>
                <a:gd name="connsiteY9" fmla="*/ 22377 h 295522"/>
                <a:gd name="connsiteX10" fmla="*/ 136201 w 138832"/>
                <a:gd name="connsiteY10" fmla="*/ 18631 h 295522"/>
                <a:gd name="connsiteX11" fmla="*/ 136458 w 138832"/>
                <a:gd name="connsiteY11" fmla="*/ 36246 h 295522"/>
                <a:gd name="connsiteX12" fmla="*/ 123503 w 138832"/>
                <a:gd name="connsiteY12" fmla="*/ 42558 h 295522"/>
                <a:gd name="connsiteX13" fmla="*/ 120852 w 138832"/>
                <a:gd name="connsiteY13" fmla="*/ 50178 h 295522"/>
                <a:gd name="connsiteX14" fmla="*/ 115876 w 138832"/>
                <a:gd name="connsiteY14" fmla="*/ 59583 h 295522"/>
                <a:gd name="connsiteX15" fmla="*/ 98842 w 138832"/>
                <a:gd name="connsiteY15" fmla="*/ 68303 h 295522"/>
                <a:gd name="connsiteX16" fmla="*/ 97323 w 138832"/>
                <a:gd name="connsiteY16" fmla="*/ 76911 h 295522"/>
                <a:gd name="connsiteX17" fmla="*/ 103020 w 138832"/>
                <a:gd name="connsiteY17" fmla="*/ 84754 h 295522"/>
                <a:gd name="connsiteX18" fmla="*/ 117805 w 138832"/>
                <a:gd name="connsiteY18" fmla="*/ 87065 h 295522"/>
                <a:gd name="connsiteX19" fmla="*/ 125554 w 138832"/>
                <a:gd name="connsiteY19" fmla="*/ 98527 h 295522"/>
                <a:gd name="connsiteX20" fmla="*/ 124247 w 138832"/>
                <a:gd name="connsiteY20" fmla="*/ 174183 h 295522"/>
                <a:gd name="connsiteX21" fmla="*/ 113532 w 138832"/>
                <a:gd name="connsiteY21" fmla="*/ 225178 h 295522"/>
                <a:gd name="connsiteX22" fmla="*/ 100144 w 138832"/>
                <a:gd name="connsiteY22" fmla="*/ 238122 h 295522"/>
                <a:gd name="connsiteX23" fmla="*/ 77538 w 138832"/>
                <a:gd name="connsiteY23" fmla="*/ 283824 h 295522"/>
                <a:gd name="connsiteX24" fmla="*/ 67555 w 138832"/>
                <a:gd name="connsiteY24" fmla="*/ 296370 h 295522"/>
                <a:gd name="connsiteX25" fmla="*/ 86 w 138832"/>
                <a:gd name="connsiteY25" fmla="*/ 227840 h 29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8832" h="295522">
                  <a:moveTo>
                    <a:pt x="86" y="227840"/>
                  </a:moveTo>
                  <a:cubicBezTo>
                    <a:pt x="86" y="227840"/>
                    <a:pt x="15939" y="236241"/>
                    <a:pt x="13736" y="212824"/>
                  </a:cubicBezTo>
                  <a:cubicBezTo>
                    <a:pt x="11533" y="189406"/>
                    <a:pt x="3875" y="163183"/>
                    <a:pt x="6639" y="141966"/>
                  </a:cubicBezTo>
                  <a:cubicBezTo>
                    <a:pt x="9402" y="120733"/>
                    <a:pt x="11442" y="121195"/>
                    <a:pt x="18482" y="91529"/>
                  </a:cubicBezTo>
                  <a:cubicBezTo>
                    <a:pt x="25521" y="61847"/>
                    <a:pt x="23016" y="55247"/>
                    <a:pt x="30368" y="43610"/>
                  </a:cubicBezTo>
                  <a:cubicBezTo>
                    <a:pt x="37721" y="31989"/>
                    <a:pt x="51056" y="19460"/>
                    <a:pt x="64792" y="10325"/>
                  </a:cubicBezTo>
                  <a:cubicBezTo>
                    <a:pt x="78528" y="1191"/>
                    <a:pt x="85577" y="5017"/>
                    <a:pt x="91358" y="2419"/>
                  </a:cubicBezTo>
                  <a:cubicBezTo>
                    <a:pt x="97138" y="-196"/>
                    <a:pt x="112081" y="872"/>
                    <a:pt x="112632" y="6388"/>
                  </a:cubicBezTo>
                  <a:cubicBezTo>
                    <a:pt x="113182" y="11904"/>
                    <a:pt x="113775" y="20368"/>
                    <a:pt x="109856" y="21532"/>
                  </a:cubicBezTo>
                  <a:cubicBezTo>
                    <a:pt x="105936" y="22712"/>
                    <a:pt x="108862" y="26012"/>
                    <a:pt x="116450" y="22377"/>
                  </a:cubicBezTo>
                  <a:cubicBezTo>
                    <a:pt x="124037" y="18742"/>
                    <a:pt x="132205" y="10580"/>
                    <a:pt x="136201" y="18631"/>
                  </a:cubicBezTo>
                  <a:cubicBezTo>
                    <a:pt x="140198" y="26681"/>
                    <a:pt x="139353" y="33264"/>
                    <a:pt x="136458" y="36246"/>
                  </a:cubicBezTo>
                  <a:cubicBezTo>
                    <a:pt x="133563" y="39226"/>
                    <a:pt x="127370" y="41793"/>
                    <a:pt x="123503" y="42558"/>
                  </a:cubicBezTo>
                  <a:cubicBezTo>
                    <a:pt x="119635" y="43307"/>
                    <a:pt x="121021" y="45587"/>
                    <a:pt x="120852" y="50178"/>
                  </a:cubicBezTo>
                  <a:cubicBezTo>
                    <a:pt x="120684" y="54753"/>
                    <a:pt x="121349" y="56108"/>
                    <a:pt x="115876" y="59583"/>
                  </a:cubicBezTo>
                  <a:cubicBezTo>
                    <a:pt x="110402" y="63074"/>
                    <a:pt x="101833" y="67841"/>
                    <a:pt x="98842" y="68303"/>
                  </a:cubicBezTo>
                  <a:cubicBezTo>
                    <a:pt x="95851" y="68749"/>
                    <a:pt x="98008" y="71539"/>
                    <a:pt x="97323" y="76911"/>
                  </a:cubicBezTo>
                  <a:cubicBezTo>
                    <a:pt x="96637" y="82267"/>
                    <a:pt x="98222" y="86236"/>
                    <a:pt x="103020" y="84754"/>
                  </a:cubicBezTo>
                  <a:cubicBezTo>
                    <a:pt x="107818" y="83271"/>
                    <a:pt x="110661" y="80705"/>
                    <a:pt x="117805" y="87065"/>
                  </a:cubicBezTo>
                  <a:cubicBezTo>
                    <a:pt x="124950" y="93425"/>
                    <a:pt x="126187" y="93585"/>
                    <a:pt x="125554" y="98527"/>
                  </a:cubicBezTo>
                  <a:cubicBezTo>
                    <a:pt x="124920" y="103468"/>
                    <a:pt x="128395" y="148326"/>
                    <a:pt x="124247" y="174183"/>
                  </a:cubicBezTo>
                  <a:cubicBezTo>
                    <a:pt x="120099" y="200039"/>
                    <a:pt x="120769" y="217733"/>
                    <a:pt x="113532" y="225178"/>
                  </a:cubicBezTo>
                  <a:cubicBezTo>
                    <a:pt x="106294" y="232622"/>
                    <a:pt x="106726" y="225991"/>
                    <a:pt x="100144" y="238122"/>
                  </a:cubicBezTo>
                  <a:cubicBezTo>
                    <a:pt x="93564" y="250269"/>
                    <a:pt x="77538" y="283824"/>
                    <a:pt x="77538" y="283824"/>
                  </a:cubicBezTo>
                  <a:cubicBezTo>
                    <a:pt x="77538" y="283824"/>
                    <a:pt x="70660" y="291747"/>
                    <a:pt x="67555" y="296370"/>
                  </a:cubicBezTo>
                  <a:cubicBezTo>
                    <a:pt x="64448" y="301009"/>
                    <a:pt x="86" y="227840"/>
                    <a:pt x="86" y="227840"/>
                  </a:cubicBezTo>
                  <a:close/>
                </a:path>
              </a:pathLst>
            </a:custGeom>
            <a:noFill/>
            <a:ln w="1591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grpSp>
          <p:nvGrpSpPr>
            <p:cNvPr id="243" name="グラフィックス 4">
              <a:extLst>
                <a:ext uri="{FF2B5EF4-FFF2-40B4-BE49-F238E27FC236}">
                  <a16:creationId xmlns:a16="http://schemas.microsoft.com/office/drawing/2014/main" id="{9518BBFA-FAE2-1613-7280-03DF8D737F1F}"/>
                </a:ext>
              </a:extLst>
            </p:cNvPr>
            <p:cNvGrpSpPr/>
            <p:nvPr/>
          </p:nvGrpSpPr>
          <p:grpSpPr>
            <a:xfrm>
              <a:off x="3081003" y="6042658"/>
              <a:ext cx="84503" cy="54195"/>
              <a:chOff x="3081003" y="6042658"/>
              <a:chExt cx="84503" cy="54195"/>
            </a:xfrm>
            <a:solidFill>
              <a:srgbClr val="FF80F8"/>
            </a:solidFill>
          </p:grpSpPr>
          <p:sp>
            <p:nvSpPr>
              <p:cNvPr id="244" name="フリーフォーム: 図形 243">
                <a:extLst>
                  <a:ext uri="{FF2B5EF4-FFF2-40B4-BE49-F238E27FC236}">
                    <a16:creationId xmlns:a16="http://schemas.microsoft.com/office/drawing/2014/main" id="{D6CEA595-4E2B-6F45-CC5E-76F1D269F557}"/>
                  </a:ext>
                </a:extLst>
              </p:cNvPr>
              <p:cNvSpPr/>
              <p:nvPr/>
            </p:nvSpPr>
            <p:spPr>
              <a:xfrm rot="5400000">
                <a:off x="3141991" y="6047035"/>
                <a:ext cx="1598" cy="45431"/>
              </a:xfrm>
              <a:custGeom>
                <a:avLst/>
                <a:gdLst>
                  <a:gd name="connsiteX0" fmla="*/ 937 w 1598"/>
                  <a:gd name="connsiteY0" fmla="*/ 1276 h 45431"/>
                  <a:gd name="connsiteX1" fmla="*/ 533 w 1598"/>
                  <a:gd name="connsiteY1" fmla="*/ 6059 h 45431"/>
                  <a:gd name="connsiteX2" fmla="*/ 533 w 1598"/>
                  <a:gd name="connsiteY2" fmla="*/ 45911 h 45431"/>
                  <a:gd name="connsiteX3" fmla="*/ 138 w 1598"/>
                  <a:gd name="connsiteY3" fmla="*/ 45911 h 45431"/>
                  <a:gd name="connsiteX4" fmla="*/ 138 w 1598"/>
                  <a:gd name="connsiteY4" fmla="*/ 46708 h 45431"/>
                  <a:gd name="connsiteX5" fmla="*/ 1736 w 1598"/>
                  <a:gd name="connsiteY5" fmla="*/ 46708 h 45431"/>
                  <a:gd name="connsiteX6" fmla="*/ 1736 w 1598"/>
                  <a:gd name="connsiteY6" fmla="*/ 45911 h 45431"/>
                  <a:gd name="connsiteX7" fmla="*/ 1332 w 1598"/>
                  <a:gd name="connsiteY7" fmla="*/ 45911 h 45431"/>
                  <a:gd name="connsiteX8" fmla="*/ 1332 w 1598"/>
                  <a:gd name="connsiteY8" fmla="*/ 6059 h 45431"/>
                  <a:gd name="connsiteX9" fmla="*/ 937 w 1598"/>
                  <a:gd name="connsiteY9" fmla="*/ 1276 h 45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98" h="45431">
                    <a:moveTo>
                      <a:pt x="937" y="1276"/>
                    </a:moveTo>
                    <a:cubicBezTo>
                      <a:pt x="538" y="3668"/>
                      <a:pt x="533" y="6059"/>
                      <a:pt x="533" y="6059"/>
                    </a:cubicBezTo>
                    <a:lnTo>
                      <a:pt x="533" y="45911"/>
                    </a:lnTo>
                    <a:lnTo>
                      <a:pt x="138" y="45911"/>
                    </a:lnTo>
                    <a:lnTo>
                      <a:pt x="138" y="46708"/>
                    </a:lnTo>
                    <a:lnTo>
                      <a:pt x="1736" y="46708"/>
                    </a:lnTo>
                    <a:lnTo>
                      <a:pt x="1736" y="45911"/>
                    </a:lnTo>
                    <a:lnTo>
                      <a:pt x="1332" y="45911"/>
                    </a:lnTo>
                    <a:lnTo>
                      <a:pt x="1332" y="6059"/>
                    </a:lnTo>
                    <a:cubicBezTo>
                      <a:pt x="1332" y="6059"/>
                      <a:pt x="1335" y="3668"/>
                      <a:pt x="937" y="1276"/>
                    </a:cubicBezTo>
                    <a:close/>
                  </a:path>
                </a:pathLst>
              </a:custGeom>
              <a:solidFill>
                <a:srgbClr val="FF80F8"/>
              </a:solidFill>
              <a:ln w="1591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45" name="フリーフォーム: 図形 244">
                <a:extLst>
                  <a:ext uri="{FF2B5EF4-FFF2-40B4-BE49-F238E27FC236}">
                    <a16:creationId xmlns:a16="http://schemas.microsoft.com/office/drawing/2014/main" id="{202B13CC-6F52-E24C-A0A0-1987210F4767}"/>
                  </a:ext>
                </a:extLst>
              </p:cNvPr>
              <p:cNvSpPr/>
              <p:nvPr/>
            </p:nvSpPr>
            <p:spPr>
              <a:xfrm rot="5400000">
                <a:off x="3088178" y="6035482"/>
                <a:ext cx="54195" cy="68546"/>
              </a:xfrm>
              <a:custGeom>
                <a:avLst/>
                <a:gdLst>
                  <a:gd name="connsiteX0" fmla="*/ 15000 w 54195"/>
                  <a:gd name="connsiteY0" fmla="*/ 1275 h 68546"/>
                  <a:gd name="connsiteX1" fmla="*/ 11821 w 54195"/>
                  <a:gd name="connsiteY1" fmla="*/ 10839 h 68546"/>
                  <a:gd name="connsiteX2" fmla="*/ 11293 w 54195"/>
                  <a:gd name="connsiteY2" fmla="*/ 10839 h 68546"/>
                  <a:gd name="connsiteX3" fmla="*/ 9564 w 54195"/>
                  <a:gd name="connsiteY3" fmla="*/ 10839 h 68546"/>
                  <a:gd name="connsiteX4" fmla="*/ 7298 w 54195"/>
                  <a:gd name="connsiteY4" fmla="*/ 10839 h 68546"/>
                  <a:gd name="connsiteX5" fmla="*/ 4909 w 54195"/>
                  <a:gd name="connsiteY5" fmla="*/ 10839 h 68546"/>
                  <a:gd name="connsiteX6" fmla="*/ 4909 w 54195"/>
                  <a:gd name="connsiteY6" fmla="*/ 12433 h 68546"/>
                  <a:gd name="connsiteX7" fmla="*/ 4909 w 54195"/>
                  <a:gd name="connsiteY7" fmla="*/ 15621 h 68546"/>
                  <a:gd name="connsiteX8" fmla="*/ 3715 w 54195"/>
                  <a:gd name="connsiteY8" fmla="*/ 15621 h 68546"/>
                  <a:gd name="connsiteX9" fmla="*/ 3311 w 54195"/>
                  <a:gd name="connsiteY9" fmla="*/ 17216 h 68546"/>
                  <a:gd name="connsiteX10" fmla="*/ 4110 w 54195"/>
                  <a:gd name="connsiteY10" fmla="*/ 18810 h 68546"/>
                  <a:gd name="connsiteX11" fmla="*/ 4110 w 54195"/>
                  <a:gd name="connsiteY11" fmla="*/ 21998 h 68546"/>
                  <a:gd name="connsiteX12" fmla="*/ 922 w 54195"/>
                  <a:gd name="connsiteY12" fmla="*/ 21998 h 68546"/>
                  <a:gd name="connsiteX13" fmla="*/ 922 w 54195"/>
                  <a:gd name="connsiteY13" fmla="*/ 24389 h 68546"/>
                  <a:gd name="connsiteX14" fmla="*/ 1639 w 54195"/>
                  <a:gd name="connsiteY14" fmla="*/ 25186 h 68546"/>
                  <a:gd name="connsiteX15" fmla="*/ 930 w 54195"/>
                  <a:gd name="connsiteY15" fmla="*/ 25186 h 68546"/>
                  <a:gd name="connsiteX16" fmla="*/ 131 w 54195"/>
                  <a:gd name="connsiteY16" fmla="*/ 31562 h 68546"/>
                  <a:gd name="connsiteX17" fmla="*/ 131 w 54195"/>
                  <a:gd name="connsiteY17" fmla="*/ 69821 h 68546"/>
                  <a:gd name="connsiteX18" fmla="*/ 54327 w 54195"/>
                  <a:gd name="connsiteY18" fmla="*/ 69821 h 68546"/>
                  <a:gd name="connsiteX19" fmla="*/ 54327 w 54195"/>
                  <a:gd name="connsiteY19" fmla="*/ 31562 h 68546"/>
                  <a:gd name="connsiteX20" fmla="*/ 53528 w 54195"/>
                  <a:gd name="connsiteY20" fmla="*/ 25186 h 68546"/>
                  <a:gd name="connsiteX21" fmla="*/ 52812 w 54195"/>
                  <a:gd name="connsiteY21" fmla="*/ 25186 h 68546"/>
                  <a:gd name="connsiteX22" fmla="*/ 53528 w 54195"/>
                  <a:gd name="connsiteY22" fmla="*/ 24389 h 68546"/>
                  <a:gd name="connsiteX23" fmla="*/ 53528 w 54195"/>
                  <a:gd name="connsiteY23" fmla="*/ 24309 h 68546"/>
                  <a:gd name="connsiteX24" fmla="*/ 53528 w 54195"/>
                  <a:gd name="connsiteY24" fmla="*/ 21998 h 68546"/>
                  <a:gd name="connsiteX25" fmla="*/ 50340 w 54195"/>
                  <a:gd name="connsiteY25" fmla="*/ 21998 h 68546"/>
                  <a:gd name="connsiteX26" fmla="*/ 50340 w 54195"/>
                  <a:gd name="connsiteY26" fmla="*/ 18810 h 68546"/>
                  <a:gd name="connsiteX27" fmla="*/ 51139 w 54195"/>
                  <a:gd name="connsiteY27" fmla="*/ 17216 h 68546"/>
                  <a:gd name="connsiteX28" fmla="*/ 50736 w 54195"/>
                  <a:gd name="connsiteY28" fmla="*/ 15621 h 68546"/>
                  <a:gd name="connsiteX29" fmla="*/ 49541 w 54195"/>
                  <a:gd name="connsiteY29" fmla="*/ 15621 h 68546"/>
                  <a:gd name="connsiteX30" fmla="*/ 49541 w 54195"/>
                  <a:gd name="connsiteY30" fmla="*/ 12433 h 68546"/>
                  <a:gd name="connsiteX31" fmla="*/ 49549 w 54195"/>
                  <a:gd name="connsiteY31" fmla="*/ 12433 h 68546"/>
                  <a:gd name="connsiteX32" fmla="*/ 49549 w 54195"/>
                  <a:gd name="connsiteY32" fmla="*/ 10839 h 68546"/>
                  <a:gd name="connsiteX33" fmla="*/ 47160 w 54195"/>
                  <a:gd name="connsiteY33" fmla="*/ 10839 h 68546"/>
                  <a:gd name="connsiteX34" fmla="*/ 46699 w 54195"/>
                  <a:gd name="connsiteY34" fmla="*/ 10839 h 68546"/>
                  <a:gd name="connsiteX35" fmla="*/ 43165 w 54195"/>
                  <a:gd name="connsiteY35" fmla="*/ 10839 h 68546"/>
                  <a:gd name="connsiteX36" fmla="*/ 42704 w 54195"/>
                  <a:gd name="connsiteY36" fmla="*/ 10839 h 68546"/>
                  <a:gd name="connsiteX37" fmla="*/ 39524 w 54195"/>
                  <a:gd name="connsiteY37" fmla="*/ 1275 h 685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4195" h="68546">
                    <a:moveTo>
                      <a:pt x="15000" y="1275"/>
                    </a:moveTo>
                    <a:lnTo>
                      <a:pt x="11821" y="10839"/>
                    </a:lnTo>
                    <a:lnTo>
                      <a:pt x="11293" y="10839"/>
                    </a:lnTo>
                    <a:lnTo>
                      <a:pt x="9564" y="10839"/>
                    </a:lnTo>
                    <a:lnTo>
                      <a:pt x="7298" y="10839"/>
                    </a:lnTo>
                    <a:lnTo>
                      <a:pt x="4909" y="10839"/>
                    </a:lnTo>
                    <a:lnTo>
                      <a:pt x="4909" y="12433"/>
                    </a:lnTo>
                    <a:lnTo>
                      <a:pt x="4909" y="15621"/>
                    </a:lnTo>
                    <a:lnTo>
                      <a:pt x="3715" y="15621"/>
                    </a:lnTo>
                    <a:lnTo>
                      <a:pt x="3311" y="17216"/>
                    </a:lnTo>
                    <a:lnTo>
                      <a:pt x="4110" y="18810"/>
                    </a:lnTo>
                    <a:lnTo>
                      <a:pt x="4110" y="21998"/>
                    </a:lnTo>
                    <a:lnTo>
                      <a:pt x="922" y="21998"/>
                    </a:lnTo>
                    <a:lnTo>
                      <a:pt x="922" y="24389"/>
                    </a:lnTo>
                    <a:cubicBezTo>
                      <a:pt x="922" y="24803"/>
                      <a:pt x="1236" y="25138"/>
                      <a:pt x="1639" y="25186"/>
                    </a:cubicBezTo>
                    <a:lnTo>
                      <a:pt x="930" y="25186"/>
                    </a:lnTo>
                    <a:cubicBezTo>
                      <a:pt x="930" y="25186"/>
                      <a:pt x="127" y="25186"/>
                      <a:pt x="131" y="31562"/>
                    </a:cubicBezTo>
                    <a:lnTo>
                      <a:pt x="131" y="69821"/>
                    </a:lnTo>
                    <a:lnTo>
                      <a:pt x="54327" y="69821"/>
                    </a:lnTo>
                    <a:lnTo>
                      <a:pt x="54327" y="31562"/>
                    </a:lnTo>
                    <a:cubicBezTo>
                      <a:pt x="54323" y="25186"/>
                      <a:pt x="53528" y="25186"/>
                      <a:pt x="53528" y="25186"/>
                    </a:cubicBezTo>
                    <a:lnTo>
                      <a:pt x="52812" y="25186"/>
                    </a:lnTo>
                    <a:cubicBezTo>
                      <a:pt x="53215" y="25138"/>
                      <a:pt x="53528" y="24803"/>
                      <a:pt x="53528" y="24389"/>
                    </a:cubicBezTo>
                    <a:cubicBezTo>
                      <a:pt x="53528" y="24357"/>
                      <a:pt x="53531" y="24325"/>
                      <a:pt x="53528" y="24309"/>
                    </a:cubicBezTo>
                    <a:lnTo>
                      <a:pt x="53528" y="21998"/>
                    </a:lnTo>
                    <a:lnTo>
                      <a:pt x="50340" y="21998"/>
                    </a:lnTo>
                    <a:lnTo>
                      <a:pt x="50340" y="18810"/>
                    </a:lnTo>
                    <a:lnTo>
                      <a:pt x="51139" y="17216"/>
                    </a:lnTo>
                    <a:lnTo>
                      <a:pt x="50736" y="15621"/>
                    </a:lnTo>
                    <a:lnTo>
                      <a:pt x="49541" y="15621"/>
                    </a:lnTo>
                    <a:lnTo>
                      <a:pt x="49541" y="12433"/>
                    </a:lnTo>
                    <a:lnTo>
                      <a:pt x="49549" y="12433"/>
                    </a:lnTo>
                    <a:lnTo>
                      <a:pt x="49549" y="10839"/>
                    </a:lnTo>
                    <a:lnTo>
                      <a:pt x="47160" y="10839"/>
                    </a:lnTo>
                    <a:lnTo>
                      <a:pt x="46699" y="10839"/>
                    </a:lnTo>
                    <a:lnTo>
                      <a:pt x="43165" y="10839"/>
                    </a:lnTo>
                    <a:lnTo>
                      <a:pt x="42704" y="10839"/>
                    </a:lnTo>
                    <a:lnTo>
                      <a:pt x="39524" y="1275"/>
                    </a:lnTo>
                    <a:close/>
                  </a:path>
                </a:pathLst>
              </a:custGeom>
              <a:solidFill>
                <a:srgbClr val="FF80F8"/>
              </a:solidFill>
              <a:ln w="1591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sp>
          <p:nvSpPr>
            <p:cNvPr id="246" name="フリーフォーム: 図形 245">
              <a:extLst>
                <a:ext uri="{FF2B5EF4-FFF2-40B4-BE49-F238E27FC236}">
                  <a16:creationId xmlns:a16="http://schemas.microsoft.com/office/drawing/2014/main" id="{319B77CF-1759-C090-15DA-49FDC303F3A2}"/>
                </a:ext>
              </a:extLst>
            </p:cNvPr>
            <p:cNvSpPr/>
            <p:nvPr/>
          </p:nvSpPr>
          <p:spPr>
            <a:xfrm>
              <a:off x="4802628" y="6032302"/>
              <a:ext cx="36664" cy="74922"/>
            </a:xfrm>
            <a:custGeom>
              <a:avLst/>
              <a:gdLst>
                <a:gd name="connsiteX0" fmla="*/ 394 w 36664"/>
                <a:gd name="connsiteY0" fmla="*/ 75981 h 74922"/>
                <a:gd name="connsiteX1" fmla="*/ 37058 w 36664"/>
                <a:gd name="connsiteY1" fmla="*/ 75981 h 74922"/>
                <a:gd name="connsiteX2" fmla="*/ 37058 w 36664"/>
                <a:gd name="connsiteY2" fmla="*/ 1058 h 74922"/>
                <a:gd name="connsiteX3" fmla="*/ 394 w 36664"/>
                <a:gd name="connsiteY3" fmla="*/ 1058 h 74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64" h="74922">
                  <a:moveTo>
                    <a:pt x="394" y="75981"/>
                  </a:moveTo>
                  <a:lnTo>
                    <a:pt x="37058" y="75981"/>
                  </a:lnTo>
                  <a:cubicBezTo>
                    <a:pt x="34762" y="49774"/>
                    <a:pt x="35097" y="24970"/>
                    <a:pt x="37058" y="1058"/>
                  </a:cubicBezTo>
                  <a:lnTo>
                    <a:pt x="394" y="1058"/>
                  </a:lnTo>
                </a:path>
              </a:pathLst>
            </a:custGeom>
            <a:noFill/>
            <a:ln w="159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grpSp>
          <p:nvGrpSpPr>
            <p:cNvPr id="248" name="グラフィックス 4">
              <a:extLst>
                <a:ext uri="{FF2B5EF4-FFF2-40B4-BE49-F238E27FC236}">
                  <a16:creationId xmlns:a16="http://schemas.microsoft.com/office/drawing/2014/main" id="{A7F54361-0129-6446-6B23-2580BC8F0187}"/>
                </a:ext>
              </a:extLst>
            </p:cNvPr>
            <p:cNvGrpSpPr/>
            <p:nvPr/>
          </p:nvGrpSpPr>
          <p:grpSpPr>
            <a:xfrm>
              <a:off x="3077021" y="6056133"/>
              <a:ext cx="127462" cy="27242"/>
              <a:chOff x="3077021" y="6056133"/>
              <a:chExt cx="127462" cy="27242"/>
            </a:xfrm>
          </p:grpSpPr>
          <p:sp>
            <p:nvSpPr>
              <p:cNvPr id="249" name="フリーフォーム: 図形 248">
                <a:extLst>
                  <a:ext uri="{FF2B5EF4-FFF2-40B4-BE49-F238E27FC236}">
                    <a16:creationId xmlns:a16="http://schemas.microsoft.com/office/drawing/2014/main" id="{67DBAB60-6F6A-78F2-642D-0FD2AC1BD48A}"/>
                  </a:ext>
                </a:extLst>
              </p:cNvPr>
              <p:cNvSpPr/>
              <p:nvPr/>
            </p:nvSpPr>
            <p:spPr>
              <a:xfrm>
                <a:off x="3077021" y="6065793"/>
                <a:ext cx="100782" cy="7970"/>
              </a:xfrm>
              <a:custGeom>
                <a:avLst/>
                <a:gdLst>
                  <a:gd name="connsiteX0" fmla="*/ 4084 w 100782"/>
                  <a:gd name="connsiteY0" fmla="*/ 1058 h 7970"/>
                  <a:gd name="connsiteX1" fmla="*/ 98 w 100782"/>
                  <a:gd name="connsiteY1" fmla="*/ 5044 h 7970"/>
                  <a:gd name="connsiteX2" fmla="*/ 4084 w 100782"/>
                  <a:gd name="connsiteY2" fmla="*/ 9029 h 7970"/>
                  <a:gd name="connsiteX3" fmla="*/ 96895 w 100782"/>
                  <a:gd name="connsiteY3" fmla="*/ 9029 h 7970"/>
                  <a:gd name="connsiteX4" fmla="*/ 100880 w 100782"/>
                  <a:gd name="connsiteY4" fmla="*/ 5044 h 7970"/>
                  <a:gd name="connsiteX5" fmla="*/ 96895 w 100782"/>
                  <a:gd name="connsiteY5" fmla="*/ 1058 h 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782" h="7970">
                    <a:moveTo>
                      <a:pt x="4084" y="1058"/>
                    </a:moveTo>
                    <a:cubicBezTo>
                      <a:pt x="1882" y="1058"/>
                      <a:pt x="98" y="2844"/>
                      <a:pt x="98" y="5044"/>
                    </a:cubicBezTo>
                    <a:cubicBezTo>
                      <a:pt x="98" y="7243"/>
                      <a:pt x="1882" y="9029"/>
                      <a:pt x="4084" y="9029"/>
                    </a:cubicBezTo>
                    <a:lnTo>
                      <a:pt x="96895" y="9029"/>
                    </a:lnTo>
                    <a:cubicBezTo>
                      <a:pt x="99097" y="9029"/>
                      <a:pt x="100880" y="7243"/>
                      <a:pt x="100880" y="5044"/>
                    </a:cubicBezTo>
                    <a:cubicBezTo>
                      <a:pt x="100880" y="2844"/>
                      <a:pt x="99097" y="1058"/>
                      <a:pt x="96895" y="1058"/>
                    </a:cubicBezTo>
                    <a:close/>
                  </a:path>
                </a:pathLst>
              </a:custGeom>
              <a:solidFill>
                <a:srgbClr val="00FFFF">
                  <a:alpha val="50000"/>
                </a:srgbClr>
              </a:solidFill>
              <a:ln w="15923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50" name="フリーフォーム: 図形 249">
                <a:extLst>
                  <a:ext uri="{FF2B5EF4-FFF2-40B4-BE49-F238E27FC236}">
                    <a16:creationId xmlns:a16="http://schemas.microsoft.com/office/drawing/2014/main" id="{DCB7A87D-1D69-A74D-CCCB-65049621929C}"/>
                  </a:ext>
                </a:extLst>
              </p:cNvPr>
              <p:cNvSpPr/>
              <p:nvPr/>
            </p:nvSpPr>
            <p:spPr>
              <a:xfrm>
                <a:off x="3167022" y="6056133"/>
                <a:ext cx="37461" cy="27242"/>
              </a:xfrm>
              <a:custGeom>
                <a:avLst/>
                <a:gdLst>
                  <a:gd name="connsiteX0" fmla="*/ 108 w 37461"/>
                  <a:gd name="connsiteY0" fmla="*/ 1058 h 27242"/>
                  <a:gd name="connsiteX1" fmla="*/ 37570 w 37461"/>
                  <a:gd name="connsiteY1" fmla="*/ 14688 h 27242"/>
                  <a:gd name="connsiteX2" fmla="*/ 108 w 37461"/>
                  <a:gd name="connsiteY2" fmla="*/ 28301 h 27242"/>
                  <a:gd name="connsiteX3" fmla="*/ 108 w 37461"/>
                  <a:gd name="connsiteY3" fmla="*/ 1058 h 27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461" h="27242">
                    <a:moveTo>
                      <a:pt x="108" y="1058"/>
                    </a:moveTo>
                    <a:lnTo>
                      <a:pt x="37570" y="14688"/>
                    </a:lnTo>
                    <a:lnTo>
                      <a:pt x="108" y="28301"/>
                    </a:lnTo>
                    <a:cubicBezTo>
                      <a:pt x="6918" y="20379"/>
                      <a:pt x="6918" y="9029"/>
                      <a:pt x="108" y="1058"/>
                    </a:cubicBezTo>
                    <a:close/>
                  </a:path>
                </a:pathLst>
              </a:custGeom>
              <a:solidFill>
                <a:srgbClr val="7AFFFF"/>
              </a:solidFill>
              <a:ln w="3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251" name="グラフィックス 4">
              <a:extLst>
                <a:ext uri="{FF2B5EF4-FFF2-40B4-BE49-F238E27FC236}">
                  <a16:creationId xmlns:a16="http://schemas.microsoft.com/office/drawing/2014/main" id="{DB6D40D5-4357-82F4-A250-78797C48992D}"/>
                </a:ext>
              </a:extLst>
            </p:cNvPr>
            <p:cNvGrpSpPr/>
            <p:nvPr/>
          </p:nvGrpSpPr>
          <p:grpSpPr>
            <a:xfrm>
              <a:off x="3231658" y="6056133"/>
              <a:ext cx="127462" cy="27242"/>
              <a:chOff x="3231658" y="6056133"/>
              <a:chExt cx="127462" cy="27242"/>
            </a:xfrm>
          </p:grpSpPr>
          <p:sp>
            <p:nvSpPr>
              <p:cNvPr id="252" name="フリーフォーム: 図形 251">
                <a:extLst>
                  <a:ext uri="{FF2B5EF4-FFF2-40B4-BE49-F238E27FC236}">
                    <a16:creationId xmlns:a16="http://schemas.microsoft.com/office/drawing/2014/main" id="{893363F6-FD51-309B-E483-980DFA0283FA}"/>
                  </a:ext>
                </a:extLst>
              </p:cNvPr>
              <p:cNvSpPr/>
              <p:nvPr/>
            </p:nvSpPr>
            <p:spPr>
              <a:xfrm>
                <a:off x="3231658" y="6065793"/>
                <a:ext cx="100782" cy="7970"/>
              </a:xfrm>
              <a:custGeom>
                <a:avLst/>
                <a:gdLst>
                  <a:gd name="connsiteX0" fmla="*/ 4120 w 100782"/>
                  <a:gd name="connsiteY0" fmla="*/ 1058 h 7970"/>
                  <a:gd name="connsiteX1" fmla="*/ 135 w 100782"/>
                  <a:gd name="connsiteY1" fmla="*/ 5044 h 7970"/>
                  <a:gd name="connsiteX2" fmla="*/ 4120 w 100782"/>
                  <a:gd name="connsiteY2" fmla="*/ 9029 h 7970"/>
                  <a:gd name="connsiteX3" fmla="*/ 96932 w 100782"/>
                  <a:gd name="connsiteY3" fmla="*/ 9029 h 7970"/>
                  <a:gd name="connsiteX4" fmla="*/ 100917 w 100782"/>
                  <a:gd name="connsiteY4" fmla="*/ 5044 h 7970"/>
                  <a:gd name="connsiteX5" fmla="*/ 96932 w 100782"/>
                  <a:gd name="connsiteY5" fmla="*/ 1058 h 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782" h="7970">
                    <a:moveTo>
                      <a:pt x="4120" y="1058"/>
                    </a:moveTo>
                    <a:cubicBezTo>
                      <a:pt x="1919" y="1058"/>
                      <a:pt x="135" y="2844"/>
                      <a:pt x="135" y="5044"/>
                    </a:cubicBezTo>
                    <a:cubicBezTo>
                      <a:pt x="135" y="7243"/>
                      <a:pt x="1919" y="9029"/>
                      <a:pt x="4120" y="9029"/>
                    </a:cubicBezTo>
                    <a:lnTo>
                      <a:pt x="96932" y="9029"/>
                    </a:lnTo>
                    <a:cubicBezTo>
                      <a:pt x="99133" y="9029"/>
                      <a:pt x="100917" y="7243"/>
                      <a:pt x="100917" y="5044"/>
                    </a:cubicBezTo>
                    <a:cubicBezTo>
                      <a:pt x="100917" y="2844"/>
                      <a:pt x="99133" y="1058"/>
                      <a:pt x="96932" y="1058"/>
                    </a:cubicBezTo>
                    <a:close/>
                  </a:path>
                </a:pathLst>
              </a:custGeom>
              <a:solidFill>
                <a:srgbClr val="00FFFF">
                  <a:alpha val="50000"/>
                </a:srgbClr>
              </a:solidFill>
              <a:ln w="15923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53" name="フリーフォーム: 図形 252">
                <a:extLst>
                  <a:ext uri="{FF2B5EF4-FFF2-40B4-BE49-F238E27FC236}">
                    <a16:creationId xmlns:a16="http://schemas.microsoft.com/office/drawing/2014/main" id="{44090B28-8BD9-FC87-39F4-792DF78AE156}"/>
                  </a:ext>
                </a:extLst>
              </p:cNvPr>
              <p:cNvSpPr/>
              <p:nvPr/>
            </p:nvSpPr>
            <p:spPr>
              <a:xfrm>
                <a:off x="3321659" y="6056133"/>
                <a:ext cx="37461" cy="27242"/>
              </a:xfrm>
              <a:custGeom>
                <a:avLst/>
                <a:gdLst>
                  <a:gd name="connsiteX0" fmla="*/ 145 w 37461"/>
                  <a:gd name="connsiteY0" fmla="*/ 1058 h 27242"/>
                  <a:gd name="connsiteX1" fmla="*/ 37606 w 37461"/>
                  <a:gd name="connsiteY1" fmla="*/ 14688 h 27242"/>
                  <a:gd name="connsiteX2" fmla="*/ 145 w 37461"/>
                  <a:gd name="connsiteY2" fmla="*/ 28301 h 27242"/>
                  <a:gd name="connsiteX3" fmla="*/ 145 w 37461"/>
                  <a:gd name="connsiteY3" fmla="*/ 1058 h 27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461" h="27242">
                    <a:moveTo>
                      <a:pt x="145" y="1058"/>
                    </a:moveTo>
                    <a:lnTo>
                      <a:pt x="37606" y="14688"/>
                    </a:lnTo>
                    <a:lnTo>
                      <a:pt x="145" y="28301"/>
                    </a:lnTo>
                    <a:cubicBezTo>
                      <a:pt x="6955" y="20379"/>
                      <a:pt x="6955" y="9029"/>
                      <a:pt x="145" y="1058"/>
                    </a:cubicBezTo>
                    <a:close/>
                  </a:path>
                </a:pathLst>
              </a:custGeom>
              <a:solidFill>
                <a:srgbClr val="7AFFFF"/>
              </a:solidFill>
              <a:ln w="3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254" name="グラフィックス 4">
              <a:extLst>
                <a:ext uri="{FF2B5EF4-FFF2-40B4-BE49-F238E27FC236}">
                  <a16:creationId xmlns:a16="http://schemas.microsoft.com/office/drawing/2014/main" id="{CF702F69-674D-16D0-226C-38BFF6EF987C}"/>
                </a:ext>
              </a:extLst>
            </p:cNvPr>
            <p:cNvGrpSpPr/>
            <p:nvPr/>
          </p:nvGrpSpPr>
          <p:grpSpPr>
            <a:xfrm>
              <a:off x="3386295" y="6055388"/>
              <a:ext cx="127462" cy="27242"/>
              <a:chOff x="3386295" y="6055388"/>
              <a:chExt cx="127462" cy="27242"/>
            </a:xfrm>
          </p:grpSpPr>
          <p:sp>
            <p:nvSpPr>
              <p:cNvPr id="255" name="フリーフォーム: 図形 254">
                <a:extLst>
                  <a:ext uri="{FF2B5EF4-FFF2-40B4-BE49-F238E27FC236}">
                    <a16:creationId xmlns:a16="http://schemas.microsoft.com/office/drawing/2014/main" id="{0F6AE6BF-CFC3-3730-7FA5-3EF5000ADA63}"/>
                  </a:ext>
                </a:extLst>
              </p:cNvPr>
              <p:cNvSpPr/>
              <p:nvPr/>
            </p:nvSpPr>
            <p:spPr>
              <a:xfrm>
                <a:off x="3386295" y="6065048"/>
                <a:ext cx="100782" cy="7970"/>
              </a:xfrm>
              <a:custGeom>
                <a:avLst/>
                <a:gdLst>
                  <a:gd name="connsiteX0" fmla="*/ 4157 w 100782"/>
                  <a:gd name="connsiteY0" fmla="*/ 1058 h 7970"/>
                  <a:gd name="connsiteX1" fmla="*/ 172 w 100782"/>
                  <a:gd name="connsiteY1" fmla="*/ 5043 h 7970"/>
                  <a:gd name="connsiteX2" fmla="*/ 4157 w 100782"/>
                  <a:gd name="connsiteY2" fmla="*/ 9029 h 7970"/>
                  <a:gd name="connsiteX3" fmla="*/ 96968 w 100782"/>
                  <a:gd name="connsiteY3" fmla="*/ 9029 h 7970"/>
                  <a:gd name="connsiteX4" fmla="*/ 100954 w 100782"/>
                  <a:gd name="connsiteY4" fmla="*/ 5043 h 7970"/>
                  <a:gd name="connsiteX5" fmla="*/ 96968 w 100782"/>
                  <a:gd name="connsiteY5" fmla="*/ 1058 h 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782" h="7970">
                    <a:moveTo>
                      <a:pt x="4157" y="1058"/>
                    </a:moveTo>
                    <a:cubicBezTo>
                      <a:pt x="1955" y="1058"/>
                      <a:pt x="172" y="2844"/>
                      <a:pt x="172" y="5043"/>
                    </a:cubicBezTo>
                    <a:cubicBezTo>
                      <a:pt x="172" y="7243"/>
                      <a:pt x="1955" y="9029"/>
                      <a:pt x="4157" y="9029"/>
                    </a:cubicBezTo>
                    <a:lnTo>
                      <a:pt x="96968" y="9029"/>
                    </a:lnTo>
                    <a:cubicBezTo>
                      <a:pt x="99170" y="9029"/>
                      <a:pt x="100954" y="7243"/>
                      <a:pt x="100954" y="5043"/>
                    </a:cubicBezTo>
                    <a:cubicBezTo>
                      <a:pt x="100954" y="2844"/>
                      <a:pt x="99170" y="1058"/>
                      <a:pt x="96968" y="1058"/>
                    </a:cubicBezTo>
                    <a:close/>
                  </a:path>
                </a:pathLst>
              </a:custGeom>
              <a:solidFill>
                <a:srgbClr val="00FFFF">
                  <a:alpha val="50000"/>
                </a:srgbClr>
              </a:solidFill>
              <a:ln w="15923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56" name="フリーフォーム: 図形 255">
                <a:extLst>
                  <a:ext uri="{FF2B5EF4-FFF2-40B4-BE49-F238E27FC236}">
                    <a16:creationId xmlns:a16="http://schemas.microsoft.com/office/drawing/2014/main" id="{738C5FFC-8FE3-0A24-644C-BA6073506D2F}"/>
                  </a:ext>
                </a:extLst>
              </p:cNvPr>
              <p:cNvSpPr/>
              <p:nvPr/>
            </p:nvSpPr>
            <p:spPr>
              <a:xfrm>
                <a:off x="3476296" y="6055388"/>
                <a:ext cx="37461" cy="27242"/>
              </a:xfrm>
              <a:custGeom>
                <a:avLst/>
                <a:gdLst>
                  <a:gd name="connsiteX0" fmla="*/ 182 w 37461"/>
                  <a:gd name="connsiteY0" fmla="*/ 1058 h 27242"/>
                  <a:gd name="connsiteX1" fmla="*/ 37643 w 37461"/>
                  <a:gd name="connsiteY1" fmla="*/ 14688 h 27242"/>
                  <a:gd name="connsiteX2" fmla="*/ 182 w 37461"/>
                  <a:gd name="connsiteY2" fmla="*/ 28301 h 27242"/>
                  <a:gd name="connsiteX3" fmla="*/ 182 w 37461"/>
                  <a:gd name="connsiteY3" fmla="*/ 1058 h 27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461" h="27242">
                    <a:moveTo>
                      <a:pt x="182" y="1058"/>
                    </a:moveTo>
                    <a:lnTo>
                      <a:pt x="37643" y="14688"/>
                    </a:lnTo>
                    <a:lnTo>
                      <a:pt x="182" y="28301"/>
                    </a:lnTo>
                    <a:cubicBezTo>
                      <a:pt x="6992" y="20379"/>
                      <a:pt x="6992" y="9029"/>
                      <a:pt x="182" y="1058"/>
                    </a:cubicBezTo>
                    <a:close/>
                  </a:path>
                </a:pathLst>
              </a:custGeom>
              <a:solidFill>
                <a:srgbClr val="7AFFFF"/>
              </a:solidFill>
              <a:ln w="3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257" name="グラフィックス 4">
              <a:extLst>
                <a:ext uri="{FF2B5EF4-FFF2-40B4-BE49-F238E27FC236}">
                  <a16:creationId xmlns:a16="http://schemas.microsoft.com/office/drawing/2014/main" id="{3A9ED9E4-1AC3-1254-262C-FC92986C5477}"/>
                </a:ext>
              </a:extLst>
            </p:cNvPr>
            <p:cNvGrpSpPr/>
            <p:nvPr/>
          </p:nvGrpSpPr>
          <p:grpSpPr>
            <a:xfrm>
              <a:off x="3540933" y="6055388"/>
              <a:ext cx="127462" cy="27242"/>
              <a:chOff x="3540933" y="6055388"/>
              <a:chExt cx="127462" cy="27242"/>
            </a:xfrm>
          </p:grpSpPr>
          <p:sp>
            <p:nvSpPr>
              <p:cNvPr id="258" name="フリーフォーム: 図形 257">
                <a:extLst>
                  <a:ext uri="{FF2B5EF4-FFF2-40B4-BE49-F238E27FC236}">
                    <a16:creationId xmlns:a16="http://schemas.microsoft.com/office/drawing/2014/main" id="{5853C122-FFE3-D3E1-B52D-4B2C7D4D6723}"/>
                  </a:ext>
                </a:extLst>
              </p:cNvPr>
              <p:cNvSpPr/>
              <p:nvPr/>
            </p:nvSpPr>
            <p:spPr>
              <a:xfrm>
                <a:off x="3540933" y="6065048"/>
                <a:ext cx="100782" cy="7970"/>
              </a:xfrm>
              <a:custGeom>
                <a:avLst/>
                <a:gdLst>
                  <a:gd name="connsiteX0" fmla="*/ 4194 w 100782"/>
                  <a:gd name="connsiteY0" fmla="*/ 1058 h 7970"/>
                  <a:gd name="connsiteX1" fmla="*/ 208 w 100782"/>
                  <a:gd name="connsiteY1" fmla="*/ 5043 h 7970"/>
                  <a:gd name="connsiteX2" fmla="*/ 4194 w 100782"/>
                  <a:gd name="connsiteY2" fmla="*/ 9029 h 7970"/>
                  <a:gd name="connsiteX3" fmla="*/ 97005 w 100782"/>
                  <a:gd name="connsiteY3" fmla="*/ 9029 h 7970"/>
                  <a:gd name="connsiteX4" fmla="*/ 100990 w 100782"/>
                  <a:gd name="connsiteY4" fmla="*/ 5043 h 7970"/>
                  <a:gd name="connsiteX5" fmla="*/ 97005 w 100782"/>
                  <a:gd name="connsiteY5" fmla="*/ 1058 h 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782" h="7970">
                    <a:moveTo>
                      <a:pt x="4194" y="1058"/>
                    </a:moveTo>
                    <a:cubicBezTo>
                      <a:pt x="1992" y="1058"/>
                      <a:pt x="208" y="2844"/>
                      <a:pt x="208" y="5043"/>
                    </a:cubicBezTo>
                    <a:cubicBezTo>
                      <a:pt x="208" y="7243"/>
                      <a:pt x="1992" y="9029"/>
                      <a:pt x="4194" y="9029"/>
                    </a:cubicBezTo>
                    <a:lnTo>
                      <a:pt x="97005" y="9029"/>
                    </a:lnTo>
                    <a:cubicBezTo>
                      <a:pt x="99207" y="9029"/>
                      <a:pt x="100990" y="7243"/>
                      <a:pt x="100990" y="5043"/>
                    </a:cubicBezTo>
                    <a:cubicBezTo>
                      <a:pt x="100990" y="2844"/>
                      <a:pt x="99207" y="1058"/>
                      <a:pt x="97005" y="1058"/>
                    </a:cubicBezTo>
                    <a:close/>
                  </a:path>
                </a:pathLst>
              </a:custGeom>
              <a:solidFill>
                <a:srgbClr val="00FFFF">
                  <a:alpha val="50000"/>
                </a:srgbClr>
              </a:solidFill>
              <a:ln w="15923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59" name="フリーフォーム: 図形 258">
                <a:extLst>
                  <a:ext uri="{FF2B5EF4-FFF2-40B4-BE49-F238E27FC236}">
                    <a16:creationId xmlns:a16="http://schemas.microsoft.com/office/drawing/2014/main" id="{4D52BEFB-700D-47BE-7945-6479DCABBCDD}"/>
                  </a:ext>
                </a:extLst>
              </p:cNvPr>
              <p:cNvSpPr/>
              <p:nvPr/>
            </p:nvSpPr>
            <p:spPr>
              <a:xfrm>
                <a:off x="3630934" y="6055388"/>
                <a:ext cx="37461" cy="27242"/>
              </a:xfrm>
              <a:custGeom>
                <a:avLst/>
                <a:gdLst>
                  <a:gd name="connsiteX0" fmla="*/ 218 w 37461"/>
                  <a:gd name="connsiteY0" fmla="*/ 1058 h 27242"/>
                  <a:gd name="connsiteX1" fmla="*/ 37680 w 37461"/>
                  <a:gd name="connsiteY1" fmla="*/ 14688 h 27242"/>
                  <a:gd name="connsiteX2" fmla="*/ 218 w 37461"/>
                  <a:gd name="connsiteY2" fmla="*/ 28301 h 27242"/>
                  <a:gd name="connsiteX3" fmla="*/ 218 w 37461"/>
                  <a:gd name="connsiteY3" fmla="*/ 1058 h 27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461" h="27242">
                    <a:moveTo>
                      <a:pt x="218" y="1058"/>
                    </a:moveTo>
                    <a:lnTo>
                      <a:pt x="37680" y="14688"/>
                    </a:lnTo>
                    <a:lnTo>
                      <a:pt x="218" y="28301"/>
                    </a:lnTo>
                    <a:cubicBezTo>
                      <a:pt x="7028" y="20379"/>
                      <a:pt x="7028" y="9029"/>
                      <a:pt x="218" y="1058"/>
                    </a:cubicBezTo>
                    <a:close/>
                  </a:path>
                </a:pathLst>
              </a:custGeom>
              <a:solidFill>
                <a:srgbClr val="7AFFFF"/>
              </a:solidFill>
              <a:ln w="3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260" name="グラフィックス 4">
              <a:extLst>
                <a:ext uri="{FF2B5EF4-FFF2-40B4-BE49-F238E27FC236}">
                  <a16:creationId xmlns:a16="http://schemas.microsoft.com/office/drawing/2014/main" id="{D8501D28-1EC6-8948-B5A6-67276E73D20A}"/>
                </a:ext>
              </a:extLst>
            </p:cNvPr>
            <p:cNvGrpSpPr/>
            <p:nvPr/>
          </p:nvGrpSpPr>
          <p:grpSpPr>
            <a:xfrm>
              <a:off x="3695570" y="6056133"/>
              <a:ext cx="127462" cy="27242"/>
              <a:chOff x="3695570" y="6056133"/>
              <a:chExt cx="127462" cy="27242"/>
            </a:xfrm>
          </p:grpSpPr>
          <p:sp>
            <p:nvSpPr>
              <p:cNvPr id="261" name="フリーフォーム: 図形 260">
                <a:extLst>
                  <a:ext uri="{FF2B5EF4-FFF2-40B4-BE49-F238E27FC236}">
                    <a16:creationId xmlns:a16="http://schemas.microsoft.com/office/drawing/2014/main" id="{EFA9A60D-5E6D-96A5-73BD-C056A85BEBB1}"/>
                  </a:ext>
                </a:extLst>
              </p:cNvPr>
              <p:cNvSpPr/>
              <p:nvPr/>
            </p:nvSpPr>
            <p:spPr>
              <a:xfrm>
                <a:off x="3695570" y="6065793"/>
                <a:ext cx="100782" cy="7970"/>
              </a:xfrm>
              <a:custGeom>
                <a:avLst/>
                <a:gdLst>
                  <a:gd name="connsiteX0" fmla="*/ 4230 w 100782"/>
                  <a:gd name="connsiteY0" fmla="*/ 1058 h 7970"/>
                  <a:gd name="connsiteX1" fmla="*/ 245 w 100782"/>
                  <a:gd name="connsiteY1" fmla="*/ 5044 h 7970"/>
                  <a:gd name="connsiteX2" fmla="*/ 4230 w 100782"/>
                  <a:gd name="connsiteY2" fmla="*/ 9029 h 7970"/>
                  <a:gd name="connsiteX3" fmla="*/ 97042 w 100782"/>
                  <a:gd name="connsiteY3" fmla="*/ 9029 h 7970"/>
                  <a:gd name="connsiteX4" fmla="*/ 101027 w 100782"/>
                  <a:gd name="connsiteY4" fmla="*/ 5044 h 7970"/>
                  <a:gd name="connsiteX5" fmla="*/ 97042 w 100782"/>
                  <a:gd name="connsiteY5" fmla="*/ 1058 h 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782" h="7970">
                    <a:moveTo>
                      <a:pt x="4230" y="1058"/>
                    </a:moveTo>
                    <a:cubicBezTo>
                      <a:pt x="2029" y="1058"/>
                      <a:pt x="245" y="2844"/>
                      <a:pt x="245" y="5044"/>
                    </a:cubicBezTo>
                    <a:cubicBezTo>
                      <a:pt x="245" y="7243"/>
                      <a:pt x="2029" y="9029"/>
                      <a:pt x="4230" y="9029"/>
                    </a:cubicBezTo>
                    <a:lnTo>
                      <a:pt x="97042" y="9029"/>
                    </a:lnTo>
                    <a:cubicBezTo>
                      <a:pt x="99243" y="9029"/>
                      <a:pt x="101027" y="7243"/>
                      <a:pt x="101027" y="5044"/>
                    </a:cubicBezTo>
                    <a:cubicBezTo>
                      <a:pt x="101027" y="2844"/>
                      <a:pt x="99243" y="1058"/>
                      <a:pt x="97042" y="1058"/>
                    </a:cubicBezTo>
                    <a:close/>
                  </a:path>
                </a:pathLst>
              </a:custGeom>
              <a:solidFill>
                <a:srgbClr val="00FFFF">
                  <a:alpha val="50000"/>
                </a:srgbClr>
              </a:solidFill>
              <a:ln w="15923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62" name="フリーフォーム: 図形 261">
                <a:extLst>
                  <a:ext uri="{FF2B5EF4-FFF2-40B4-BE49-F238E27FC236}">
                    <a16:creationId xmlns:a16="http://schemas.microsoft.com/office/drawing/2014/main" id="{943F4A4C-F752-4617-51C1-D04857B6696B}"/>
                  </a:ext>
                </a:extLst>
              </p:cNvPr>
              <p:cNvSpPr/>
              <p:nvPr/>
            </p:nvSpPr>
            <p:spPr>
              <a:xfrm>
                <a:off x="3785571" y="6056133"/>
                <a:ext cx="37461" cy="27242"/>
              </a:xfrm>
              <a:custGeom>
                <a:avLst/>
                <a:gdLst>
                  <a:gd name="connsiteX0" fmla="*/ 255 w 37461"/>
                  <a:gd name="connsiteY0" fmla="*/ 1058 h 27242"/>
                  <a:gd name="connsiteX1" fmla="*/ 37716 w 37461"/>
                  <a:gd name="connsiteY1" fmla="*/ 14688 h 27242"/>
                  <a:gd name="connsiteX2" fmla="*/ 255 w 37461"/>
                  <a:gd name="connsiteY2" fmla="*/ 28301 h 27242"/>
                  <a:gd name="connsiteX3" fmla="*/ 255 w 37461"/>
                  <a:gd name="connsiteY3" fmla="*/ 1058 h 27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461" h="27242">
                    <a:moveTo>
                      <a:pt x="255" y="1058"/>
                    </a:moveTo>
                    <a:lnTo>
                      <a:pt x="37716" y="14688"/>
                    </a:lnTo>
                    <a:lnTo>
                      <a:pt x="255" y="28301"/>
                    </a:lnTo>
                    <a:cubicBezTo>
                      <a:pt x="7065" y="20379"/>
                      <a:pt x="7065" y="9029"/>
                      <a:pt x="255" y="1058"/>
                    </a:cubicBezTo>
                    <a:close/>
                  </a:path>
                </a:pathLst>
              </a:custGeom>
              <a:solidFill>
                <a:srgbClr val="7AFFFF"/>
              </a:solidFill>
              <a:ln w="3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263" name="グラフィックス 4">
              <a:extLst>
                <a:ext uri="{FF2B5EF4-FFF2-40B4-BE49-F238E27FC236}">
                  <a16:creationId xmlns:a16="http://schemas.microsoft.com/office/drawing/2014/main" id="{A8CFC40B-629C-E718-7D94-850705D9320A}"/>
                </a:ext>
              </a:extLst>
            </p:cNvPr>
            <p:cNvGrpSpPr/>
            <p:nvPr/>
          </p:nvGrpSpPr>
          <p:grpSpPr>
            <a:xfrm>
              <a:off x="3850207" y="6056133"/>
              <a:ext cx="127462" cy="27242"/>
              <a:chOff x="3850207" y="6056133"/>
              <a:chExt cx="127462" cy="27242"/>
            </a:xfrm>
          </p:grpSpPr>
          <p:sp>
            <p:nvSpPr>
              <p:cNvPr id="264" name="フリーフォーム: 図形 263">
                <a:extLst>
                  <a:ext uri="{FF2B5EF4-FFF2-40B4-BE49-F238E27FC236}">
                    <a16:creationId xmlns:a16="http://schemas.microsoft.com/office/drawing/2014/main" id="{C2018542-A8BF-9BC6-FEC6-04E444EAABDF}"/>
                  </a:ext>
                </a:extLst>
              </p:cNvPr>
              <p:cNvSpPr/>
              <p:nvPr/>
            </p:nvSpPr>
            <p:spPr>
              <a:xfrm>
                <a:off x="3850207" y="6065793"/>
                <a:ext cx="100782" cy="7970"/>
              </a:xfrm>
              <a:custGeom>
                <a:avLst/>
                <a:gdLst>
                  <a:gd name="connsiteX0" fmla="*/ 4267 w 100782"/>
                  <a:gd name="connsiteY0" fmla="*/ 1058 h 7970"/>
                  <a:gd name="connsiteX1" fmla="*/ 282 w 100782"/>
                  <a:gd name="connsiteY1" fmla="*/ 5044 h 7970"/>
                  <a:gd name="connsiteX2" fmla="*/ 4267 w 100782"/>
                  <a:gd name="connsiteY2" fmla="*/ 9029 h 7970"/>
                  <a:gd name="connsiteX3" fmla="*/ 97078 w 100782"/>
                  <a:gd name="connsiteY3" fmla="*/ 9029 h 7970"/>
                  <a:gd name="connsiteX4" fmla="*/ 101064 w 100782"/>
                  <a:gd name="connsiteY4" fmla="*/ 5044 h 7970"/>
                  <a:gd name="connsiteX5" fmla="*/ 97078 w 100782"/>
                  <a:gd name="connsiteY5" fmla="*/ 1058 h 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782" h="7970">
                    <a:moveTo>
                      <a:pt x="4267" y="1058"/>
                    </a:moveTo>
                    <a:cubicBezTo>
                      <a:pt x="2065" y="1058"/>
                      <a:pt x="282" y="2844"/>
                      <a:pt x="282" y="5044"/>
                    </a:cubicBezTo>
                    <a:cubicBezTo>
                      <a:pt x="282" y="7243"/>
                      <a:pt x="2065" y="9029"/>
                      <a:pt x="4267" y="9029"/>
                    </a:cubicBezTo>
                    <a:lnTo>
                      <a:pt x="97078" y="9029"/>
                    </a:lnTo>
                    <a:cubicBezTo>
                      <a:pt x="99280" y="9029"/>
                      <a:pt x="101064" y="7243"/>
                      <a:pt x="101064" y="5044"/>
                    </a:cubicBezTo>
                    <a:cubicBezTo>
                      <a:pt x="101064" y="2844"/>
                      <a:pt x="99280" y="1058"/>
                      <a:pt x="97078" y="1058"/>
                    </a:cubicBezTo>
                    <a:close/>
                  </a:path>
                </a:pathLst>
              </a:custGeom>
              <a:solidFill>
                <a:srgbClr val="00FFFF">
                  <a:alpha val="50000"/>
                </a:srgbClr>
              </a:solidFill>
              <a:ln w="15923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65" name="フリーフォーム: 図形 264">
                <a:extLst>
                  <a:ext uri="{FF2B5EF4-FFF2-40B4-BE49-F238E27FC236}">
                    <a16:creationId xmlns:a16="http://schemas.microsoft.com/office/drawing/2014/main" id="{FD2B3976-9978-F046-DAF6-82A652C58F84}"/>
                  </a:ext>
                </a:extLst>
              </p:cNvPr>
              <p:cNvSpPr/>
              <p:nvPr/>
            </p:nvSpPr>
            <p:spPr>
              <a:xfrm>
                <a:off x="3940208" y="6056133"/>
                <a:ext cx="37461" cy="27242"/>
              </a:xfrm>
              <a:custGeom>
                <a:avLst/>
                <a:gdLst>
                  <a:gd name="connsiteX0" fmla="*/ 292 w 37461"/>
                  <a:gd name="connsiteY0" fmla="*/ 1058 h 27242"/>
                  <a:gd name="connsiteX1" fmla="*/ 37753 w 37461"/>
                  <a:gd name="connsiteY1" fmla="*/ 14688 h 27242"/>
                  <a:gd name="connsiteX2" fmla="*/ 292 w 37461"/>
                  <a:gd name="connsiteY2" fmla="*/ 28301 h 27242"/>
                  <a:gd name="connsiteX3" fmla="*/ 292 w 37461"/>
                  <a:gd name="connsiteY3" fmla="*/ 1058 h 27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461" h="27242">
                    <a:moveTo>
                      <a:pt x="292" y="1058"/>
                    </a:moveTo>
                    <a:lnTo>
                      <a:pt x="37753" y="14688"/>
                    </a:lnTo>
                    <a:lnTo>
                      <a:pt x="292" y="28301"/>
                    </a:lnTo>
                    <a:cubicBezTo>
                      <a:pt x="7102" y="20379"/>
                      <a:pt x="7102" y="9029"/>
                      <a:pt x="292" y="1058"/>
                    </a:cubicBezTo>
                    <a:close/>
                  </a:path>
                </a:pathLst>
              </a:custGeom>
              <a:solidFill>
                <a:srgbClr val="7AFFFF"/>
              </a:solidFill>
              <a:ln w="3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266" name="グラフィックス 4">
              <a:extLst>
                <a:ext uri="{FF2B5EF4-FFF2-40B4-BE49-F238E27FC236}">
                  <a16:creationId xmlns:a16="http://schemas.microsoft.com/office/drawing/2014/main" id="{FEEF9EC8-5320-0958-B0C7-CE4E711E87F9}"/>
                </a:ext>
              </a:extLst>
            </p:cNvPr>
            <p:cNvGrpSpPr/>
            <p:nvPr/>
          </p:nvGrpSpPr>
          <p:grpSpPr>
            <a:xfrm>
              <a:off x="4004844" y="6055388"/>
              <a:ext cx="127462" cy="27242"/>
              <a:chOff x="4004844" y="6055388"/>
              <a:chExt cx="127462" cy="27242"/>
            </a:xfrm>
          </p:grpSpPr>
          <p:sp>
            <p:nvSpPr>
              <p:cNvPr id="267" name="フリーフォーム: 図形 266">
                <a:extLst>
                  <a:ext uri="{FF2B5EF4-FFF2-40B4-BE49-F238E27FC236}">
                    <a16:creationId xmlns:a16="http://schemas.microsoft.com/office/drawing/2014/main" id="{7C508837-86E4-8D17-5DFD-759EE8B7EE3F}"/>
                  </a:ext>
                </a:extLst>
              </p:cNvPr>
              <p:cNvSpPr/>
              <p:nvPr/>
            </p:nvSpPr>
            <p:spPr>
              <a:xfrm>
                <a:off x="4004844" y="6065048"/>
                <a:ext cx="100782" cy="7970"/>
              </a:xfrm>
              <a:custGeom>
                <a:avLst/>
                <a:gdLst>
                  <a:gd name="connsiteX0" fmla="*/ 4304 w 100782"/>
                  <a:gd name="connsiteY0" fmla="*/ 1058 h 7970"/>
                  <a:gd name="connsiteX1" fmla="*/ 318 w 100782"/>
                  <a:gd name="connsiteY1" fmla="*/ 5043 h 7970"/>
                  <a:gd name="connsiteX2" fmla="*/ 4304 w 100782"/>
                  <a:gd name="connsiteY2" fmla="*/ 9029 h 7970"/>
                  <a:gd name="connsiteX3" fmla="*/ 97115 w 100782"/>
                  <a:gd name="connsiteY3" fmla="*/ 9029 h 7970"/>
                  <a:gd name="connsiteX4" fmla="*/ 101100 w 100782"/>
                  <a:gd name="connsiteY4" fmla="*/ 5043 h 7970"/>
                  <a:gd name="connsiteX5" fmla="*/ 97115 w 100782"/>
                  <a:gd name="connsiteY5" fmla="*/ 1058 h 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782" h="7970">
                    <a:moveTo>
                      <a:pt x="4304" y="1058"/>
                    </a:moveTo>
                    <a:cubicBezTo>
                      <a:pt x="2102" y="1058"/>
                      <a:pt x="318" y="2844"/>
                      <a:pt x="318" y="5043"/>
                    </a:cubicBezTo>
                    <a:cubicBezTo>
                      <a:pt x="318" y="7243"/>
                      <a:pt x="2102" y="9029"/>
                      <a:pt x="4304" y="9029"/>
                    </a:cubicBezTo>
                    <a:lnTo>
                      <a:pt x="97115" y="9029"/>
                    </a:lnTo>
                    <a:cubicBezTo>
                      <a:pt x="99316" y="9029"/>
                      <a:pt x="101100" y="7243"/>
                      <a:pt x="101100" y="5043"/>
                    </a:cubicBezTo>
                    <a:cubicBezTo>
                      <a:pt x="101100" y="2844"/>
                      <a:pt x="99316" y="1058"/>
                      <a:pt x="97115" y="1058"/>
                    </a:cubicBezTo>
                    <a:close/>
                  </a:path>
                </a:pathLst>
              </a:custGeom>
              <a:solidFill>
                <a:srgbClr val="00FFFF">
                  <a:alpha val="50000"/>
                </a:srgbClr>
              </a:solidFill>
              <a:ln w="15923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68" name="フリーフォーム: 図形 267">
                <a:extLst>
                  <a:ext uri="{FF2B5EF4-FFF2-40B4-BE49-F238E27FC236}">
                    <a16:creationId xmlns:a16="http://schemas.microsoft.com/office/drawing/2014/main" id="{23E81E07-9220-87D0-C216-8EBEC027F118}"/>
                  </a:ext>
                </a:extLst>
              </p:cNvPr>
              <p:cNvSpPr/>
              <p:nvPr/>
            </p:nvSpPr>
            <p:spPr>
              <a:xfrm>
                <a:off x="4094845" y="6055388"/>
                <a:ext cx="37461" cy="27242"/>
              </a:xfrm>
              <a:custGeom>
                <a:avLst/>
                <a:gdLst>
                  <a:gd name="connsiteX0" fmla="*/ 328 w 37461"/>
                  <a:gd name="connsiteY0" fmla="*/ 1058 h 27242"/>
                  <a:gd name="connsiteX1" fmla="*/ 37790 w 37461"/>
                  <a:gd name="connsiteY1" fmla="*/ 14688 h 27242"/>
                  <a:gd name="connsiteX2" fmla="*/ 328 w 37461"/>
                  <a:gd name="connsiteY2" fmla="*/ 28301 h 27242"/>
                  <a:gd name="connsiteX3" fmla="*/ 328 w 37461"/>
                  <a:gd name="connsiteY3" fmla="*/ 1058 h 27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461" h="27242">
                    <a:moveTo>
                      <a:pt x="328" y="1058"/>
                    </a:moveTo>
                    <a:lnTo>
                      <a:pt x="37790" y="14688"/>
                    </a:lnTo>
                    <a:lnTo>
                      <a:pt x="328" y="28301"/>
                    </a:lnTo>
                    <a:cubicBezTo>
                      <a:pt x="7138" y="20379"/>
                      <a:pt x="7138" y="9029"/>
                      <a:pt x="328" y="1058"/>
                    </a:cubicBezTo>
                    <a:close/>
                  </a:path>
                </a:pathLst>
              </a:custGeom>
              <a:solidFill>
                <a:srgbClr val="7AFFFF"/>
              </a:solidFill>
              <a:ln w="3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269" name="グラフィックス 4">
              <a:extLst>
                <a:ext uri="{FF2B5EF4-FFF2-40B4-BE49-F238E27FC236}">
                  <a16:creationId xmlns:a16="http://schemas.microsoft.com/office/drawing/2014/main" id="{B5DF5AAE-3B86-E42E-AB57-B48589FB9C7D}"/>
                </a:ext>
              </a:extLst>
            </p:cNvPr>
            <p:cNvGrpSpPr/>
            <p:nvPr/>
          </p:nvGrpSpPr>
          <p:grpSpPr>
            <a:xfrm>
              <a:off x="4159481" y="6055388"/>
              <a:ext cx="127462" cy="27242"/>
              <a:chOff x="4159481" y="6055388"/>
              <a:chExt cx="127462" cy="27242"/>
            </a:xfrm>
          </p:grpSpPr>
          <p:sp>
            <p:nvSpPr>
              <p:cNvPr id="270" name="フリーフォーム: 図形 269">
                <a:extLst>
                  <a:ext uri="{FF2B5EF4-FFF2-40B4-BE49-F238E27FC236}">
                    <a16:creationId xmlns:a16="http://schemas.microsoft.com/office/drawing/2014/main" id="{65AEC706-5020-986D-E28F-590577C070F6}"/>
                  </a:ext>
                </a:extLst>
              </p:cNvPr>
              <p:cNvSpPr/>
              <p:nvPr/>
            </p:nvSpPr>
            <p:spPr>
              <a:xfrm>
                <a:off x="4159481" y="6065048"/>
                <a:ext cx="100782" cy="7970"/>
              </a:xfrm>
              <a:custGeom>
                <a:avLst/>
                <a:gdLst>
                  <a:gd name="connsiteX0" fmla="*/ 4340 w 100782"/>
                  <a:gd name="connsiteY0" fmla="*/ 1058 h 7970"/>
                  <a:gd name="connsiteX1" fmla="*/ 355 w 100782"/>
                  <a:gd name="connsiteY1" fmla="*/ 5043 h 7970"/>
                  <a:gd name="connsiteX2" fmla="*/ 4340 w 100782"/>
                  <a:gd name="connsiteY2" fmla="*/ 9029 h 7970"/>
                  <a:gd name="connsiteX3" fmla="*/ 97152 w 100782"/>
                  <a:gd name="connsiteY3" fmla="*/ 9029 h 7970"/>
                  <a:gd name="connsiteX4" fmla="*/ 101137 w 100782"/>
                  <a:gd name="connsiteY4" fmla="*/ 5043 h 7970"/>
                  <a:gd name="connsiteX5" fmla="*/ 97152 w 100782"/>
                  <a:gd name="connsiteY5" fmla="*/ 1058 h 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782" h="7970">
                    <a:moveTo>
                      <a:pt x="4340" y="1058"/>
                    </a:moveTo>
                    <a:cubicBezTo>
                      <a:pt x="2139" y="1058"/>
                      <a:pt x="355" y="2844"/>
                      <a:pt x="355" y="5043"/>
                    </a:cubicBezTo>
                    <a:cubicBezTo>
                      <a:pt x="355" y="7243"/>
                      <a:pt x="2139" y="9029"/>
                      <a:pt x="4340" y="9029"/>
                    </a:cubicBezTo>
                    <a:lnTo>
                      <a:pt x="97152" y="9029"/>
                    </a:lnTo>
                    <a:cubicBezTo>
                      <a:pt x="99353" y="9029"/>
                      <a:pt x="101137" y="7243"/>
                      <a:pt x="101137" y="5043"/>
                    </a:cubicBezTo>
                    <a:cubicBezTo>
                      <a:pt x="101137" y="2844"/>
                      <a:pt x="99353" y="1058"/>
                      <a:pt x="97152" y="1058"/>
                    </a:cubicBezTo>
                    <a:close/>
                  </a:path>
                </a:pathLst>
              </a:custGeom>
              <a:solidFill>
                <a:srgbClr val="00FFFF">
                  <a:alpha val="50000"/>
                </a:srgbClr>
              </a:solidFill>
              <a:ln w="15923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71" name="フリーフォーム: 図形 270">
                <a:extLst>
                  <a:ext uri="{FF2B5EF4-FFF2-40B4-BE49-F238E27FC236}">
                    <a16:creationId xmlns:a16="http://schemas.microsoft.com/office/drawing/2014/main" id="{3BC10529-9E50-04D0-8316-FDA630B45405}"/>
                  </a:ext>
                </a:extLst>
              </p:cNvPr>
              <p:cNvSpPr/>
              <p:nvPr/>
            </p:nvSpPr>
            <p:spPr>
              <a:xfrm>
                <a:off x="4249482" y="6055388"/>
                <a:ext cx="37461" cy="27242"/>
              </a:xfrm>
              <a:custGeom>
                <a:avLst/>
                <a:gdLst>
                  <a:gd name="connsiteX0" fmla="*/ 365 w 37461"/>
                  <a:gd name="connsiteY0" fmla="*/ 1058 h 27242"/>
                  <a:gd name="connsiteX1" fmla="*/ 37826 w 37461"/>
                  <a:gd name="connsiteY1" fmla="*/ 14688 h 27242"/>
                  <a:gd name="connsiteX2" fmla="*/ 365 w 37461"/>
                  <a:gd name="connsiteY2" fmla="*/ 28301 h 27242"/>
                  <a:gd name="connsiteX3" fmla="*/ 365 w 37461"/>
                  <a:gd name="connsiteY3" fmla="*/ 1058 h 27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461" h="27242">
                    <a:moveTo>
                      <a:pt x="365" y="1058"/>
                    </a:moveTo>
                    <a:lnTo>
                      <a:pt x="37826" y="14688"/>
                    </a:lnTo>
                    <a:lnTo>
                      <a:pt x="365" y="28301"/>
                    </a:lnTo>
                    <a:cubicBezTo>
                      <a:pt x="7175" y="20379"/>
                      <a:pt x="7175" y="9029"/>
                      <a:pt x="365" y="1058"/>
                    </a:cubicBezTo>
                    <a:close/>
                  </a:path>
                </a:pathLst>
              </a:custGeom>
              <a:solidFill>
                <a:srgbClr val="7AFFFF"/>
              </a:solidFill>
              <a:ln w="3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272" name="グラフィックス 4">
              <a:extLst>
                <a:ext uri="{FF2B5EF4-FFF2-40B4-BE49-F238E27FC236}">
                  <a16:creationId xmlns:a16="http://schemas.microsoft.com/office/drawing/2014/main" id="{0DBEABB3-9072-46E4-30EE-8F91F4391DD8}"/>
                </a:ext>
              </a:extLst>
            </p:cNvPr>
            <p:cNvGrpSpPr/>
            <p:nvPr/>
          </p:nvGrpSpPr>
          <p:grpSpPr>
            <a:xfrm>
              <a:off x="4314120" y="6056133"/>
              <a:ext cx="127462" cy="27242"/>
              <a:chOff x="4314120" y="6056133"/>
              <a:chExt cx="127462" cy="27242"/>
            </a:xfrm>
          </p:grpSpPr>
          <p:sp>
            <p:nvSpPr>
              <p:cNvPr id="273" name="フリーフォーム: 図形 272">
                <a:extLst>
                  <a:ext uri="{FF2B5EF4-FFF2-40B4-BE49-F238E27FC236}">
                    <a16:creationId xmlns:a16="http://schemas.microsoft.com/office/drawing/2014/main" id="{AFEB348D-06E4-0C76-DAAD-F645B1DD0A67}"/>
                  </a:ext>
                </a:extLst>
              </p:cNvPr>
              <p:cNvSpPr/>
              <p:nvPr/>
            </p:nvSpPr>
            <p:spPr>
              <a:xfrm>
                <a:off x="4314120" y="6065793"/>
                <a:ext cx="100782" cy="7970"/>
              </a:xfrm>
              <a:custGeom>
                <a:avLst/>
                <a:gdLst>
                  <a:gd name="connsiteX0" fmla="*/ 4377 w 100782"/>
                  <a:gd name="connsiteY0" fmla="*/ 1058 h 7970"/>
                  <a:gd name="connsiteX1" fmla="*/ 392 w 100782"/>
                  <a:gd name="connsiteY1" fmla="*/ 5044 h 7970"/>
                  <a:gd name="connsiteX2" fmla="*/ 4377 w 100782"/>
                  <a:gd name="connsiteY2" fmla="*/ 9029 h 7970"/>
                  <a:gd name="connsiteX3" fmla="*/ 97188 w 100782"/>
                  <a:gd name="connsiteY3" fmla="*/ 9029 h 7970"/>
                  <a:gd name="connsiteX4" fmla="*/ 101174 w 100782"/>
                  <a:gd name="connsiteY4" fmla="*/ 5044 h 7970"/>
                  <a:gd name="connsiteX5" fmla="*/ 97188 w 100782"/>
                  <a:gd name="connsiteY5" fmla="*/ 1058 h 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782" h="7970">
                    <a:moveTo>
                      <a:pt x="4377" y="1058"/>
                    </a:moveTo>
                    <a:cubicBezTo>
                      <a:pt x="2175" y="1058"/>
                      <a:pt x="392" y="2844"/>
                      <a:pt x="392" y="5044"/>
                    </a:cubicBezTo>
                    <a:cubicBezTo>
                      <a:pt x="392" y="7243"/>
                      <a:pt x="2175" y="9029"/>
                      <a:pt x="4377" y="9029"/>
                    </a:cubicBezTo>
                    <a:lnTo>
                      <a:pt x="97188" y="9029"/>
                    </a:lnTo>
                    <a:cubicBezTo>
                      <a:pt x="99390" y="9029"/>
                      <a:pt x="101174" y="7243"/>
                      <a:pt x="101174" y="5044"/>
                    </a:cubicBezTo>
                    <a:cubicBezTo>
                      <a:pt x="101174" y="2844"/>
                      <a:pt x="99390" y="1058"/>
                      <a:pt x="97188" y="1058"/>
                    </a:cubicBezTo>
                    <a:close/>
                  </a:path>
                </a:pathLst>
              </a:custGeom>
              <a:solidFill>
                <a:srgbClr val="00FFFF">
                  <a:alpha val="50000"/>
                </a:srgbClr>
              </a:solidFill>
              <a:ln w="15923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74" name="フリーフォーム: 図形 273">
                <a:extLst>
                  <a:ext uri="{FF2B5EF4-FFF2-40B4-BE49-F238E27FC236}">
                    <a16:creationId xmlns:a16="http://schemas.microsoft.com/office/drawing/2014/main" id="{D0BCBFAC-BF6B-CAC5-7460-F5A4E2493795}"/>
                  </a:ext>
                </a:extLst>
              </p:cNvPr>
              <p:cNvSpPr/>
              <p:nvPr/>
            </p:nvSpPr>
            <p:spPr>
              <a:xfrm>
                <a:off x="4404121" y="6056133"/>
                <a:ext cx="37461" cy="27242"/>
              </a:xfrm>
              <a:custGeom>
                <a:avLst/>
                <a:gdLst>
                  <a:gd name="connsiteX0" fmla="*/ 402 w 37461"/>
                  <a:gd name="connsiteY0" fmla="*/ 1058 h 27242"/>
                  <a:gd name="connsiteX1" fmla="*/ 37863 w 37461"/>
                  <a:gd name="connsiteY1" fmla="*/ 14688 h 27242"/>
                  <a:gd name="connsiteX2" fmla="*/ 402 w 37461"/>
                  <a:gd name="connsiteY2" fmla="*/ 28301 h 27242"/>
                  <a:gd name="connsiteX3" fmla="*/ 402 w 37461"/>
                  <a:gd name="connsiteY3" fmla="*/ 1058 h 27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461" h="27242">
                    <a:moveTo>
                      <a:pt x="402" y="1058"/>
                    </a:moveTo>
                    <a:lnTo>
                      <a:pt x="37863" y="14688"/>
                    </a:lnTo>
                    <a:lnTo>
                      <a:pt x="402" y="28301"/>
                    </a:lnTo>
                    <a:cubicBezTo>
                      <a:pt x="7212" y="20379"/>
                      <a:pt x="7212" y="9029"/>
                      <a:pt x="402" y="1058"/>
                    </a:cubicBezTo>
                    <a:close/>
                  </a:path>
                </a:pathLst>
              </a:custGeom>
              <a:solidFill>
                <a:srgbClr val="7AFFFF"/>
              </a:solidFill>
              <a:ln w="3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275" name="グラフィックス 4">
              <a:extLst>
                <a:ext uri="{FF2B5EF4-FFF2-40B4-BE49-F238E27FC236}">
                  <a16:creationId xmlns:a16="http://schemas.microsoft.com/office/drawing/2014/main" id="{7768003B-0F23-54CB-0B9F-BAF58F94212A}"/>
                </a:ext>
              </a:extLst>
            </p:cNvPr>
            <p:cNvGrpSpPr/>
            <p:nvPr/>
          </p:nvGrpSpPr>
          <p:grpSpPr>
            <a:xfrm>
              <a:off x="4468757" y="6056133"/>
              <a:ext cx="127462" cy="27242"/>
              <a:chOff x="4468757" y="6056133"/>
              <a:chExt cx="127462" cy="27242"/>
            </a:xfrm>
          </p:grpSpPr>
          <p:sp>
            <p:nvSpPr>
              <p:cNvPr id="276" name="フリーフォーム: 図形 275">
                <a:extLst>
                  <a:ext uri="{FF2B5EF4-FFF2-40B4-BE49-F238E27FC236}">
                    <a16:creationId xmlns:a16="http://schemas.microsoft.com/office/drawing/2014/main" id="{3CEE2800-AFA1-18EF-37AB-A2081154A149}"/>
                  </a:ext>
                </a:extLst>
              </p:cNvPr>
              <p:cNvSpPr/>
              <p:nvPr/>
            </p:nvSpPr>
            <p:spPr>
              <a:xfrm>
                <a:off x="4468757" y="6065793"/>
                <a:ext cx="100782" cy="7970"/>
              </a:xfrm>
              <a:custGeom>
                <a:avLst/>
                <a:gdLst>
                  <a:gd name="connsiteX0" fmla="*/ 4414 w 100782"/>
                  <a:gd name="connsiteY0" fmla="*/ 1058 h 7970"/>
                  <a:gd name="connsiteX1" fmla="*/ 428 w 100782"/>
                  <a:gd name="connsiteY1" fmla="*/ 5044 h 7970"/>
                  <a:gd name="connsiteX2" fmla="*/ 4414 w 100782"/>
                  <a:gd name="connsiteY2" fmla="*/ 9029 h 7970"/>
                  <a:gd name="connsiteX3" fmla="*/ 97225 w 100782"/>
                  <a:gd name="connsiteY3" fmla="*/ 9029 h 7970"/>
                  <a:gd name="connsiteX4" fmla="*/ 101210 w 100782"/>
                  <a:gd name="connsiteY4" fmla="*/ 5044 h 7970"/>
                  <a:gd name="connsiteX5" fmla="*/ 97225 w 100782"/>
                  <a:gd name="connsiteY5" fmla="*/ 1058 h 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782" h="7970">
                    <a:moveTo>
                      <a:pt x="4414" y="1058"/>
                    </a:moveTo>
                    <a:cubicBezTo>
                      <a:pt x="2212" y="1058"/>
                      <a:pt x="428" y="2844"/>
                      <a:pt x="428" y="5044"/>
                    </a:cubicBezTo>
                    <a:cubicBezTo>
                      <a:pt x="428" y="7243"/>
                      <a:pt x="2212" y="9029"/>
                      <a:pt x="4414" y="9029"/>
                    </a:cubicBezTo>
                    <a:lnTo>
                      <a:pt x="97225" y="9029"/>
                    </a:lnTo>
                    <a:cubicBezTo>
                      <a:pt x="99426" y="9029"/>
                      <a:pt x="101210" y="7243"/>
                      <a:pt x="101210" y="5044"/>
                    </a:cubicBezTo>
                    <a:cubicBezTo>
                      <a:pt x="101210" y="2844"/>
                      <a:pt x="99426" y="1058"/>
                      <a:pt x="97225" y="1058"/>
                    </a:cubicBezTo>
                    <a:close/>
                  </a:path>
                </a:pathLst>
              </a:custGeom>
              <a:solidFill>
                <a:srgbClr val="00FFFF">
                  <a:alpha val="50000"/>
                </a:srgbClr>
              </a:solidFill>
              <a:ln w="15923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77" name="フリーフォーム: 図形 276">
                <a:extLst>
                  <a:ext uri="{FF2B5EF4-FFF2-40B4-BE49-F238E27FC236}">
                    <a16:creationId xmlns:a16="http://schemas.microsoft.com/office/drawing/2014/main" id="{2EA4C584-93AB-9B01-E183-E164859AEB0D}"/>
                  </a:ext>
                </a:extLst>
              </p:cNvPr>
              <p:cNvSpPr/>
              <p:nvPr/>
            </p:nvSpPr>
            <p:spPr>
              <a:xfrm>
                <a:off x="4558758" y="6056133"/>
                <a:ext cx="37461" cy="27242"/>
              </a:xfrm>
              <a:custGeom>
                <a:avLst/>
                <a:gdLst>
                  <a:gd name="connsiteX0" fmla="*/ 438 w 37461"/>
                  <a:gd name="connsiteY0" fmla="*/ 1058 h 27242"/>
                  <a:gd name="connsiteX1" fmla="*/ 37900 w 37461"/>
                  <a:gd name="connsiteY1" fmla="*/ 14688 h 27242"/>
                  <a:gd name="connsiteX2" fmla="*/ 438 w 37461"/>
                  <a:gd name="connsiteY2" fmla="*/ 28301 h 27242"/>
                  <a:gd name="connsiteX3" fmla="*/ 438 w 37461"/>
                  <a:gd name="connsiteY3" fmla="*/ 1058 h 27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461" h="27242">
                    <a:moveTo>
                      <a:pt x="438" y="1058"/>
                    </a:moveTo>
                    <a:lnTo>
                      <a:pt x="37900" y="14688"/>
                    </a:lnTo>
                    <a:lnTo>
                      <a:pt x="438" y="28301"/>
                    </a:lnTo>
                    <a:cubicBezTo>
                      <a:pt x="7248" y="20379"/>
                      <a:pt x="7248" y="9029"/>
                      <a:pt x="438" y="1058"/>
                    </a:cubicBezTo>
                    <a:close/>
                  </a:path>
                </a:pathLst>
              </a:custGeom>
              <a:solidFill>
                <a:srgbClr val="7AFFFF"/>
              </a:solidFill>
              <a:ln w="3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278" name="グラフィックス 4">
              <a:extLst>
                <a:ext uri="{FF2B5EF4-FFF2-40B4-BE49-F238E27FC236}">
                  <a16:creationId xmlns:a16="http://schemas.microsoft.com/office/drawing/2014/main" id="{8C1453FD-EF8F-C6EF-B066-27BE85ACBB38}"/>
                </a:ext>
              </a:extLst>
            </p:cNvPr>
            <p:cNvGrpSpPr/>
            <p:nvPr/>
          </p:nvGrpSpPr>
          <p:grpSpPr>
            <a:xfrm>
              <a:off x="4623394" y="6055388"/>
              <a:ext cx="127462" cy="27242"/>
              <a:chOff x="4623394" y="6055388"/>
              <a:chExt cx="127462" cy="27242"/>
            </a:xfrm>
          </p:grpSpPr>
          <p:sp>
            <p:nvSpPr>
              <p:cNvPr id="279" name="フリーフォーム: 図形 278">
                <a:extLst>
                  <a:ext uri="{FF2B5EF4-FFF2-40B4-BE49-F238E27FC236}">
                    <a16:creationId xmlns:a16="http://schemas.microsoft.com/office/drawing/2014/main" id="{1FBFA54F-562B-EBA5-24A2-6B6F09501FFF}"/>
                  </a:ext>
                </a:extLst>
              </p:cNvPr>
              <p:cNvSpPr/>
              <p:nvPr/>
            </p:nvSpPr>
            <p:spPr>
              <a:xfrm>
                <a:off x="4623394" y="6065048"/>
                <a:ext cx="100782" cy="7970"/>
              </a:xfrm>
              <a:custGeom>
                <a:avLst/>
                <a:gdLst>
                  <a:gd name="connsiteX0" fmla="*/ 4450 w 100782"/>
                  <a:gd name="connsiteY0" fmla="*/ 1058 h 7970"/>
                  <a:gd name="connsiteX1" fmla="*/ 465 w 100782"/>
                  <a:gd name="connsiteY1" fmla="*/ 5043 h 7970"/>
                  <a:gd name="connsiteX2" fmla="*/ 4450 w 100782"/>
                  <a:gd name="connsiteY2" fmla="*/ 9029 h 7970"/>
                  <a:gd name="connsiteX3" fmla="*/ 97262 w 100782"/>
                  <a:gd name="connsiteY3" fmla="*/ 9029 h 7970"/>
                  <a:gd name="connsiteX4" fmla="*/ 101247 w 100782"/>
                  <a:gd name="connsiteY4" fmla="*/ 5043 h 7970"/>
                  <a:gd name="connsiteX5" fmla="*/ 97262 w 100782"/>
                  <a:gd name="connsiteY5" fmla="*/ 1058 h 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782" h="7970">
                    <a:moveTo>
                      <a:pt x="4450" y="1058"/>
                    </a:moveTo>
                    <a:cubicBezTo>
                      <a:pt x="2249" y="1058"/>
                      <a:pt x="465" y="2844"/>
                      <a:pt x="465" y="5043"/>
                    </a:cubicBezTo>
                    <a:cubicBezTo>
                      <a:pt x="465" y="7243"/>
                      <a:pt x="2249" y="9029"/>
                      <a:pt x="4450" y="9029"/>
                    </a:cubicBezTo>
                    <a:lnTo>
                      <a:pt x="97262" y="9029"/>
                    </a:lnTo>
                    <a:cubicBezTo>
                      <a:pt x="99463" y="9029"/>
                      <a:pt x="101247" y="7243"/>
                      <a:pt x="101247" y="5043"/>
                    </a:cubicBezTo>
                    <a:cubicBezTo>
                      <a:pt x="101247" y="2844"/>
                      <a:pt x="99463" y="1058"/>
                      <a:pt x="97262" y="1058"/>
                    </a:cubicBezTo>
                    <a:close/>
                  </a:path>
                </a:pathLst>
              </a:custGeom>
              <a:solidFill>
                <a:srgbClr val="00FFFF">
                  <a:alpha val="50000"/>
                </a:srgbClr>
              </a:solidFill>
              <a:ln w="15923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80" name="フリーフォーム: 図形 279">
                <a:extLst>
                  <a:ext uri="{FF2B5EF4-FFF2-40B4-BE49-F238E27FC236}">
                    <a16:creationId xmlns:a16="http://schemas.microsoft.com/office/drawing/2014/main" id="{E0716803-0ACC-2437-1B19-662BA1F085DB}"/>
                  </a:ext>
                </a:extLst>
              </p:cNvPr>
              <p:cNvSpPr/>
              <p:nvPr/>
            </p:nvSpPr>
            <p:spPr>
              <a:xfrm>
                <a:off x="4713395" y="6055388"/>
                <a:ext cx="37461" cy="27242"/>
              </a:xfrm>
              <a:custGeom>
                <a:avLst/>
                <a:gdLst>
                  <a:gd name="connsiteX0" fmla="*/ 475 w 37461"/>
                  <a:gd name="connsiteY0" fmla="*/ 1058 h 27242"/>
                  <a:gd name="connsiteX1" fmla="*/ 37936 w 37461"/>
                  <a:gd name="connsiteY1" fmla="*/ 14688 h 27242"/>
                  <a:gd name="connsiteX2" fmla="*/ 475 w 37461"/>
                  <a:gd name="connsiteY2" fmla="*/ 28301 h 27242"/>
                  <a:gd name="connsiteX3" fmla="*/ 475 w 37461"/>
                  <a:gd name="connsiteY3" fmla="*/ 1058 h 27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461" h="27242">
                    <a:moveTo>
                      <a:pt x="475" y="1058"/>
                    </a:moveTo>
                    <a:lnTo>
                      <a:pt x="37936" y="14688"/>
                    </a:lnTo>
                    <a:lnTo>
                      <a:pt x="475" y="28301"/>
                    </a:lnTo>
                    <a:cubicBezTo>
                      <a:pt x="7285" y="20379"/>
                      <a:pt x="7285" y="9029"/>
                      <a:pt x="475" y="1058"/>
                    </a:cubicBezTo>
                    <a:close/>
                  </a:path>
                </a:pathLst>
              </a:custGeom>
              <a:solidFill>
                <a:srgbClr val="7AFFFF"/>
              </a:solidFill>
              <a:ln w="3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sp>
          <p:nvSpPr>
            <p:cNvPr id="297" name="フリーフォーム: 図形 296">
              <a:extLst>
                <a:ext uri="{FF2B5EF4-FFF2-40B4-BE49-F238E27FC236}">
                  <a16:creationId xmlns:a16="http://schemas.microsoft.com/office/drawing/2014/main" id="{EA33FA0F-4435-5101-86A2-137F69CCB932}"/>
                </a:ext>
              </a:extLst>
            </p:cNvPr>
            <p:cNvSpPr/>
            <p:nvPr/>
          </p:nvSpPr>
          <p:spPr>
            <a:xfrm>
              <a:off x="3065059" y="6033896"/>
              <a:ext cx="1772638" cy="143468"/>
            </a:xfrm>
            <a:custGeom>
              <a:avLst/>
              <a:gdLst>
                <a:gd name="connsiteX0" fmla="*/ 1664482 w 1772638"/>
                <a:gd name="connsiteY0" fmla="*/ 144533 h 143468"/>
                <a:gd name="connsiteX1" fmla="*/ 1736217 w 1772638"/>
                <a:gd name="connsiteY1" fmla="*/ 144533 h 143468"/>
                <a:gd name="connsiteX2" fmla="*/ 1736217 w 1772638"/>
                <a:gd name="connsiteY2" fmla="*/ 144533 h 143468"/>
                <a:gd name="connsiteX3" fmla="*/ 1736217 w 1772638"/>
                <a:gd name="connsiteY3" fmla="*/ 72799 h 143468"/>
                <a:gd name="connsiteX4" fmla="*/ 1772881 w 1772638"/>
                <a:gd name="connsiteY4" fmla="*/ 72799 h 143468"/>
                <a:gd name="connsiteX5" fmla="*/ 1772881 w 1772638"/>
                <a:gd name="connsiteY5" fmla="*/ 1065 h 143468"/>
                <a:gd name="connsiteX6" fmla="*/ 1623036 w 1772638"/>
                <a:gd name="connsiteY6" fmla="*/ 1065 h 143468"/>
                <a:gd name="connsiteX7" fmla="*/ 1623036 w 1772638"/>
                <a:gd name="connsiteY7" fmla="*/ 5050 h 143468"/>
                <a:gd name="connsiteX8" fmla="*/ 242 w 1772638"/>
                <a:gd name="connsiteY8" fmla="*/ 5050 h 143468"/>
                <a:gd name="connsiteX9" fmla="*/ 242 w 1772638"/>
                <a:gd name="connsiteY9" fmla="*/ 68814 h 143468"/>
                <a:gd name="connsiteX10" fmla="*/ 1623036 w 1772638"/>
                <a:gd name="connsiteY10" fmla="*/ 68814 h 143468"/>
                <a:gd name="connsiteX11" fmla="*/ 1623036 w 1772638"/>
                <a:gd name="connsiteY11" fmla="*/ 72799 h 143468"/>
                <a:gd name="connsiteX12" fmla="*/ 1664482 w 1772638"/>
                <a:gd name="connsiteY12" fmla="*/ 72799 h 143468"/>
                <a:gd name="connsiteX13" fmla="*/ 1664482 w 1772638"/>
                <a:gd name="connsiteY13" fmla="*/ 144533 h 143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72638" h="143468">
                  <a:moveTo>
                    <a:pt x="1664482" y="144533"/>
                  </a:moveTo>
                  <a:lnTo>
                    <a:pt x="1736217" y="144533"/>
                  </a:lnTo>
                  <a:moveTo>
                    <a:pt x="1736217" y="144533"/>
                  </a:moveTo>
                  <a:lnTo>
                    <a:pt x="1736217" y="72799"/>
                  </a:lnTo>
                  <a:lnTo>
                    <a:pt x="1772881" y="72799"/>
                  </a:lnTo>
                  <a:moveTo>
                    <a:pt x="1772881" y="1065"/>
                  </a:moveTo>
                  <a:lnTo>
                    <a:pt x="1623036" y="1065"/>
                  </a:lnTo>
                  <a:lnTo>
                    <a:pt x="1623036" y="5050"/>
                  </a:lnTo>
                  <a:lnTo>
                    <a:pt x="242" y="5050"/>
                  </a:lnTo>
                  <a:moveTo>
                    <a:pt x="242" y="68814"/>
                  </a:moveTo>
                  <a:lnTo>
                    <a:pt x="1623036" y="68814"/>
                  </a:lnTo>
                  <a:lnTo>
                    <a:pt x="1623036" y="72799"/>
                  </a:lnTo>
                  <a:lnTo>
                    <a:pt x="1664482" y="72799"/>
                  </a:lnTo>
                  <a:lnTo>
                    <a:pt x="1664482" y="144533"/>
                  </a:lnTo>
                </a:path>
              </a:pathLst>
            </a:custGeom>
            <a:noFill/>
            <a:ln w="159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98" name="フリーフォーム: 図形 297">
              <a:extLst>
                <a:ext uri="{FF2B5EF4-FFF2-40B4-BE49-F238E27FC236}">
                  <a16:creationId xmlns:a16="http://schemas.microsoft.com/office/drawing/2014/main" id="{9B570572-6A4D-DD1A-8D5D-9B1318024B27}"/>
                </a:ext>
              </a:extLst>
            </p:cNvPr>
            <p:cNvSpPr/>
            <p:nvPr/>
          </p:nvSpPr>
          <p:spPr>
            <a:xfrm>
              <a:off x="3065060" y="6037084"/>
              <a:ext cx="1772637" cy="140280"/>
            </a:xfrm>
            <a:custGeom>
              <a:avLst/>
              <a:gdLst>
                <a:gd name="connsiteX0" fmla="*/ 1733027 w 1772637"/>
                <a:gd name="connsiteY0" fmla="*/ 141346 h 140280"/>
                <a:gd name="connsiteX1" fmla="*/ 1667669 w 1772637"/>
                <a:gd name="connsiteY1" fmla="*/ 141346 h 140280"/>
                <a:gd name="connsiteX2" fmla="*/ 1667669 w 1772637"/>
                <a:gd name="connsiteY2" fmla="*/ 141346 h 140280"/>
                <a:gd name="connsiteX3" fmla="*/ 1667669 w 1772637"/>
                <a:gd name="connsiteY3" fmla="*/ 66423 h 140280"/>
                <a:gd name="connsiteX4" fmla="*/ 1623034 w 1772637"/>
                <a:gd name="connsiteY4" fmla="*/ 66423 h 140280"/>
                <a:gd name="connsiteX5" fmla="*/ 1623034 w 1772637"/>
                <a:gd name="connsiteY5" fmla="*/ 62438 h 140280"/>
                <a:gd name="connsiteX6" fmla="*/ 242 w 1772637"/>
                <a:gd name="connsiteY6" fmla="*/ 62438 h 140280"/>
                <a:gd name="connsiteX7" fmla="*/ 242 w 1772637"/>
                <a:gd name="connsiteY7" fmla="*/ 5050 h 140280"/>
                <a:gd name="connsiteX8" fmla="*/ 1623034 w 1772637"/>
                <a:gd name="connsiteY8" fmla="*/ 5050 h 140280"/>
                <a:gd name="connsiteX9" fmla="*/ 1623034 w 1772637"/>
                <a:gd name="connsiteY9" fmla="*/ 1065 h 140280"/>
                <a:gd name="connsiteX10" fmla="*/ 1772879 w 1772637"/>
                <a:gd name="connsiteY10" fmla="*/ 1065 h 140280"/>
                <a:gd name="connsiteX11" fmla="*/ 1772879 w 1772637"/>
                <a:gd name="connsiteY11" fmla="*/ 66423 h 140280"/>
                <a:gd name="connsiteX12" fmla="*/ 1733027 w 1772637"/>
                <a:gd name="connsiteY12" fmla="*/ 66423 h 140280"/>
                <a:gd name="connsiteX13" fmla="*/ 1733027 w 1772637"/>
                <a:gd name="connsiteY13" fmla="*/ 141346 h 140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72637" h="140280">
                  <a:moveTo>
                    <a:pt x="1733027" y="141346"/>
                  </a:moveTo>
                  <a:lnTo>
                    <a:pt x="1667669" y="141346"/>
                  </a:lnTo>
                  <a:moveTo>
                    <a:pt x="1667669" y="141346"/>
                  </a:moveTo>
                  <a:lnTo>
                    <a:pt x="1667669" y="66423"/>
                  </a:lnTo>
                  <a:lnTo>
                    <a:pt x="1623034" y="66423"/>
                  </a:lnTo>
                  <a:lnTo>
                    <a:pt x="1623034" y="62438"/>
                  </a:lnTo>
                  <a:lnTo>
                    <a:pt x="242" y="62438"/>
                  </a:lnTo>
                  <a:moveTo>
                    <a:pt x="242" y="5050"/>
                  </a:moveTo>
                  <a:lnTo>
                    <a:pt x="1623034" y="5050"/>
                  </a:lnTo>
                  <a:lnTo>
                    <a:pt x="1623034" y="1065"/>
                  </a:lnTo>
                  <a:lnTo>
                    <a:pt x="1772879" y="1065"/>
                  </a:lnTo>
                  <a:moveTo>
                    <a:pt x="1772879" y="66423"/>
                  </a:moveTo>
                  <a:lnTo>
                    <a:pt x="1733027" y="66423"/>
                  </a:lnTo>
                  <a:lnTo>
                    <a:pt x="1733027" y="141346"/>
                  </a:lnTo>
                </a:path>
              </a:pathLst>
            </a:custGeom>
            <a:noFill/>
            <a:ln w="159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99" name="フリーフォーム: 図形 298">
              <a:extLst>
                <a:ext uri="{FF2B5EF4-FFF2-40B4-BE49-F238E27FC236}">
                  <a16:creationId xmlns:a16="http://schemas.microsoft.com/office/drawing/2014/main" id="{3276E9B0-C3F1-669B-BB88-364B0A3F97FF}"/>
                </a:ext>
              </a:extLst>
            </p:cNvPr>
            <p:cNvSpPr/>
            <p:nvPr/>
          </p:nvSpPr>
          <p:spPr>
            <a:xfrm>
              <a:off x="4837698" y="6033896"/>
              <a:ext cx="4217" cy="3187"/>
            </a:xfrm>
            <a:custGeom>
              <a:avLst/>
              <a:gdLst>
                <a:gd name="connsiteX0" fmla="*/ 397 w 4217"/>
                <a:gd name="connsiteY0" fmla="*/ 1052 h 3187"/>
                <a:gd name="connsiteX1" fmla="*/ 397 w 4217"/>
                <a:gd name="connsiteY1" fmla="*/ 4240 h 3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17" h="3187">
                  <a:moveTo>
                    <a:pt x="397" y="1052"/>
                  </a:moveTo>
                  <a:lnTo>
                    <a:pt x="397" y="4240"/>
                  </a:lnTo>
                </a:path>
              </a:pathLst>
            </a:custGeom>
            <a:noFill/>
            <a:ln w="159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00" name="フリーフォーム: 図形 299">
              <a:extLst>
                <a:ext uri="{FF2B5EF4-FFF2-40B4-BE49-F238E27FC236}">
                  <a16:creationId xmlns:a16="http://schemas.microsoft.com/office/drawing/2014/main" id="{4C11127B-BBF3-C1C8-9A75-090718A7A18A}"/>
                </a:ext>
              </a:extLst>
            </p:cNvPr>
            <p:cNvSpPr/>
            <p:nvPr/>
          </p:nvSpPr>
          <p:spPr>
            <a:xfrm>
              <a:off x="4837698" y="6102442"/>
              <a:ext cx="4217" cy="3188"/>
            </a:xfrm>
            <a:custGeom>
              <a:avLst/>
              <a:gdLst>
                <a:gd name="connsiteX0" fmla="*/ 397 w 4217"/>
                <a:gd name="connsiteY0" fmla="*/ 1064 h 3188"/>
                <a:gd name="connsiteX1" fmla="*/ 397 w 4217"/>
                <a:gd name="connsiteY1" fmla="*/ 4253 h 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17" h="3188">
                  <a:moveTo>
                    <a:pt x="397" y="1064"/>
                  </a:moveTo>
                  <a:lnTo>
                    <a:pt x="397" y="4253"/>
                  </a:lnTo>
                </a:path>
              </a:pathLst>
            </a:custGeom>
            <a:noFill/>
            <a:ln w="159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01" name="フリーフォーム: 図形 300">
              <a:extLst>
                <a:ext uri="{FF2B5EF4-FFF2-40B4-BE49-F238E27FC236}">
                  <a16:creationId xmlns:a16="http://schemas.microsoft.com/office/drawing/2014/main" id="{B1E7E809-C24D-7DBB-8C20-0641D7C3D9C6}"/>
                </a:ext>
              </a:extLst>
            </p:cNvPr>
            <p:cNvSpPr/>
            <p:nvPr/>
          </p:nvSpPr>
          <p:spPr>
            <a:xfrm>
              <a:off x="3065059" y="6037881"/>
              <a:ext cx="1" cy="3187"/>
            </a:xfrm>
            <a:custGeom>
              <a:avLst/>
              <a:gdLst>
                <a:gd name="connsiteX0" fmla="*/ 89 w 1"/>
                <a:gd name="connsiteY0" fmla="*/ 4241 h 3187"/>
                <a:gd name="connsiteX1" fmla="*/ 87 w 1"/>
                <a:gd name="connsiteY1" fmla="*/ 1053 h 3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" h="3187">
                  <a:moveTo>
                    <a:pt x="89" y="4241"/>
                  </a:moveTo>
                  <a:lnTo>
                    <a:pt x="87" y="1053"/>
                  </a:lnTo>
                </a:path>
              </a:pathLst>
            </a:custGeom>
            <a:noFill/>
            <a:ln w="159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02" name="フリーフォーム: 図形 301">
              <a:extLst>
                <a:ext uri="{FF2B5EF4-FFF2-40B4-BE49-F238E27FC236}">
                  <a16:creationId xmlns:a16="http://schemas.microsoft.com/office/drawing/2014/main" id="{24DB65E1-2552-0E97-0148-A133CE6C1FCD}"/>
                </a:ext>
              </a:extLst>
            </p:cNvPr>
            <p:cNvSpPr/>
            <p:nvPr/>
          </p:nvSpPr>
          <p:spPr>
            <a:xfrm>
              <a:off x="3065059" y="6098457"/>
              <a:ext cx="1" cy="3188"/>
            </a:xfrm>
            <a:custGeom>
              <a:avLst/>
              <a:gdLst>
                <a:gd name="connsiteX0" fmla="*/ 87 w 1"/>
                <a:gd name="connsiteY0" fmla="*/ 4252 h 3188"/>
                <a:gd name="connsiteX1" fmla="*/ 89 w 1"/>
                <a:gd name="connsiteY1" fmla="*/ 1064 h 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" h="3188">
                  <a:moveTo>
                    <a:pt x="87" y="4252"/>
                  </a:moveTo>
                  <a:lnTo>
                    <a:pt x="89" y="1064"/>
                  </a:lnTo>
                </a:path>
              </a:pathLst>
            </a:custGeom>
            <a:noFill/>
            <a:ln w="159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09" name="フリーフォーム: 図形 308">
              <a:extLst>
                <a:ext uri="{FF2B5EF4-FFF2-40B4-BE49-F238E27FC236}">
                  <a16:creationId xmlns:a16="http://schemas.microsoft.com/office/drawing/2014/main" id="{2549F13E-35C5-F7AD-44EA-99DEC0824C10}"/>
                </a:ext>
              </a:extLst>
            </p:cNvPr>
            <p:cNvSpPr/>
            <p:nvPr/>
          </p:nvSpPr>
          <p:spPr>
            <a:xfrm>
              <a:off x="3060610" y="6019549"/>
              <a:ext cx="11942" cy="96554"/>
            </a:xfrm>
            <a:custGeom>
              <a:avLst/>
              <a:gdLst>
                <a:gd name="connsiteX0" fmla="*/ 88 w 11942"/>
                <a:gd name="connsiteY0" fmla="*/ 1058 h 96554"/>
                <a:gd name="connsiteX1" fmla="*/ 12016 w 11942"/>
                <a:gd name="connsiteY1" fmla="*/ 42441 h 96554"/>
                <a:gd name="connsiteX2" fmla="*/ 3816 w 11942"/>
                <a:gd name="connsiteY2" fmla="*/ 97613 h 96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42" h="96554">
                  <a:moveTo>
                    <a:pt x="88" y="1058"/>
                  </a:moveTo>
                  <a:cubicBezTo>
                    <a:pt x="88" y="1058"/>
                    <a:pt x="11925" y="32350"/>
                    <a:pt x="12016" y="42441"/>
                  </a:cubicBezTo>
                  <a:cubicBezTo>
                    <a:pt x="12428" y="88000"/>
                    <a:pt x="3816" y="97613"/>
                    <a:pt x="3816" y="97613"/>
                  </a:cubicBezTo>
                </a:path>
              </a:pathLst>
            </a:custGeom>
            <a:solidFill>
              <a:srgbClr val="FFFFFF"/>
            </a:solidFill>
            <a:ln w="159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310" name="フリーフォーム: 図形 309">
            <a:extLst>
              <a:ext uri="{FF2B5EF4-FFF2-40B4-BE49-F238E27FC236}">
                <a16:creationId xmlns:a16="http://schemas.microsoft.com/office/drawing/2014/main" id="{41AD67C7-F246-B555-D486-A3E682C3F96E}"/>
              </a:ext>
            </a:extLst>
          </p:cNvPr>
          <p:cNvSpPr/>
          <p:nvPr/>
        </p:nvSpPr>
        <p:spPr>
          <a:xfrm>
            <a:off x="4249476" y="4529387"/>
            <a:ext cx="79704" cy="146672"/>
          </a:xfrm>
          <a:custGeom>
            <a:avLst/>
            <a:gdLst>
              <a:gd name="connsiteX0" fmla="*/ 40153 w 79704"/>
              <a:gd name="connsiteY0" fmla="*/ 803 h 146672"/>
              <a:gd name="connsiteX1" fmla="*/ 301 w 79704"/>
              <a:gd name="connsiteY1" fmla="*/ 40655 h 146672"/>
              <a:gd name="connsiteX2" fmla="*/ 301 w 79704"/>
              <a:gd name="connsiteY2" fmla="*/ 40655 h 146672"/>
              <a:gd name="connsiteX3" fmla="*/ 301 w 79704"/>
              <a:gd name="connsiteY3" fmla="*/ 147475 h 146672"/>
              <a:gd name="connsiteX4" fmla="*/ 80006 w 79704"/>
              <a:gd name="connsiteY4" fmla="*/ 147475 h 146672"/>
              <a:gd name="connsiteX5" fmla="*/ 80006 w 79704"/>
              <a:gd name="connsiteY5" fmla="*/ 40655 h 146672"/>
              <a:gd name="connsiteX6" fmla="*/ 40153 w 79704"/>
              <a:gd name="connsiteY6" fmla="*/ 803 h 146672"/>
              <a:gd name="connsiteX7" fmla="*/ 40153 w 79704"/>
              <a:gd name="connsiteY7" fmla="*/ 803 h 146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704" h="146672">
                <a:moveTo>
                  <a:pt x="40153" y="803"/>
                </a:moveTo>
                <a:cubicBezTo>
                  <a:pt x="18139" y="803"/>
                  <a:pt x="301" y="18640"/>
                  <a:pt x="301" y="40655"/>
                </a:cubicBezTo>
                <a:cubicBezTo>
                  <a:pt x="301" y="40655"/>
                  <a:pt x="301" y="40655"/>
                  <a:pt x="301" y="40655"/>
                </a:cubicBezTo>
                <a:lnTo>
                  <a:pt x="301" y="147475"/>
                </a:lnTo>
                <a:lnTo>
                  <a:pt x="80006" y="147475"/>
                </a:lnTo>
                <a:lnTo>
                  <a:pt x="80006" y="40655"/>
                </a:lnTo>
                <a:cubicBezTo>
                  <a:pt x="80006" y="18656"/>
                  <a:pt x="62168" y="803"/>
                  <a:pt x="40153" y="803"/>
                </a:cubicBezTo>
                <a:cubicBezTo>
                  <a:pt x="40153" y="803"/>
                  <a:pt x="40153" y="803"/>
                  <a:pt x="40153" y="803"/>
                </a:cubicBezTo>
                <a:close/>
              </a:path>
            </a:pathLst>
          </a:custGeom>
          <a:solidFill>
            <a:srgbClr val="000000">
              <a:alpha val="50000"/>
            </a:srgbClr>
          </a:solidFill>
          <a:ln w="3186" cap="sq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311" name="フリーフォーム: 図形 310">
            <a:extLst>
              <a:ext uri="{FF2B5EF4-FFF2-40B4-BE49-F238E27FC236}">
                <a16:creationId xmlns:a16="http://schemas.microsoft.com/office/drawing/2014/main" id="{81E36093-EC56-27F8-F93C-4CD2846F3A8E}"/>
              </a:ext>
            </a:extLst>
          </p:cNvPr>
          <p:cNvSpPr/>
          <p:nvPr/>
        </p:nvSpPr>
        <p:spPr>
          <a:xfrm>
            <a:off x="4249476" y="4553299"/>
            <a:ext cx="79704" cy="122745"/>
          </a:xfrm>
          <a:custGeom>
            <a:avLst/>
            <a:gdLst>
              <a:gd name="connsiteX0" fmla="*/ 301 w 79704"/>
              <a:gd name="connsiteY0" fmla="*/ 805 h 122745"/>
              <a:gd name="connsiteX1" fmla="*/ 80006 w 79704"/>
              <a:gd name="connsiteY1" fmla="*/ 805 h 122745"/>
              <a:gd name="connsiteX2" fmla="*/ 80006 w 79704"/>
              <a:gd name="connsiteY2" fmla="*/ 123550 h 122745"/>
              <a:gd name="connsiteX3" fmla="*/ 301 w 79704"/>
              <a:gd name="connsiteY3" fmla="*/ 123550 h 122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704" h="122745">
                <a:moveTo>
                  <a:pt x="301" y="805"/>
                </a:moveTo>
                <a:lnTo>
                  <a:pt x="80006" y="805"/>
                </a:lnTo>
                <a:lnTo>
                  <a:pt x="80006" y="123550"/>
                </a:lnTo>
                <a:lnTo>
                  <a:pt x="301" y="123550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  <a:ln w="1591" cap="sq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312" name="フリーフォーム: 図形 311">
            <a:extLst>
              <a:ext uri="{FF2B5EF4-FFF2-40B4-BE49-F238E27FC236}">
                <a16:creationId xmlns:a16="http://schemas.microsoft.com/office/drawing/2014/main" id="{CEA2E6E5-363B-FE7C-E0C8-77BE432E2A9A}"/>
              </a:ext>
            </a:extLst>
          </p:cNvPr>
          <p:cNvSpPr/>
          <p:nvPr/>
        </p:nvSpPr>
        <p:spPr>
          <a:xfrm>
            <a:off x="4361063" y="4628333"/>
            <a:ext cx="95645" cy="79704"/>
          </a:xfrm>
          <a:custGeom>
            <a:avLst/>
            <a:gdLst>
              <a:gd name="connsiteX0" fmla="*/ 322 w 95645"/>
              <a:gd name="connsiteY0" fmla="*/ 814 h 79704"/>
              <a:gd name="connsiteX1" fmla="*/ 95968 w 95645"/>
              <a:gd name="connsiteY1" fmla="*/ 814 h 79704"/>
              <a:gd name="connsiteX2" fmla="*/ 95968 w 95645"/>
              <a:gd name="connsiteY2" fmla="*/ 80519 h 79704"/>
              <a:gd name="connsiteX3" fmla="*/ 322 w 95645"/>
              <a:gd name="connsiteY3" fmla="*/ 80519 h 79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645" h="79704">
                <a:moveTo>
                  <a:pt x="322" y="814"/>
                </a:moveTo>
                <a:lnTo>
                  <a:pt x="95968" y="814"/>
                </a:lnTo>
                <a:lnTo>
                  <a:pt x="95968" y="80519"/>
                </a:lnTo>
                <a:lnTo>
                  <a:pt x="322" y="80519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  <a:ln w="1591" cap="sq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313" name="フリーフォーム: 図形 312">
            <a:extLst>
              <a:ext uri="{FF2B5EF4-FFF2-40B4-BE49-F238E27FC236}">
                <a16:creationId xmlns:a16="http://schemas.microsoft.com/office/drawing/2014/main" id="{09D58219-C19D-367B-9819-0E904F91CB19}"/>
              </a:ext>
            </a:extLst>
          </p:cNvPr>
          <p:cNvSpPr/>
          <p:nvPr/>
        </p:nvSpPr>
        <p:spPr>
          <a:xfrm>
            <a:off x="4369033" y="4548628"/>
            <a:ext cx="79704" cy="79704"/>
          </a:xfrm>
          <a:custGeom>
            <a:avLst/>
            <a:gdLst>
              <a:gd name="connsiteX0" fmla="*/ 322 w 79704"/>
              <a:gd name="connsiteY0" fmla="*/ 800 h 79704"/>
              <a:gd name="connsiteX1" fmla="*/ 80027 w 79704"/>
              <a:gd name="connsiteY1" fmla="*/ 800 h 79704"/>
              <a:gd name="connsiteX2" fmla="*/ 80027 w 79704"/>
              <a:gd name="connsiteY2" fmla="*/ 80505 h 79704"/>
              <a:gd name="connsiteX3" fmla="*/ 322 w 79704"/>
              <a:gd name="connsiteY3" fmla="*/ 80505 h 79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704" h="79704">
                <a:moveTo>
                  <a:pt x="322" y="800"/>
                </a:moveTo>
                <a:lnTo>
                  <a:pt x="80027" y="800"/>
                </a:lnTo>
                <a:lnTo>
                  <a:pt x="80027" y="80505"/>
                </a:lnTo>
                <a:lnTo>
                  <a:pt x="322" y="80505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  <a:ln w="1591" cap="sq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314" name="フリーフォーム: 図形 313">
            <a:extLst>
              <a:ext uri="{FF2B5EF4-FFF2-40B4-BE49-F238E27FC236}">
                <a16:creationId xmlns:a16="http://schemas.microsoft.com/office/drawing/2014/main" id="{F5EBD65E-C992-F0F1-23A1-48726A6F1B68}"/>
              </a:ext>
            </a:extLst>
          </p:cNvPr>
          <p:cNvSpPr/>
          <p:nvPr/>
        </p:nvSpPr>
        <p:spPr>
          <a:xfrm>
            <a:off x="4400915" y="4580510"/>
            <a:ext cx="15940" cy="47822"/>
          </a:xfrm>
          <a:custGeom>
            <a:avLst/>
            <a:gdLst>
              <a:gd name="connsiteX0" fmla="*/ 322 w 15940"/>
              <a:gd name="connsiteY0" fmla="*/ 803 h 47822"/>
              <a:gd name="connsiteX1" fmla="*/ 16263 w 15940"/>
              <a:gd name="connsiteY1" fmla="*/ 803 h 47822"/>
              <a:gd name="connsiteX2" fmla="*/ 16263 w 15940"/>
              <a:gd name="connsiteY2" fmla="*/ 48626 h 47822"/>
              <a:gd name="connsiteX3" fmla="*/ 322 w 15940"/>
              <a:gd name="connsiteY3" fmla="*/ 48626 h 47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40" h="47822">
                <a:moveTo>
                  <a:pt x="322" y="803"/>
                </a:moveTo>
                <a:lnTo>
                  <a:pt x="16263" y="803"/>
                </a:lnTo>
                <a:lnTo>
                  <a:pt x="16263" y="48626"/>
                </a:lnTo>
                <a:lnTo>
                  <a:pt x="322" y="48626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  <a:ln w="1591" cap="sq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315" name="フリーフォーム: 図形 314">
            <a:extLst>
              <a:ext uri="{FF2B5EF4-FFF2-40B4-BE49-F238E27FC236}">
                <a16:creationId xmlns:a16="http://schemas.microsoft.com/office/drawing/2014/main" id="{19F3B5A2-073D-745A-F4C5-7E1053EB33AA}"/>
              </a:ext>
            </a:extLst>
          </p:cNvPr>
          <p:cNvSpPr/>
          <p:nvPr/>
        </p:nvSpPr>
        <p:spPr>
          <a:xfrm>
            <a:off x="4281358" y="4652148"/>
            <a:ext cx="15940" cy="23911"/>
          </a:xfrm>
          <a:custGeom>
            <a:avLst/>
            <a:gdLst>
              <a:gd name="connsiteX0" fmla="*/ 301 w 15940"/>
              <a:gd name="connsiteY0" fmla="*/ 813 h 23911"/>
              <a:gd name="connsiteX1" fmla="*/ 16242 w 15940"/>
              <a:gd name="connsiteY1" fmla="*/ 813 h 23911"/>
              <a:gd name="connsiteX2" fmla="*/ 16242 w 15940"/>
              <a:gd name="connsiteY2" fmla="*/ 24725 h 23911"/>
              <a:gd name="connsiteX3" fmla="*/ 301 w 15940"/>
              <a:gd name="connsiteY3" fmla="*/ 24725 h 23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40" h="23911">
                <a:moveTo>
                  <a:pt x="301" y="813"/>
                </a:moveTo>
                <a:lnTo>
                  <a:pt x="16242" y="813"/>
                </a:lnTo>
                <a:lnTo>
                  <a:pt x="16242" y="24725"/>
                </a:lnTo>
                <a:lnTo>
                  <a:pt x="301" y="24725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  <a:ln w="1591" cap="sq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316" name="フリーフォーム: 図形 315">
            <a:extLst>
              <a:ext uri="{FF2B5EF4-FFF2-40B4-BE49-F238E27FC236}">
                <a16:creationId xmlns:a16="http://schemas.microsoft.com/office/drawing/2014/main" id="{3A99CB61-50E5-D9D4-FCE8-1FE5213ADA60}"/>
              </a:ext>
            </a:extLst>
          </p:cNvPr>
          <p:cNvSpPr/>
          <p:nvPr/>
        </p:nvSpPr>
        <p:spPr>
          <a:xfrm>
            <a:off x="4408088" y="4580510"/>
            <a:ext cx="1594" cy="47822"/>
          </a:xfrm>
          <a:custGeom>
            <a:avLst/>
            <a:gdLst>
              <a:gd name="connsiteX0" fmla="*/ 322 w 1594"/>
              <a:gd name="connsiteY0" fmla="*/ 803 h 47822"/>
              <a:gd name="connsiteX1" fmla="*/ 1916 w 1594"/>
              <a:gd name="connsiteY1" fmla="*/ 803 h 47822"/>
              <a:gd name="connsiteX2" fmla="*/ 1916 w 1594"/>
              <a:gd name="connsiteY2" fmla="*/ 48626 h 47822"/>
              <a:gd name="connsiteX3" fmla="*/ 322 w 1594"/>
              <a:gd name="connsiteY3" fmla="*/ 48626 h 47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4" h="47822">
                <a:moveTo>
                  <a:pt x="322" y="803"/>
                </a:moveTo>
                <a:lnTo>
                  <a:pt x="1916" y="803"/>
                </a:lnTo>
                <a:lnTo>
                  <a:pt x="1916" y="48626"/>
                </a:lnTo>
                <a:lnTo>
                  <a:pt x="322" y="48626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  <a:ln w="1591" cap="sq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317" name="フリーフォーム: 図形 316">
            <a:extLst>
              <a:ext uri="{FF2B5EF4-FFF2-40B4-BE49-F238E27FC236}">
                <a16:creationId xmlns:a16="http://schemas.microsoft.com/office/drawing/2014/main" id="{4B94BBA5-DFD1-2756-6EB4-F5D564993D4B}"/>
              </a:ext>
            </a:extLst>
          </p:cNvPr>
          <p:cNvSpPr/>
          <p:nvPr/>
        </p:nvSpPr>
        <p:spPr>
          <a:xfrm>
            <a:off x="4288531" y="4652148"/>
            <a:ext cx="1594" cy="23911"/>
          </a:xfrm>
          <a:custGeom>
            <a:avLst/>
            <a:gdLst>
              <a:gd name="connsiteX0" fmla="*/ 301 w 1594"/>
              <a:gd name="connsiteY0" fmla="*/ 813 h 23911"/>
              <a:gd name="connsiteX1" fmla="*/ 1895 w 1594"/>
              <a:gd name="connsiteY1" fmla="*/ 813 h 23911"/>
              <a:gd name="connsiteX2" fmla="*/ 1895 w 1594"/>
              <a:gd name="connsiteY2" fmla="*/ 24725 h 23911"/>
              <a:gd name="connsiteX3" fmla="*/ 301 w 1594"/>
              <a:gd name="connsiteY3" fmla="*/ 24725 h 23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4" h="23911">
                <a:moveTo>
                  <a:pt x="301" y="813"/>
                </a:moveTo>
                <a:lnTo>
                  <a:pt x="1895" y="813"/>
                </a:lnTo>
                <a:lnTo>
                  <a:pt x="1895" y="24725"/>
                </a:lnTo>
                <a:lnTo>
                  <a:pt x="301" y="24725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  <a:ln w="1591" cap="sq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318" name="フリーフォーム: 図形 317">
            <a:extLst>
              <a:ext uri="{FF2B5EF4-FFF2-40B4-BE49-F238E27FC236}">
                <a16:creationId xmlns:a16="http://schemas.microsoft.com/office/drawing/2014/main" id="{A61A71A9-EF00-F62F-D9F6-34A5539350F9}"/>
              </a:ext>
            </a:extLst>
          </p:cNvPr>
          <p:cNvSpPr/>
          <p:nvPr/>
        </p:nvSpPr>
        <p:spPr>
          <a:xfrm>
            <a:off x="4288531" y="4553299"/>
            <a:ext cx="1594" cy="23911"/>
          </a:xfrm>
          <a:custGeom>
            <a:avLst/>
            <a:gdLst>
              <a:gd name="connsiteX0" fmla="*/ 301 w 1594"/>
              <a:gd name="connsiteY0" fmla="*/ 796 h 23911"/>
              <a:gd name="connsiteX1" fmla="*/ 1895 w 1594"/>
              <a:gd name="connsiteY1" fmla="*/ 796 h 23911"/>
              <a:gd name="connsiteX2" fmla="*/ 1895 w 1594"/>
              <a:gd name="connsiteY2" fmla="*/ 24707 h 23911"/>
              <a:gd name="connsiteX3" fmla="*/ 301 w 1594"/>
              <a:gd name="connsiteY3" fmla="*/ 24707 h 23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4" h="23911">
                <a:moveTo>
                  <a:pt x="301" y="796"/>
                </a:moveTo>
                <a:lnTo>
                  <a:pt x="1895" y="796"/>
                </a:lnTo>
                <a:lnTo>
                  <a:pt x="1895" y="24707"/>
                </a:lnTo>
                <a:lnTo>
                  <a:pt x="301" y="24707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  <a:ln w="1591" cap="sq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319" name="フリーフォーム: 図形 318">
            <a:extLst>
              <a:ext uri="{FF2B5EF4-FFF2-40B4-BE49-F238E27FC236}">
                <a16:creationId xmlns:a16="http://schemas.microsoft.com/office/drawing/2014/main" id="{39683F03-E9EB-07A1-4951-8E235D4416DC}"/>
              </a:ext>
            </a:extLst>
          </p:cNvPr>
          <p:cNvSpPr/>
          <p:nvPr/>
        </p:nvSpPr>
        <p:spPr>
          <a:xfrm>
            <a:off x="4377004" y="4636303"/>
            <a:ext cx="63763" cy="63763"/>
          </a:xfrm>
          <a:custGeom>
            <a:avLst/>
            <a:gdLst>
              <a:gd name="connsiteX0" fmla="*/ 64086 w 63763"/>
              <a:gd name="connsiteY0" fmla="*/ 32696 h 63763"/>
              <a:gd name="connsiteX1" fmla="*/ 32204 w 63763"/>
              <a:gd name="connsiteY1" fmla="*/ 64578 h 63763"/>
              <a:gd name="connsiteX2" fmla="*/ 322 w 63763"/>
              <a:gd name="connsiteY2" fmla="*/ 32696 h 63763"/>
              <a:gd name="connsiteX3" fmla="*/ 32204 w 63763"/>
              <a:gd name="connsiteY3" fmla="*/ 814 h 63763"/>
              <a:gd name="connsiteX4" fmla="*/ 64086 w 63763"/>
              <a:gd name="connsiteY4" fmla="*/ 32696 h 63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763" h="63763">
                <a:moveTo>
                  <a:pt x="64086" y="32696"/>
                </a:moveTo>
                <a:cubicBezTo>
                  <a:pt x="64086" y="50304"/>
                  <a:pt x="49812" y="64578"/>
                  <a:pt x="32204" y="64578"/>
                </a:cubicBezTo>
                <a:cubicBezTo>
                  <a:pt x="14596" y="64578"/>
                  <a:pt x="322" y="50304"/>
                  <a:pt x="322" y="32696"/>
                </a:cubicBezTo>
                <a:cubicBezTo>
                  <a:pt x="322" y="15088"/>
                  <a:pt x="14596" y="814"/>
                  <a:pt x="32204" y="814"/>
                </a:cubicBezTo>
                <a:cubicBezTo>
                  <a:pt x="49812" y="814"/>
                  <a:pt x="64086" y="15088"/>
                  <a:pt x="64086" y="32696"/>
                </a:cubicBezTo>
                <a:close/>
              </a:path>
            </a:pathLst>
          </a:custGeom>
          <a:solidFill>
            <a:srgbClr val="000000">
              <a:alpha val="50000"/>
            </a:srgbClr>
          </a:solidFill>
          <a:ln w="3186" cap="sq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320" name="フリーフォーム: 図形 319">
            <a:extLst>
              <a:ext uri="{FF2B5EF4-FFF2-40B4-BE49-F238E27FC236}">
                <a16:creationId xmlns:a16="http://schemas.microsoft.com/office/drawing/2014/main" id="{50671733-5097-FC9E-F878-4EF57690578A}"/>
              </a:ext>
            </a:extLst>
          </p:cNvPr>
          <p:cNvSpPr/>
          <p:nvPr/>
        </p:nvSpPr>
        <p:spPr>
          <a:xfrm>
            <a:off x="4257446" y="4580414"/>
            <a:ext cx="63763" cy="63763"/>
          </a:xfrm>
          <a:custGeom>
            <a:avLst/>
            <a:gdLst>
              <a:gd name="connsiteX0" fmla="*/ 64065 w 63763"/>
              <a:gd name="connsiteY0" fmla="*/ 32686 h 63763"/>
              <a:gd name="connsiteX1" fmla="*/ 32183 w 63763"/>
              <a:gd name="connsiteY1" fmla="*/ 64568 h 63763"/>
              <a:gd name="connsiteX2" fmla="*/ 301 w 63763"/>
              <a:gd name="connsiteY2" fmla="*/ 32686 h 63763"/>
              <a:gd name="connsiteX3" fmla="*/ 32183 w 63763"/>
              <a:gd name="connsiteY3" fmla="*/ 804 h 63763"/>
              <a:gd name="connsiteX4" fmla="*/ 64065 w 63763"/>
              <a:gd name="connsiteY4" fmla="*/ 32686 h 63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763" h="63763">
                <a:moveTo>
                  <a:pt x="64065" y="32686"/>
                </a:moveTo>
                <a:cubicBezTo>
                  <a:pt x="64065" y="50294"/>
                  <a:pt x="49791" y="64568"/>
                  <a:pt x="32183" y="64568"/>
                </a:cubicBezTo>
                <a:cubicBezTo>
                  <a:pt x="14575" y="64568"/>
                  <a:pt x="301" y="50294"/>
                  <a:pt x="301" y="32686"/>
                </a:cubicBezTo>
                <a:cubicBezTo>
                  <a:pt x="301" y="15078"/>
                  <a:pt x="14575" y="804"/>
                  <a:pt x="32183" y="804"/>
                </a:cubicBezTo>
                <a:cubicBezTo>
                  <a:pt x="49791" y="804"/>
                  <a:pt x="64065" y="15078"/>
                  <a:pt x="64065" y="32686"/>
                </a:cubicBezTo>
                <a:close/>
              </a:path>
            </a:pathLst>
          </a:custGeom>
          <a:solidFill>
            <a:srgbClr val="000000">
              <a:alpha val="50000"/>
            </a:srgbClr>
          </a:solidFill>
          <a:ln w="3186" cap="sq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grpSp>
        <p:nvGrpSpPr>
          <p:cNvPr id="349" name="グループ化 348">
            <a:extLst>
              <a:ext uri="{FF2B5EF4-FFF2-40B4-BE49-F238E27FC236}">
                <a16:creationId xmlns:a16="http://schemas.microsoft.com/office/drawing/2014/main" id="{95E77A76-E667-ED7E-E846-6F7EF81BE41B}"/>
              </a:ext>
            </a:extLst>
          </p:cNvPr>
          <p:cNvGrpSpPr/>
          <p:nvPr/>
        </p:nvGrpSpPr>
        <p:grpSpPr>
          <a:xfrm>
            <a:off x="3065059" y="4261291"/>
            <a:ext cx="1622793" cy="183306"/>
            <a:chOff x="3065059" y="4261291"/>
            <a:chExt cx="1622793" cy="183306"/>
          </a:xfrm>
        </p:grpSpPr>
        <p:sp>
          <p:nvSpPr>
            <p:cNvPr id="7" name="フリーフォーム: 図形 6">
              <a:extLst>
                <a:ext uri="{FF2B5EF4-FFF2-40B4-BE49-F238E27FC236}">
                  <a16:creationId xmlns:a16="http://schemas.microsoft.com/office/drawing/2014/main" id="{117B872D-19A9-3983-25DF-109797CE08F4}"/>
                </a:ext>
              </a:extLst>
            </p:cNvPr>
            <p:cNvSpPr/>
            <p:nvPr/>
          </p:nvSpPr>
          <p:spPr>
            <a:xfrm>
              <a:off x="4247882" y="4321851"/>
              <a:ext cx="1594" cy="122745"/>
            </a:xfrm>
            <a:custGeom>
              <a:avLst/>
              <a:gdLst>
                <a:gd name="connsiteX0" fmla="*/ 1888 w 1594"/>
                <a:gd name="connsiteY0" fmla="*/ 764 h 122745"/>
                <a:gd name="connsiteX1" fmla="*/ 1888 w 1594"/>
                <a:gd name="connsiteY1" fmla="*/ 24676 h 122745"/>
                <a:gd name="connsiteX2" fmla="*/ 294 w 1594"/>
                <a:gd name="connsiteY2" fmla="*/ 24676 h 122745"/>
                <a:gd name="connsiteX3" fmla="*/ 294 w 1594"/>
                <a:gd name="connsiteY3" fmla="*/ 123510 h 122745"/>
                <a:gd name="connsiteX4" fmla="*/ 1888 w 1594"/>
                <a:gd name="connsiteY4" fmla="*/ 123510 h 122745"/>
                <a:gd name="connsiteX5" fmla="*/ 1888 w 1594"/>
                <a:gd name="connsiteY5" fmla="*/ 764 h 12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94" h="122745">
                  <a:moveTo>
                    <a:pt x="1888" y="764"/>
                  </a:moveTo>
                  <a:lnTo>
                    <a:pt x="1888" y="24676"/>
                  </a:lnTo>
                  <a:lnTo>
                    <a:pt x="294" y="24676"/>
                  </a:lnTo>
                  <a:lnTo>
                    <a:pt x="294" y="123510"/>
                  </a:lnTo>
                  <a:lnTo>
                    <a:pt x="1888" y="123510"/>
                  </a:lnTo>
                  <a:lnTo>
                    <a:pt x="1888" y="764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319ACAF3-97CA-37B6-4ACA-7C8C27276F82}"/>
                </a:ext>
              </a:extLst>
            </p:cNvPr>
            <p:cNvSpPr/>
            <p:nvPr/>
          </p:nvSpPr>
          <p:spPr>
            <a:xfrm>
              <a:off x="4354686" y="4261291"/>
              <a:ext cx="4782" cy="159409"/>
            </a:xfrm>
            <a:custGeom>
              <a:avLst/>
              <a:gdLst>
                <a:gd name="connsiteX0" fmla="*/ 313 w 4782"/>
                <a:gd name="connsiteY0" fmla="*/ 757 h 159409"/>
                <a:gd name="connsiteX1" fmla="*/ 313 w 4782"/>
                <a:gd name="connsiteY1" fmla="*/ 88432 h 159409"/>
                <a:gd name="connsiteX2" fmla="*/ 5095 w 4782"/>
                <a:gd name="connsiteY2" fmla="*/ 88432 h 159409"/>
                <a:gd name="connsiteX3" fmla="*/ 5095 w 4782"/>
                <a:gd name="connsiteY3" fmla="*/ 757 h 159409"/>
                <a:gd name="connsiteX4" fmla="*/ 1907 w 4782"/>
                <a:gd name="connsiteY4" fmla="*/ 32639 h 159409"/>
                <a:gd name="connsiteX5" fmla="*/ 3501 w 4782"/>
                <a:gd name="connsiteY5" fmla="*/ 32639 h 159409"/>
                <a:gd name="connsiteX6" fmla="*/ 3501 w 4782"/>
                <a:gd name="connsiteY6" fmla="*/ 80462 h 159409"/>
                <a:gd name="connsiteX7" fmla="*/ 1907 w 4782"/>
                <a:gd name="connsiteY7" fmla="*/ 80462 h 159409"/>
                <a:gd name="connsiteX8" fmla="*/ 313 w 4782"/>
                <a:gd name="connsiteY8" fmla="*/ 152196 h 159409"/>
                <a:gd name="connsiteX9" fmla="*/ 313 w 4782"/>
                <a:gd name="connsiteY9" fmla="*/ 160167 h 159409"/>
                <a:gd name="connsiteX10" fmla="*/ 5095 w 4782"/>
                <a:gd name="connsiteY10" fmla="*/ 160167 h 159409"/>
                <a:gd name="connsiteX11" fmla="*/ 5095 w 4782"/>
                <a:gd name="connsiteY11" fmla="*/ 152196 h 159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82" h="159409">
                  <a:moveTo>
                    <a:pt x="313" y="757"/>
                  </a:moveTo>
                  <a:lnTo>
                    <a:pt x="313" y="88432"/>
                  </a:lnTo>
                  <a:lnTo>
                    <a:pt x="5095" y="88432"/>
                  </a:lnTo>
                  <a:lnTo>
                    <a:pt x="5095" y="757"/>
                  </a:lnTo>
                  <a:close/>
                  <a:moveTo>
                    <a:pt x="1907" y="32639"/>
                  </a:moveTo>
                  <a:lnTo>
                    <a:pt x="3501" y="32639"/>
                  </a:lnTo>
                  <a:lnTo>
                    <a:pt x="3501" y="80462"/>
                  </a:lnTo>
                  <a:lnTo>
                    <a:pt x="1907" y="80462"/>
                  </a:lnTo>
                  <a:close/>
                  <a:moveTo>
                    <a:pt x="313" y="152196"/>
                  </a:moveTo>
                  <a:lnTo>
                    <a:pt x="313" y="160167"/>
                  </a:lnTo>
                  <a:lnTo>
                    <a:pt x="5095" y="160167"/>
                  </a:lnTo>
                  <a:lnTo>
                    <a:pt x="5095" y="152196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7128F578-152A-DDDD-2CDF-830AF52E27C9}"/>
                </a:ext>
              </a:extLst>
            </p:cNvPr>
            <p:cNvSpPr/>
            <p:nvPr/>
          </p:nvSpPr>
          <p:spPr>
            <a:xfrm>
              <a:off x="3065059" y="4348951"/>
              <a:ext cx="1622793" cy="63779"/>
            </a:xfrm>
            <a:custGeom>
              <a:avLst/>
              <a:gdLst>
                <a:gd name="connsiteX0" fmla="*/ 229 w 1622793"/>
                <a:gd name="connsiteY0" fmla="*/ 764 h 63779"/>
                <a:gd name="connsiteX1" fmla="*/ 229 w 1622793"/>
                <a:gd name="connsiteY1" fmla="*/ 3952 h 63779"/>
                <a:gd name="connsiteX2" fmla="*/ 1623023 w 1622793"/>
                <a:gd name="connsiteY2" fmla="*/ 3952 h 63779"/>
                <a:gd name="connsiteX3" fmla="*/ 1623023 w 1622793"/>
                <a:gd name="connsiteY3" fmla="*/ 764 h 63779"/>
                <a:gd name="connsiteX4" fmla="*/ 229 w 1622793"/>
                <a:gd name="connsiteY4" fmla="*/ 61339 h 63779"/>
                <a:gd name="connsiteX5" fmla="*/ 229 w 1622793"/>
                <a:gd name="connsiteY5" fmla="*/ 64543 h 63779"/>
                <a:gd name="connsiteX6" fmla="*/ 1623023 w 1622793"/>
                <a:gd name="connsiteY6" fmla="*/ 64543 h 63779"/>
                <a:gd name="connsiteX7" fmla="*/ 1623023 w 1622793"/>
                <a:gd name="connsiteY7" fmla="*/ 61339 h 63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22793" h="63779">
                  <a:moveTo>
                    <a:pt x="229" y="764"/>
                  </a:moveTo>
                  <a:lnTo>
                    <a:pt x="229" y="3952"/>
                  </a:lnTo>
                  <a:lnTo>
                    <a:pt x="1623023" y="3952"/>
                  </a:lnTo>
                  <a:lnTo>
                    <a:pt x="1623023" y="764"/>
                  </a:lnTo>
                  <a:close/>
                  <a:moveTo>
                    <a:pt x="229" y="61339"/>
                  </a:moveTo>
                  <a:lnTo>
                    <a:pt x="229" y="64543"/>
                  </a:lnTo>
                  <a:lnTo>
                    <a:pt x="1623023" y="64543"/>
                  </a:lnTo>
                  <a:lnTo>
                    <a:pt x="1623023" y="61339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21" name="フリーフォーム: 図形 320">
              <a:extLst>
                <a:ext uri="{FF2B5EF4-FFF2-40B4-BE49-F238E27FC236}">
                  <a16:creationId xmlns:a16="http://schemas.microsoft.com/office/drawing/2014/main" id="{2EFBB4C6-DCC9-83A5-AF20-0F728178F44F}"/>
                </a:ext>
              </a:extLst>
            </p:cNvPr>
            <p:cNvSpPr/>
            <p:nvPr/>
          </p:nvSpPr>
          <p:spPr>
            <a:xfrm>
              <a:off x="3938624" y="4321867"/>
              <a:ext cx="105213" cy="25505"/>
            </a:xfrm>
            <a:custGeom>
              <a:avLst/>
              <a:gdLst>
                <a:gd name="connsiteX0" fmla="*/ 105462 w 105213"/>
                <a:gd name="connsiteY0" fmla="*/ 756 h 25505"/>
                <a:gd name="connsiteX1" fmla="*/ 249 w 105213"/>
                <a:gd name="connsiteY1" fmla="*/ 756 h 25505"/>
                <a:gd name="connsiteX2" fmla="*/ 249 w 105213"/>
                <a:gd name="connsiteY2" fmla="*/ 26261 h 25505"/>
                <a:gd name="connsiteX3" fmla="*/ 105462 w 105213"/>
                <a:gd name="connsiteY3" fmla="*/ 26261 h 25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213" h="25505">
                  <a:moveTo>
                    <a:pt x="105462" y="756"/>
                  </a:moveTo>
                  <a:lnTo>
                    <a:pt x="249" y="756"/>
                  </a:lnTo>
                  <a:lnTo>
                    <a:pt x="249" y="26261"/>
                  </a:lnTo>
                  <a:lnTo>
                    <a:pt x="105462" y="26261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22" name="フリーフォーム: 図形 321">
              <a:extLst>
                <a:ext uri="{FF2B5EF4-FFF2-40B4-BE49-F238E27FC236}">
                  <a16:creationId xmlns:a16="http://schemas.microsoft.com/office/drawing/2014/main" id="{8618AE2E-4F88-5137-5F98-81EF3D46AE65}"/>
                </a:ext>
              </a:extLst>
            </p:cNvPr>
            <p:cNvSpPr/>
            <p:nvPr/>
          </p:nvSpPr>
          <p:spPr>
            <a:xfrm>
              <a:off x="3935436" y="4347373"/>
              <a:ext cx="31881" cy="39852"/>
            </a:xfrm>
            <a:custGeom>
              <a:avLst/>
              <a:gdLst>
                <a:gd name="connsiteX0" fmla="*/ 242 w 31881"/>
                <a:gd name="connsiteY0" fmla="*/ 40614 h 39852"/>
                <a:gd name="connsiteX1" fmla="*/ 32124 w 31881"/>
                <a:gd name="connsiteY1" fmla="*/ 40614 h 39852"/>
                <a:gd name="connsiteX2" fmla="*/ 32124 w 31881"/>
                <a:gd name="connsiteY2" fmla="*/ 761 h 39852"/>
                <a:gd name="connsiteX3" fmla="*/ 242 w 31881"/>
                <a:gd name="connsiteY3" fmla="*/ 761 h 39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881" h="39852">
                  <a:moveTo>
                    <a:pt x="242" y="40614"/>
                  </a:moveTo>
                  <a:lnTo>
                    <a:pt x="32124" y="40614"/>
                  </a:lnTo>
                  <a:lnTo>
                    <a:pt x="32124" y="761"/>
                  </a:lnTo>
                  <a:lnTo>
                    <a:pt x="242" y="761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23" name="フリーフォーム: 図形 322">
              <a:extLst>
                <a:ext uri="{FF2B5EF4-FFF2-40B4-BE49-F238E27FC236}">
                  <a16:creationId xmlns:a16="http://schemas.microsoft.com/office/drawing/2014/main" id="{2AC66509-43D5-AE28-B8D8-32B778793807}"/>
                </a:ext>
              </a:extLst>
            </p:cNvPr>
            <p:cNvSpPr/>
            <p:nvPr/>
          </p:nvSpPr>
          <p:spPr>
            <a:xfrm>
              <a:off x="3903554" y="4321867"/>
              <a:ext cx="31881" cy="25505"/>
            </a:xfrm>
            <a:custGeom>
              <a:avLst/>
              <a:gdLst>
                <a:gd name="connsiteX0" fmla="*/ 32118 w 31881"/>
                <a:gd name="connsiteY0" fmla="*/ 756 h 25505"/>
                <a:gd name="connsiteX1" fmla="*/ 236 w 31881"/>
                <a:gd name="connsiteY1" fmla="*/ 756 h 25505"/>
                <a:gd name="connsiteX2" fmla="*/ 236 w 31881"/>
                <a:gd name="connsiteY2" fmla="*/ 26261 h 25505"/>
                <a:gd name="connsiteX3" fmla="*/ 32118 w 31881"/>
                <a:gd name="connsiteY3" fmla="*/ 26261 h 25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881" h="25505">
                  <a:moveTo>
                    <a:pt x="32118" y="756"/>
                  </a:moveTo>
                  <a:lnTo>
                    <a:pt x="236" y="756"/>
                  </a:lnTo>
                  <a:lnTo>
                    <a:pt x="236" y="26261"/>
                  </a:lnTo>
                  <a:lnTo>
                    <a:pt x="32118" y="26261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24" name="フリーフォーム: 図形 323">
              <a:extLst>
                <a:ext uri="{FF2B5EF4-FFF2-40B4-BE49-F238E27FC236}">
                  <a16:creationId xmlns:a16="http://schemas.microsoft.com/office/drawing/2014/main" id="{31B1EF32-650D-A5FA-C79A-0E32891932DB}"/>
                </a:ext>
              </a:extLst>
            </p:cNvPr>
            <p:cNvSpPr/>
            <p:nvPr/>
          </p:nvSpPr>
          <p:spPr>
            <a:xfrm>
              <a:off x="4043837" y="4321867"/>
              <a:ext cx="9564" cy="25505"/>
            </a:xfrm>
            <a:custGeom>
              <a:avLst/>
              <a:gdLst>
                <a:gd name="connsiteX0" fmla="*/ 9823 w 9564"/>
                <a:gd name="connsiteY0" fmla="*/ 756 h 25505"/>
                <a:gd name="connsiteX1" fmla="*/ 259 w 9564"/>
                <a:gd name="connsiteY1" fmla="*/ 756 h 25505"/>
                <a:gd name="connsiteX2" fmla="*/ 259 w 9564"/>
                <a:gd name="connsiteY2" fmla="*/ 26261 h 25505"/>
                <a:gd name="connsiteX3" fmla="*/ 9823 w 9564"/>
                <a:gd name="connsiteY3" fmla="*/ 26261 h 25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64" h="25505">
                  <a:moveTo>
                    <a:pt x="9823" y="756"/>
                  </a:moveTo>
                  <a:lnTo>
                    <a:pt x="259" y="756"/>
                  </a:lnTo>
                  <a:lnTo>
                    <a:pt x="259" y="26261"/>
                  </a:lnTo>
                  <a:lnTo>
                    <a:pt x="9823" y="26261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25" name="フリーフォーム: 図形 324">
              <a:extLst>
                <a:ext uri="{FF2B5EF4-FFF2-40B4-BE49-F238E27FC236}">
                  <a16:creationId xmlns:a16="http://schemas.microsoft.com/office/drawing/2014/main" id="{9B89D618-13C7-C14C-4158-3E5735932CD3}"/>
                </a:ext>
              </a:extLst>
            </p:cNvPr>
            <p:cNvSpPr/>
            <p:nvPr/>
          </p:nvSpPr>
          <p:spPr>
            <a:xfrm>
              <a:off x="4053402" y="4321867"/>
              <a:ext cx="15940" cy="25505"/>
            </a:xfrm>
            <a:custGeom>
              <a:avLst/>
              <a:gdLst>
                <a:gd name="connsiteX0" fmla="*/ 16202 w 15940"/>
                <a:gd name="connsiteY0" fmla="*/ 756 h 25505"/>
                <a:gd name="connsiteX1" fmla="*/ 261 w 15940"/>
                <a:gd name="connsiteY1" fmla="*/ 756 h 25505"/>
                <a:gd name="connsiteX2" fmla="*/ 261 w 15940"/>
                <a:gd name="connsiteY2" fmla="*/ 26261 h 25505"/>
                <a:gd name="connsiteX3" fmla="*/ 16202 w 15940"/>
                <a:gd name="connsiteY3" fmla="*/ 26261 h 25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40" h="25505">
                  <a:moveTo>
                    <a:pt x="16202" y="756"/>
                  </a:moveTo>
                  <a:lnTo>
                    <a:pt x="261" y="756"/>
                  </a:lnTo>
                  <a:lnTo>
                    <a:pt x="261" y="26261"/>
                  </a:lnTo>
                  <a:lnTo>
                    <a:pt x="16202" y="26261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26" name="フリーフォーム: 図形 325">
              <a:extLst>
                <a:ext uri="{FF2B5EF4-FFF2-40B4-BE49-F238E27FC236}">
                  <a16:creationId xmlns:a16="http://schemas.microsoft.com/office/drawing/2014/main" id="{EE9F6BA3-EEF9-BD42-7768-4029DACD6BAD}"/>
                </a:ext>
              </a:extLst>
            </p:cNvPr>
            <p:cNvSpPr/>
            <p:nvPr/>
          </p:nvSpPr>
          <p:spPr>
            <a:xfrm>
              <a:off x="4069343" y="4321867"/>
              <a:ext cx="4782" cy="25505"/>
            </a:xfrm>
            <a:custGeom>
              <a:avLst/>
              <a:gdLst>
                <a:gd name="connsiteX0" fmla="*/ 5045 w 4782"/>
                <a:gd name="connsiteY0" fmla="*/ 756 h 25505"/>
                <a:gd name="connsiteX1" fmla="*/ 263 w 4782"/>
                <a:gd name="connsiteY1" fmla="*/ 756 h 25505"/>
                <a:gd name="connsiteX2" fmla="*/ 263 w 4782"/>
                <a:gd name="connsiteY2" fmla="*/ 26261 h 25505"/>
                <a:gd name="connsiteX3" fmla="*/ 5045 w 4782"/>
                <a:gd name="connsiteY3" fmla="*/ 26261 h 25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82" h="25505">
                  <a:moveTo>
                    <a:pt x="5045" y="756"/>
                  </a:moveTo>
                  <a:lnTo>
                    <a:pt x="263" y="756"/>
                  </a:lnTo>
                  <a:lnTo>
                    <a:pt x="263" y="26261"/>
                  </a:lnTo>
                  <a:lnTo>
                    <a:pt x="5045" y="26261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27" name="フリーフォーム: 図形 326">
              <a:extLst>
                <a:ext uri="{FF2B5EF4-FFF2-40B4-BE49-F238E27FC236}">
                  <a16:creationId xmlns:a16="http://schemas.microsoft.com/office/drawing/2014/main" id="{863D20E8-6481-9028-3C2B-8347765BE102}"/>
                </a:ext>
              </a:extLst>
            </p:cNvPr>
            <p:cNvSpPr/>
            <p:nvPr/>
          </p:nvSpPr>
          <p:spPr>
            <a:xfrm>
              <a:off x="3935436" y="4321867"/>
              <a:ext cx="3188" cy="25505"/>
            </a:xfrm>
            <a:custGeom>
              <a:avLst/>
              <a:gdLst>
                <a:gd name="connsiteX0" fmla="*/ 3428 w 3188"/>
                <a:gd name="connsiteY0" fmla="*/ 756 h 25505"/>
                <a:gd name="connsiteX1" fmla="*/ 239 w 3188"/>
                <a:gd name="connsiteY1" fmla="*/ 756 h 25505"/>
                <a:gd name="connsiteX2" fmla="*/ 239 w 3188"/>
                <a:gd name="connsiteY2" fmla="*/ 26261 h 25505"/>
                <a:gd name="connsiteX3" fmla="*/ 3428 w 3188"/>
                <a:gd name="connsiteY3" fmla="*/ 26261 h 25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88" h="25505">
                  <a:moveTo>
                    <a:pt x="3428" y="756"/>
                  </a:moveTo>
                  <a:lnTo>
                    <a:pt x="239" y="756"/>
                  </a:lnTo>
                  <a:lnTo>
                    <a:pt x="239" y="26261"/>
                  </a:lnTo>
                  <a:lnTo>
                    <a:pt x="3428" y="26261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28" name="フリーフォーム: 図形 327">
              <a:extLst>
                <a:ext uri="{FF2B5EF4-FFF2-40B4-BE49-F238E27FC236}">
                  <a16:creationId xmlns:a16="http://schemas.microsoft.com/office/drawing/2014/main" id="{1B3A43C4-412E-5F28-D35F-17BEF3254E76}"/>
                </a:ext>
              </a:extLst>
            </p:cNvPr>
            <p:cNvSpPr/>
            <p:nvPr/>
          </p:nvSpPr>
          <p:spPr>
            <a:xfrm>
              <a:off x="4121948" y="4297956"/>
              <a:ext cx="127527" cy="1594"/>
            </a:xfrm>
            <a:custGeom>
              <a:avLst/>
              <a:gdLst>
                <a:gd name="connsiteX0" fmla="*/ 283 w 127527"/>
                <a:gd name="connsiteY0" fmla="*/ 750 h 1594"/>
                <a:gd name="connsiteX1" fmla="*/ 127811 w 127527"/>
                <a:gd name="connsiteY1" fmla="*/ 750 h 1594"/>
                <a:gd name="connsiteX2" fmla="*/ 127811 w 127527"/>
                <a:gd name="connsiteY2" fmla="*/ 2344 h 1594"/>
                <a:gd name="connsiteX3" fmla="*/ 283 w 127527"/>
                <a:gd name="connsiteY3" fmla="*/ 2344 h 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27" h="1594">
                  <a:moveTo>
                    <a:pt x="283" y="750"/>
                  </a:moveTo>
                  <a:lnTo>
                    <a:pt x="127811" y="750"/>
                  </a:lnTo>
                  <a:lnTo>
                    <a:pt x="127811" y="2344"/>
                  </a:lnTo>
                  <a:lnTo>
                    <a:pt x="283" y="2344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29" name="フリーフォーム: 図形 328">
              <a:extLst>
                <a:ext uri="{FF2B5EF4-FFF2-40B4-BE49-F238E27FC236}">
                  <a16:creationId xmlns:a16="http://schemas.microsoft.com/office/drawing/2014/main" id="{6885FD8A-D7D3-19CF-96D4-264638AC0E2E}"/>
                </a:ext>
              </a:extLst>
            </p:cNvPr>
            <p:cNvSpPr/>
            <p:nvPr/>
          </p:nvSpPr>
          <p:spPr>
            <a:xfrm>
              <a:off x="4123542" y="4420685"/>
              <a:ext cx="124339" cy="23911"/>
            </a:xfrm>
            <a:custGeom>
              <a:avLst/>
              <a:gdLst>
                <a:gd name="connsiteX0" fmla="*/ 283 w 124339"/>
                <a:gd name="connsiteY0" fmla="*/ 773 h 23911"/>
                <a:gd name="connsiteX1" fmla="*/ 124622 w 124339"/>
                <a:gd name="connsiteY1" fmla="*/ 773 h 23911"/>
                <a:gd name="connsiteX2" fmla="*/ 124622 w 124339"/>
                <a:gd name="connsiteY2" fmla="*/ 24685 h 23911"/>
                <a:gd name="connsiteX3" fmla="*/ 283 w 124339"/>
                <a:gd name="connsiteY3" fmla="*/ 24685 h 23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4339" h="23911">
                  <a:moveTo>
                    <a:pt x="283" y="773"/>
                  </a:moveTo>
                  <a:lnTo>
                    <a:pt x="124622" y="773"/>
                  </a:lnTo>
                  <a:lnTo>
                    <a:pt x="124622" y="24685"/>
                  </a:lnTo>
                  <a:lnTo>
                    <a:pt x="283" y="24685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30" name="フリーフォーム: 図形 329">
              <a:extLst>
                <a:ext uri="{FF2B5EF4-FFF2-40B4-BE49-F238E27FC236}">
                  <a16:creationId xmlns:a16="http://schemas.microsoft.com/office/drawing/2014/main" id="{B3F47421-F56F-0080-7271-16BF7EA58B72}"/>
                </a:ext>
              </a:extLst>
            </p:cNvPr>
            <p:cNvSpPr/>
            <p:nvPr/>
          </p:nvSpPr>
          <p:spPr>
            <a:xfrm>
              <a:off x="4247882" y="4321851"/>
              <a:ext cx="1594" cy="122745"/>
            </a:xfrm>
            <a:custGeom>
              <a:avLst/>
              <a:gdLst>
                <a:gd name="connsiteX0" fmla="*/ 294 w 1594"/>
                <a:gd name="connsiteY0" fmla="*/ 764 h 122745"/>
                <a:gd name="connsiteX1" fmla="*/ 1888 w 1594"/>
                <a:gd name="connsiteY1" fmla="*/ 764 h 122745"/>
                <a:gd name="connsiteX2" fmla="*/ 1888 w 1594"/>
                <a:gd name="connsiteY2" fmla="*/ 123510 h 122745"/>
                <a:gd name="connsiteX3" fmla="*/ 294 w 1594"/>
                <a:gd name="connsiteY3" fmla="*/ 123510 h 12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4" h="122745">
                  <a:moveTo>
                    <a:pt x="294" y="764"/>
                  </a:moveTo>
                  <a:lnTo>
                    <a:pt x="1888" y="764"/>
                  </a:lnTo>
                  <a:lnTo>
                    <a:pt x="1888" y="123510"/>
                  </a:lnTo>
                  <a:lnTo>
                    <a:pt x="294" y="123510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31" name="フリーフォーム: 図形 330">
              <a:extLst>
                <a:ext uri="{FF2B5EF4-FFF2-40B4-BE49-F238E27FC236}">
                  <a16:creationId xmlns:a16="http://schemas.microsoft.com/office/drawing/2014/main" id="{FED83B3E-8884-6E36-A1EB-2FA6B082092B}"/>
                </a:ext>
              </a:extLst>
            </p:cNvPr>
            <p:cNvSpPr/>
            <p:nvPr/>
          </p:nvSpPr>
          <p:spPr>
            <a:xfrm>
              <a:off x="4121948" y="4321851"/>
              <a:ext cx="1594" cy="122745"/>
            </a:xfrm>
            <a:custGeom>
              <a:avLst/>
              <a:gdLst>
                <a:gd name="connsiteX0" fmla="*/ 1850 w 1594"/>
                <a:gd name="connsiteY0" fmla="*/ 764 h 122745"/>
                <a:gd name="connsiteX1" fmla="*/ 1850 w 1594"/>
                <a:gd name="connsiteY1" fmla="*/ 24676 h 122745"/>
                <a:gd name="connsiteX2" fmla="*/ 272 w 1594"/>
                <a:gd name="connsiteY2" fmla="*/ 24676 h 122745"/>
                <a:gd name="connsiteX3" fmla="*/ 272 w 1594"/>
                <a:gd name="connsiteY3" fmla="*/ 123510 h 122745"/>
                <a:gd name="connsiteX4" fmla="*/ 1866 w 1594"/>
                <a:gd name="connsiteY4" fmla="*/ 123510 h 122745"/>
                <a:gd name="connsiteX5" fmla="*/ 1866 w 1594"/>
                <a:gd name="connsiteY5" fmla="*/ 764 h 12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94" h="122745">
                  <a:moveTo>
                    <a:pt x="1850" y="764"/>
                  </a:moveTo>
                  <a:lnTo>
                    <a:pt x="1850" y="24676"/>
                  </a:lnTo>
                  <a:lnTo>
                    <a:pt x="272" y="24676"/>
                  </a:lnTo>
                  <a:lnTo>
                    <a:pt x="272" y="123510"/>
                  </a:lnTo>
                  <a:lnTo>
                    <a:pt x="1866" y="123510"/>
                  </a:lnTo>
                  <a:lnTo>
                    <a:pt x="1866" y="764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32" name="フリーフォーム: 図形 331">
              <a:extLst>
                <a:ext uri="{FF2B5EF4-FFF2-40B4-BE49-F238E27FC236}">
                  <a16:creationId xmlns:a16="http://schemas.microsoft.com/office/drawing/2014/main" id="{ECE9E919-1EB5-E7D6-4328-05AF7FC35580}"/>
                </a:ext>
              </a:extLst>
            </p:cNvPr>
            <p:cNvSpPr/>
            <p:nvPr/>
          </p:nvSpPr>
          <p:spPr>
            <a:xfrm>
              <a:off x="4121948" y="4321851"/>
              <a:ext cx="1594" cy="122745"/>
            </a:xfrm>
            <a:custGeom>
              <a:avLst/>
              <a:gdLst>
                <a:gd name="connsiteX0" fmla="*/ 272 w 1594"/>
                <a:gd name="connsiteY0" fmla="*/ 764 h 122745"/>
                <a:gd name="connsiteX1" fmla="*/ 1866 w 1594"/>
                <a:gd name="connsiteY1" fmla="*/ 764 h 122745"/>
                <a:gd name="connsiteX2" fmla="*/ 1866 w 1594"/>
                <a:gd name="connsiteY2" fmla="*/ 123510 h 122745"/>
                <a:gd name="connsiteX3" fmla="*/ 272 w 1594"/>
                <a:gd name="connsiteY3" fmla="*/ 123510 h 12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4" h="122745">
                  <a:moveTo>
                    <a:pt x="272" y="764"/>
                  </a:moveTo>
                  <a:lnTo>
                    <a:pt x="1866" y="764"/>
                  </a:lnTo>
                  <a:lnTo>
                    <a:pt x="1866" y="123510"/>
                  </a:lnTo>
                  <a:lnTo>
                    <a:pt x="272" y="123510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33" name="フリーフォーム: 図形 332">
              <a:extLst>
                <a:ext uri="{FF2B5EF4-FFF2-40B4-BE49-F238E27FC236}">
                  <a16:creationId xmlns:a16="http://schemas.microsoft.com/office/drawing/2014/main" id="{84B8FE54-3D09-8E86-161E-6795E4DB4036}"/>
                </a:ext>
              </a:extLst>
            </p:cNvPr>
            <p:cNvSpPr/>
            <p:nvPr/>
          </p:nvSpPr>
          <p:spPr>
            <a:xfrm>
              <a:off x="4123542" y="4443003"/>
              <a:ext cx="124339" cy="1594"/>
            </a:xfrm>
            <a:custGeom>
              <a:avLst/>
              <a:gdLst>
                <a:gd name="connsiteX0" fmla="*/ 283 w 124339"/>
                <a:gd name="connsiteY0" fmla="*/ 775 h 1594"/>
                <a:gd name="connsiteX1" fmla="*/ 124622 w 124339"/>
                <a:gd name="connsiteY1" fmla="*/ 775 h 1594"/>
                <a:gd name="connsiteX2" fmla="*/ 124622 w 124339"/>
                <a:gd name="connsiteY2" fmla="*/ 2369 h 1594"/>
                <a:gd name="connsiteX3" fmla="*/ 283 w 124339"/>
                <a:gd name="connsiteY3" fmla="*/ 2369 h 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4339" h="1594">
                  <a:moveTo>
                    <a:pt x="283" y="775"/>
                  </a:moveTo>
                  <a:lnTo>
                    <a:pt x="124622" y="775"/>
                  </a:lnTo>
                  <a:lnTo>
                    <a:pt x="124622" y="2369"/>
                  </a:lnTo>
                  <a:lnTo>
                    <a:pt x="283" y="2369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34" name="フリーフォーム: 図形 333">
              <a:extLst>
                <a:ext uri="{FF2B5EF4-FFF2-40B4-BE49-F238E27FC236}">
                  <a16:creationId xmlns:a16="http://schemas.microsoft.com/office/drawing/2014/main" id="{1D2E057F-E765-A724-6BA0-F3FE0C508516}"/>
                </a:ext>
              </a:extLst>
            </p:cNvPr>
            <p:cNvSpPr/>
            <p:nvPr/>
          </p:nvSpPr>
          <p:spPr>
            <a:xfrm>
              <a:off x="4354686" y="4261291"/>
              <a:ext cx="4782" cy="159409"/>
            </a:xfrm>
            <a:custGeom>
              <a:avLst/>
              <a:gdLst>
                <a:gd name="connsiteX0" fmla="*/ 313 w 4782"/>
                <a:gd name="connsiteY0" fmla="*/ 757 h 159409"/>
                <a:gd name="connsiteX1" fmla="*/ 313 w 4782"/>
                <a:gd name="connsiteY1" fmla="*/ 160167 h 159409"/>
                <a:gd name="connsiteX2" fmla="*/ 5095 w 4782"/>
                <a:gd name="connsiteY2" fmla="*/ 160167 h 159409"/>
                <a:gd name="connsiteX3" fmla="*/ 5095 w 4782"/>
                <a:gd name="connsiteY3" fmla="*/ 757 h 159409"/>
                <a:gd name="connsiteX4" fmla="*/ 313 w 4782"/>
                <a:gd name="connsiteY4" fmla="*/ 32639 h 159409"/>
                <a:gd name="connsiteX5" fmla="*/ 5095 w 4782"/>
                <a:gd name="connsiteY5" fmla="*/ 32639 h 159409"/>
                <a:gd name="connsiteX6" fmla="*/ 5095 w 4782"/>
                <a:gd name="connsiteY6" fmla="*/ 80462 h 159409"/>
                <a:gd name="connsiteX7" fmla="*/ 313 w 4782"/>
                <a:gd name="connsiteY7" fmla="*/ 80462 h 159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82" h="159409">
                  <a:moveTo>
                    <a:pt x="313" y="757"/>
                  </a:moveTo>
                  <a:lnTo>
                    <a:pt x="313" y="160167"/>
                  </a:lnTo>
                  <a:lnTo>
                    <a:pt x="5095" y="160167"/>
                  </a:lnTo>
                  <a:lnTo>
                    <a:pt x="5095" y="757"/>
                  </a:lnTo>
                  <a:close/>
                  <a:moveTo>
                    <a:pt x="313" y="32639"/>
                  </a:moveTo>
                  <a:lnTo>
                    <a:pt x="5095" y="32639"/>
                  </a:lnTo>
                  <a:lnTo>
                    <a:pt x="5095" y="80462"/>
                  </a:lnTo>
                  <a:lnTo>
                    <a:pt x="313" y="80462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35" name="フリーフォーム: 図形 334">
              <a:extLst>
                <a:ext uri="{FF2B5EF4-FFF2-40B4-BE49-F238E27FC236}">
                  <a16:creationId xmlns:a16="http://schemas.microsoft.com/office/drawing/2014/main" id="{E44CE329-7FEC-B314-9D1E-5E8BE9C82059}"/>
                </a:ext>
              </a:extLst>
            </p:cNvPr>
            <p:cNvSpPr/>
            <p:nvPr/>
          </p:nvSpPr>
          <p:spPr>
            <a:xfrm>
              <a:off x="4356280" y="4293174"/>
              <a:ext cx="1589" cy="47828"/>
            </a:xfrm>
            <a:custGeom>
              <a:avLst/>
              <a:gdLst>
                <a:gd name="connsiteX0" fmla="*/ 313 w 1589"/>
                <a:gd name="connsiteY0" fmla="*/ 753 h 47828"/>
                <a:gd name="connsiteX1" fmla="*/ 1903 w 1589"/>
                <a:gd name="connsiteY1" fmla="*/ 753 h 47828"/>
                <a:gd name="connsiteX2" fmla="*/ 1903 w 1589"/>
                <a:gd name="connsiteY2" fmla="*/ 48581 h 47828"/>
                <a:gd name="connsiteX3" fmla="*/ 313 w 1589"/>
                <a:gd name="connsiteY3" fmla="*/ 48581 h 47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89" h="47828">
                  <a:moveTo>
                    <a:pt x="313" y="753"/>
                  </a:moveTo>
                  <a:lnTo>
                    <a:pt x="1903" y="753"/>
                  </a:lnTo>
                  <a:lnTo>
                    <a:pt x="1903" y="48581"/>
                  </a:lnTo>
                  <a:lnTo>
                    <a:pt x="313" y="48581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36" name="フリーフォーム: 図形 335">
              <a:extLst>
                <a:ext uri="{FF2B5EF4-FFF2-40B4-BE49-F238E27FC236}">
                  <a16:creationId xmlns:a16="http://schemas.microsoft.com/office/drawing/2014/main" id="{27413095-9F4D-1B9E-9221-AA02275AAE30}"/>
                </a:ext>
              </a:extLst>
            </p:cNvPr>
            <p:cNvSpPr/>
            <p:nvPr/>
          </p:nvSpPr>
          <p:spPr>
            <a:xfrm>
              <a:off x="4356280" y="4293174"/>
              <a:ext cx="1589" cy="47828"/>
            </a:xfrm>
            <a:custGeom>
              <a:avLst/>
              <a:gdLst>
                <a:gd name="connsiteX0" fmla="*/ 313 w 1589"/>
                <a:gd name="connsiteY0" fmla="*/ 753 h 47828"/>
                <a:gd name="connsiteX1" fmla="*/ 1903 w 1589"/>
                <a:gd name="connsiteY1" fmla="*/ 753 h 47828"/>
                <a:gd name="connsiteX2" fmla="*/ 1903 w 1589"/>
                <a:gd name="connsiteY2" fmla="*/ 48581 h 47828"/>
                <a:gd name="connsiteX3" fmla="*/ 313 w 1589"/>
                <a:gd name="connsiteY3" fmla="*/ 48581 h 47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89" h="47828">
                  <a:moveTo>
                    <a:pt x="313" y="753"/>
                  </a:moveTo>
                  <a:lnTo>
                    <a:pt x="1903" y="753"/>
                  </a:lnTo>
                  <a:lnTo>
                    <a:pt x="1903" y="48581"/>
                  </a:lnTo>
                  <a:lnTo>
                    <a:pt x="313" y="48581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591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1708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祥真 大倉</dc:creator>
  <cp:lastModifiedBy>祥真 大倉</cp:lastModifiedBy>
  <cp:revision>2</cp:revision>
  <dcterms:created xsi:type="dcterms:W3CDTF">2026-06-28T12:56:17Z</dcterms:created>
  <dcterms:modified xsi:type="dcterms:W3CDTF">2026-06-28T13:10:09Z</dcterms:modified>
</cp:coreProperties>
</file>